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79" r:id="rId2"/>
    <p:sldId id="256" r:id="rId3"/>
    <p:sldId id="281" r:id="rId4"/>
    <p:sldId id="280" r:id="rId5"/>
    <p:sldId id="282" r:id="rId6"/>
    <p:sldId id="283" r:id="rId7"/>
    <p:sldId id="284" r:id="rId8"/>
    <p:sldId id="261" r:id="rId9"/>
    <p:sldId id="332" r:id="rId10"/>
    <p:sldId id="369" r:id="rId11"/>
    <p:sldId id="371" r:id="rId12"/>
    <p:sldId id="370" r:id="rId13"/>
    <p:sldId id="368" r:id="rId14"/>
    <p:sldId id="286" r:id="rId15"/>
    <p:sldId id="263" r:id="rId16"/>
    <p:sldId id="287" r:id="rId17"/>
    <p:sldId id="372" r:id="rId18"/>
    <p:sldId id="373" r:id="rId19"/>
    <p:sldId id="377" r:id="rId20"/>
    <p:sldId id="374" r:id="rId21"/>
    <p:sldId id="375" r:id="rId22"/>
    <p:sldId id="334" r:id="rId23"/>
    <p:sldId id="336" r:id="rId24"/>
    <p:sldId id="337" r:id="rId25"/>
    <p:sldId id="339" r:id="rId26"/>
    <p:sldId id="340" r:id="rId27"/>
    <p:sldId id="341" r:id="rId28"/>
    <p:sldId id="343" r:id="rId29"/>
    <p:sldId id="348" r:id="rId30"/>
    <p:sldId id="344" r:id="rId31"/>
    <p:sldId id="376" r:id="rId32"/>
    <p:sldId id="345" r:id="rId33"/>
    <p:sldId id="346" r:id="rId34"/>
    <p:sldId id="342" r:id="rId35"/>
    <p:sldId id="350" r:id="rId36"/>
    <p:sldId id="351" r:id="rId37"/>
    <p:sldId id="352" r:id="rId38"/>
    <p:sldId id="353" r:id="rId39"/>
    <p:sldId id="354" r:id="rId40"/>
    <p:sldId id="357" r:id="rId41"/>
    <p:sldId id="358" r:id="rId42"/>
    <p:sldId id="359" r:id="rId43"/>
    <p:sldId id="360" r:id="rId44"/>
    <p:sldId id="361" r:id="rId45"/>
    <p:sldId id="362" r:id="rId46"/>
    <p:sldId id="363" r:id="rId47"/>
    <p:sldId id="365" r:id="rId48"/>
  </p:sldIdLst>
  <p:sldSz cx="18059400" cy="10160000"/>
  <p:notesSz cx="18059400" cy="10160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1160" autoAdjust="0"/>
  </p:normalViewPr>
  <p:slideViewPr>
    <p:cSldViewPr>
      <p:cViewPr varScale="1">
        <p:scale>
          <a:sx n="26" d="100"/>
          <a:sy n="26" d="100"/>
        </p:scale>
        <p:origin x="1733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9T03:15:49.8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29:21.0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60 285 1328 0 0,'-39'27'2737'0'0,"37"-26"-2503"0"0,0 1 1 0 0,1 0-1 0 0,-1-1 0 0 0,1 1 0 0 0,-1 0 0 0 0,1 0 0 0 0,-1 0 0 0 0,1 0 0 0 0,0 0 0 0 0,0 0 0 0 0,0 0 0 0 0,0 1 0 0 0,1-1 0 0 0,-1 0 1 0 0,0 0-1 0 0,1 1 0 0 0,-1 2 0 0 0,19-4 168 0 0,106-7 2072 0 0,186-34-1 0 0,-166 18-2159 0 0,11-3-115 0 0,79-9-68 0 0,-72 15-45 0 0,390-36 579 0 0,-297 38-138 0 0,797-33 1677 0 0,-949 52-2133 0 0,149 21 0 0 0,-180-14-356 0 0,124-1 0 0 0,-195-8 185 0 0,0 0 0 0 0,-1 0 1 0 0,1-1-1 0 0,0 1 0 0 0,0 0 1 0 0,0 0-1 0 0,-1-1 0 0 0,1 1 1 0 0,0 0-1 0 0,0-1 0 0 0,-1 1 1 0 0,1-1-1 0 0,0 1 0 0 0,-1-1 0 0 0,1 0 1 0 0,0 1-1 0 0,-1-1 0 0 0,1 1 1 0 0,-1-1-1 0 0,1 0 0 0 0,-1 0 1 0 0,1 1-1 0 0,-1-1 0 0 0,0 0 1 0 0,1 0-1 0 0,-1 1 0 0 0,0-1 1 0 0,1 0-1 0 0,-1 0 0 0 0,0 0 1 0 0,0 0-1 0 0,0 0 0 0 0,0-1 1 0 0,0 0-478 0 0,0-1 1 0 0,1 0 0 0 0,-2 0 0 0 0,1 1-1 0 0,0-1 1 0 0,0 0 0 0 0,-1 1-1 0 0,-1-6 1 0 0,-26-41-4660 0 0,14 22 3022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1:52.9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46 1648 396 0 0,'-42'67'11592'0'0,"39"-61"-10066"0"0,8-6 97 0 0,8-5-70 0 0,27-6 76 0 0,35-27 742 0 0,-52 28-1922 0 0,-1-1 0 0 0,0-1 0 0 0,-1-1-1 0 0,0-1 1 0 0,35-30 0 0 0,-26 12-179 0 0,-1 0 0 0 0,-3-2-1 0 0,27-42 1 0 0,57-116-71 0 0,-30 48-96 0 0,-62 110-97 0 0,22-62 1 0 0,-12 26-24 0 0,-17 42 9 0 0,9-37 1 0 0,-13 40-2 0 0,1 0 0 0 0,11-24 0 0 0,23-34-19 0 0,-35 68 18 0 0,0 1 1 0 0,0 0 0 0 0,2 0 0 0 0,0 1 0 0 0,19-23-1 0 0,63-54-39 0 0,-41 43 39 0 0,-33 32 7 0 0,0 1 1 0 0,26-16-1 0 0,14-13-6 0 0,-26 19 7 0 0,0 1-1 0 0,2 2 0 0 0,0 1 0 0 0,2 1 1 0 0,0 2-1 0 0,0 1 0 0 0,2 2 0 0 0,0 2 1 0 0,73-14-1 0 0,-28 12 22 0 0,0 4 0 0 0,96 0 0 0 0,-113 6-11 0 0,-43 2 1 0 0,38 1 0 0 0,-21 4 3 0 0,118 15 64 0 0,-136-14-63 0 0,0 2 0 0 0,-1 0 0 0 0,1 1 0 0 0,-1 1 0 0 0,28 15 0 0 0,-27-10-13 0 0,-1 1 0 0 0,-1 0 1 0 0,0 2-1 0 0,-1 0 0 0 0,16 19 1 0 0,-14-15-3 0 0,27 23 1 0 0,-25-25 6 0 0,23 26 1 0 0,176 182 192 0 0,-174-176-108 0 0,-36-37-66 0 0,0-1 0 0 0,1 0 1 0 0,14 10-1 0 0,60 49 98 0 0,36 24-15 0 0,-71-58-91 0 0,17 11-4 0 0,12-1 8 0 0,-43-23 11 0 0,1-3 1 0 0,0-1-1 0 0,2-1 0 0 0,54 16 0 0 0,296 91 491 0 0,-351-111-465 0 0,85 38 112 0 0,-34-12-151 0 0,0-4 1 0 0,162 43-1 0 0,-204-70-230 0 0,87 8 1 0 0,-106-16-723 0 0,-1-1 0 0 0,1-2 1 0 0,-1-1-1 0 0,42-8 0 0 0,-56 6-872 0 0,0 0 0 0 0,0-1 1 0 0,0 0-1 0 0,19-12 0 0 0,-31 16 1493 0 0,-1 0 0 0 0,1 0 0 0 0,-1 0 0 0 0,0 0 0 0 0,0-1 0 0 0,0 1 0 0 0,1 0 0 0 0,-1-1 0 0 0,0 1 0 0 0,-1-1 0 0 0,1 1 0 0 0,0-1 0 0 0,0 1 0 0 0,-1-1 0 0 0,1 0 0 0 0,-1 1 0 0 0,1-1 0 0 0,-1 0 0 0 0,0 0 0 0 0,1 1 0 0 0,-1-1 0 0 0,0 0 0 0 0,0 0 0 0 0,0 1 0 0 0,-1-1 0 0 0,1-2 0 0 0,0-2-556 0 0,0-10-1309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4:23.7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1057 243 840 0 0,'25'-13'1985'0'0,"-14"8"-461"0"0,-1-1 0 0 0,1 0 0 0 0,19-15 0 0 0,-11 3 1382 0 0,-10 11-1895 0 0,0-1 0 0 0,-1 1-1 0 0,0-2 1 0 0,-1 1 0 0 0,0-1 0 0 0,0 0-1 0 0,8-15 1 0 0,-14 22-902 0 0,0 0 0 0 0,0 0 0 0 0,0 0 0 0 0,0-1 0 0 0,-1 1 1 0 0,1 0-1 0 0,0 0 0 0 0,-1 0 0 0 0,0-1 0 0 0,0 1 0 0 0,1 0 0 0 0,-1 0 0 0 0,-1-1 0 0 0,1 1 0 0 0,0 0 0 0 0,0 0 0 0 0,-1-1 0 0 0,1 1 0 0 0,-1 0 0 0 0,0 0 1 0 0,0 0-1 0 0,0 0 0 0 0,0 0 0 0 0,0 0 0 0 0,0 0 0 0 0,0 0 0 0 0,-1 0 0 0 0,1 0 0 0 0,-1 1 0 0 0,1-1 0 0 0,-1 0 0 0 0,0 1 0 0 0,0 0 0 0 0,1-1 0 0 0,-1 1 0 0 0,0 0 1 0 0,0 0-1 0 0,0 0 0 0 0,0 0 0 0 0,-1 0 0 0 0,1 0 0 0 0,-2 0 0 0 0,-9-2 16 0 0,1 0 0 0 0,-1 0 0 0 0,0 1 0 0 0,1 1 1 0 0,-23 0-1 0 0,-20 1-84 0 0,0 3 0 0 0,1 2 1 0 0,-1 2-1 0 0,-68 20 0 0 0,-100 23-183 0 0,217-48 116 0 0,-33 4-230 0 0,39-6 245 0 0,0-1 0 0 0,0 1 0 0 0,0 0 0 0 0,0-1-1 0 0,0 1 1 0 0,0 0 0 0 0,0-1 0 0 0,0 1 0 0 0,0 0 0 0 0,0-1-1 0 0,0 1 1 0 0,0-1 0 0 0,0 1 0 0 0,0 0 0 0 0,0-1 0 0 0,0 1-1 0 0,0 0 1 0 0,0-1 0 0 0,1 1 0 0 0,-1 0 0 0 0,0-1 0 0 0,0 1-1 0 0,0 0 1 0 0,1-1 0 0 0,-1 1 0 0 0,0 0 0 0 0,1-1 0 0 0,1 0 4 0 0,0 0 1 0 0,0 0 0 0 0,1-1 0 0 0,-1 1-1 0 0,0 1 1 0 0,1-1 0 0 0,-1 0 0 0 0,0 1-1 0 0,1-1 1 0 0,-1 1 0 0 0,1 0 0 0 0,-1-1-1 0 0,1 1 1 0 0,-1 1 0 0 0,1-1 0 0 0,-1 0-1 0 0,1 0 1 0 0,-1 1 0 0 0,5 1 0 0 0,-4 0 3 0 0,0-1 0 0 0,0 1 1 0 0,0 0-1 0 0,0 1 1 0 0,0-1-1 0 0,-1 0 0 0 0,1 1 1 0 0,-1 0-1 0 0,0-1 0 0 0,1 1 1 0 0,-1 0-1 0 0,2 5 0 0 0,5 9 9 0 0,-2 1-1 0 0,0 0 0 0 0,-1 0 0 0 0,4 25 0 0 0,-6-26-8 0 0,32 160 22 0 0,-26-115 1 0 0,3 0 0 0 0,32 94 0 0 0,-43-152-16 0 0,13 37 84 0 0,2-1 1 0 0,2-1-1 0 0,26 39 1 0 0,-40-69 7 0 0,2 0 0 0 0,-1 0 0 0 0,1-1 1 0 0,1 0-1 0 0,-1 0 0 0 0,1-1 0 0 0,0 1 0 0 0,1-2 0 0 0,0 1 1 0 0,0-1-1 0 0,1-1 0 0 0,-1 0 0 0 0,1 0 0 0 0,0-1 1 0 0,0 0-1 0 0,1-1 0 0 0,16 4 0 0 0,-20-7 12 0 0,0 0-1 0 0,-1 0 0 0 0,1 0 1 0 0,0-1-1 0 0,-1 0 0 0 0,1-1 1 0 0,-1 1-1 0 0,0-1 0 0 0,12-6 1 0 0,-14 7-47 0 0,0 0 1 0 0,-1-1-1 0 0,1 0 1 0 0,-1 0 0 0 0,0 0-1 0 0,1-1 1 0 0,-1 1-1 0 0,0-1 1 0 0,0 1-1 0 0,-1-1 1 0 0,1 0-1 0 0,0 0 1 0 0,-1 0-1 0 0,0-1 1 0 0,0 1 0 0 0,0 0-1 0 0,3-7 1 0 0,-4 3 40 0 0,0-1 0 0 0,-1 1 0 0 0,0-1 1 0 0,0 1-1 0 0,-1 0 0 0 0,1-1 0 0 0,-2 1 0 0 0,1 0 1 0 0,-1-1-1 0 0,0 1 0 0 0,0 0 0 0 0,-1 0 1 0 0,0 1-1 0 0,0-1 0 0 0,-1 1 0 0 0,-5-8 0 0 0,-3-3 32 0 0,0 0-1 0 0,-1 0 0 0 0,-1 1 1 0 0,-24-21-1 0 0,21 23-284 0 0,0 0-1 0 0,-1 1 1 0 0,0 1 0 0 0,-1 0-1 0 0,-1 2 1 0 0,0 0 0 0 0,0 1-1 0 0,0 1 1 0 0,-1 1 0 0 0,-24-5-1 0 0,22 8-781 0 0,0 1 0 0 0,0 1 0 0 0,-1 1 0 0 0,1 1 0 0 0,-45 6 0 0 0,-11 10-4602 0 0,0 4 0 0 0,-136 55 0 0 0,89-29 1230 0 0,34-12 1709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45.2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15 620 788 0 0,'-1'1'40'0'0,"0"-1"202"0"0,0 0-1 0 0,1 1 0 0 0,-1-1 0 0 0,0 0 0 0 0,0 1 0 0 0,1-1 1 0 0,-1 1-1 0 0,0-1 0 0 0,1 1 0 0 0,-1-1 0 0 0,0 1 0 0 0,1 0 1 0 0,-1-1-1 0 0,1 1 0 0 0,-1 0 0 0 0,1-1 0 0 0,0 1 0 0 0,-1 0 1 0 0,1-1-1 0 0,-1 1 0 0 0,1 4 5000 0 0,27-7-4785 0 0,-16-2-389 0 0,1 0 0 0 0,0 1 1 0 0,-1 1-1 0 0,1 0 0 0 0,21-2 1 0 0,-3 1 41 0 0,72-10 560 0 0,124 0 0 0 0,59 6 197 0 0,-208 4-767 0 0,52-4 39 0 0,96-10 31 0 0,-31 6-82 0 0,-77 7-73 0 0,39 6-6 0 0,2 1-16 0 0,393-60 31 0 0,-183 0 16 0 0,378-10 0 0 0,-134 32 8 0 0,-466 25-38 0 0,110-12 12 0 0,-85 10-22 0 0,-49 6-9 0 0,557-17-49 0 0,-4 44 286 0 0,-387-12-46 0 0,885 41 464 0 0,-681-60 602 0 0,-1-39-362 0 0,-269 24-968 0 0,95-16 101 0 0,-69 7-32 0 0,229-33-1176 0 0,-320 36-1676 0 0,-111 18-1071 0 0,58-24 0 0 0,-84 26 1437 0 0,-5-4 334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47.1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3541 276 0 0,'0'1'51'0'0,"0"-1"-1"0"0,0 0 1 0 0,0 1 0 0 0,0-1-1 0 0,0 0 1 0 0,0 1 0 0 0,1-1 0 0 0,-1 0-1 0 0,0 1 1 0 0,0-1 0 0 0,0 0-1 0 0,0 0 1 0 0,0 1 0 0 0,0-1-1 0 0,0 0 1 0 0,1 1 0 0 0,-1-1 0 0 0,0 0-1 0 0,0 0 1 0 0,0 1 0 0 0,1-1-1 0 0,-1 0 1 0 0,0 0 0 0 0,0 1-1 0 0,1-1 1 0 0,-1 0 0 0 0,0 0-1 0 0,1 0 1 0 0,-1 0 0 0 0,0 0 0 0 0,0 1-1 0 0,1-1 1 0 0,-1 0 0 0 0,0 0-1 0 0,1 0 1 0 0,-1 0 0 0 0,0 0-1 0 0,1 0 1 0 0,-1 0 0 0 0,1 0 2 0 0,-1 0-1 0 0,0 0 1 0 0,0 0 0 0 0,1 0 0 0 0,-1 0-1 0 0,0 0 1 0 0,1 0 0 0 0,-1 0 0 0 0,0 0 0 0 0,0 0-1 0 0,1 0 1 0 0,-1 1 0 0 0,0-1 0 0 0,0 0 0 0 0,1 0-1 0 0,-1 0 1 0 0,0 0 0 0 0,0 0 0 0 0,0 1-1 0 0,1-1 1 0 0,-1 0 0 0 0,0 0 0 0 0,0 0 0 0 0,0 1-1 0 0,0-1 1 0 0,1 0 0 0 0,-1 0 0 0 0,0 1 0 0 0,0-1-1 0 0,0 0 1 0 0,0 0 0 0 0,0 1 0 0 0,0-1-1 0 0,0 0 1 0 0,0 0 0 0 0,0 1 0 0 0,0-1 0 0 0,0 1-1 0 0,18 15 2967 0 0,7 1-2161 0 0,-18-10-303 0 0,0-4-324 0 0,-2 5 1665 0 0,4-4-1229 0 0,-5 1 749 0 0,11-6-547 0 0,0 0-63 0 0,-14-1-731 0 0,0-1-1 0 0,0 0 1 0 0,1 1-1 0 0,-1-1 1 0 0,1 1-1 0 0,0-1 1 0 0,0 1-1 0 0,0 0 1 0 0,0 0-1 0 0,0 0 1 0 0,4-4-1 0 0,12-12 176 0 0,-14 10-210 0 0,-4 7-36 0 0,1 0 0 0 0,-1 0 0 0 0,0 0 0 0 0,1 0-1 0 0,0 0 1 0 0,-1 0 0 0 0,1 0 0 0 0,0 0 0 0 0,-1 0 0 0 0,1 0 0 0 0,0 1-1 0 0,0-1 1 0 0,0 0 0 0 0,-1 0 0 0 0,1 1 0 0 0,2-2 0 0 0,17-17 43 0 0,-17 16-44 0 0,-1 0-1 0 0,0 1 1 0 0,1-1 0 0 0,0 0 0 0 0,-1 1 0 0 0,1 0 0 0 0,4-2 0 0 0,-6 3-4 0 0,1 0 1 0 0,-1 0 0 0 0,0-1 0 0 0,1 1-1 0 0,-1 0 1 0 0,0 0 0 0 0,0-1-1 0 0,1 1 1 0 0,-1 0 0 0 0,0-1-1 0 0,1-2 1 0 0,11-13-5 0 0,-8 12 5 0 0,0 1 0 0 0,-1-1 0 0 0,0 0 0 0 0,0 0 0 0 0,0 0 0 0 0,-1-1 0 0 0,0 1 1 0 0,0-1-1 0 0,0 0 0 0 0,-1 0 0 0 0,1 0 0 0 0,-2 0 0 0 0,3-7 0 0 0,0 3 4 0 0,0-1 1 0 0,1 1-1 0 0,8-13 1 0 0,-8 15-4 0 0,0-1 0 0 0,-1 0 0 0 0,1-1 0 0 0,4-17-1 0 0,-3 0 2 0 0,1 1-1 0 0,12-31 0 0 0,11-57-19 0 0,-25 101 16 0 0,6-15-23 0 0,-1 1 1 0 0,11-51 0 0 0,-9 36 6 0 0,-8 33 18 0 0,-1-1-1 0 0,-1-1 1 0 0,1 1 0 0 0,-2 0-1 0 0,2-12 1 0 0,-3 7 5 0 0,1 0 0 0 0,5-22 1 0 0,1-22 2 0 0,-6 41 4 0 0,6-37 0 0 0,0-17-9 0 0,8-85 3 0 0,-15-71 43 0 0,-7 166-49 0 0,4 51-6 0 0,1 0 0 0 0,1-1 0 0 0,0 1 0 0 0,1 0 0 0 0,0-1-1 0 0,2-14 1 0 0,3-4-5 0 0,-1 0-1 0 0,-2 0 0 0 0,-1-35 0 0 0,14-133-32 0 0,0 22-11 0 0,-14 120 59 0 0,10-62 0 0 0,-6 16 4 0 0,2 50 19 0 0,-1-72-1 0 0,-6-177-61 0 0,1 286 33 0 0,1 1 0 0 0,0-1-1 0 0,1 1 1 0 0,1 0-1 0 0,7-19 1 0 0,8-36-10 0 0,-14 47 15 0 0,1 0 0 0 0,2 1 0 0 0,0 0 0 0 0,1 0 0 0 0,18-31 0 0 0,-26 50-3 0 0,46-76-44 0 0,56-74 0 0 0,-77 116 34 0 0,-13 13 0 0 0,-12 20 11 0 0,0 0 1 0 0,1 0-1 0 0,-1 0 0 0 0,1 1 1 0 0,-1-1-1 0 0,1 0 1 0 0,0 1-1 0 0,3-3 0 0 0,6-5 12 0 0,-10 8-15 0 0,1 0 0 0 0,0 0 0 0 0,0 0-1 0 0,0 0 1 0 0,0 0 0 0 0,1 1 0 0 0,-1-1 0 0 0,0 1-1 0 0,1-1 1 0 0,-1 1 0 0 0,1 0 0 0 0,-1 0 0 0 0,1 0-1 0 0,-1 0 1 0 0,1 0 0 0 0,0 1 0 0 0,0-1 0 0 0,-1 1-1 0 0,1 0 1 0 0,0 0 0 0 0,0 0 0 0 0,-1 0 0 0 0,7 1-1 0 0,-4 1 7 0 0,0-1 0 0 0,1 1 0 0 0,-1 0 0 0 0,0 1 0 0 0,0-1-1 0 0,0 1 1 0 0,0 0 0 0 0,0 1 0 0 0,-1-1 0 0 0,0 1 0 0 0,1-1 0 0 0,-1 2-1 0 0,-1-1 1 0 0,1 0 0 0 0,-1 1 0 0 0,1-1 0 0 0,-1 1 0 0 0,0 0-1 0 0,-1 0 1 0 0,4 10 0 0 0,-2-8-3 0 0,-1 0 0 0 0,1-1-1 0 0,0 1 1 0 0,7 7 0 0 0,-6-8-4 0 0,-1 0 0 0 0,0 1 1 0 0,0-1-1 0 0,0 1 0 0 0,4 10 0 0 0,4 22 42 0 0,-2 1-1 0 0,-1 0 1 0 0,-3 0-1 0 0,4 78 0 0 0,-8-77 74 0 0,15 82 1 0 0,-4-43-15 0 0,17 77-2 0 0,-23-125-83 0 0,0-1 0 0 0,21 50 1 0 0,-16-49-3 0 0,-1 0 1 0 0,8 46-1 0 0,-11-36 14 0 0,17 56 0 0 0,-20-78-8 0 0,6 36 0 0 0,2 12 7 0 0,9-4-10 0 0,-11-36-23 0 0,-2 2 0 0 0,6 33 1 0 0,-12-42 3 0 0,-3-15 5 0 0,1 0 0 0 0,-1 0 0 0 0,2 0 1 0 0,-1-1-1 0 0,0 1 0 0 0,1 0 0 0 0,0-1 0 0 0,1 1 1 0 0,2 5-1 0 0,3 5 6 0 0,-1 0 1 0 0,0 0 0 0 0,6 29-1 0 0,-8-26-7 0 0,1 0 0 0 0,0-1-1 0 0,17 31 1 0 0,-17-38 3 0 0,2 1-6 0 0,0 1 0 0 0,-1 0 1 0 0,-1 0-1 0 0,0 1 1 0 0,7 27-1 0 0,-7-15 43 0 0,1-1 0 0 0,1 0 0 0 0,1 0 0 0 0,1-1 0 0 0,25 44 0 0 0,-26-51-11 0 0,-1 1 1 0 0,10 28 0 0 0,-14-32-14 0 0,1 0 0 0 0,0-1-1 0 0,1 0 1 0 0,1 0 0 0 0,10 14 0 0 0,-5-11 2 0 0,-6-10-10 0 0,-1 0 1 0 0,-1 1 0 0 0,1 0-1 0 0,5 11 1 0 0,-2-2 14 0 0,1 0 1 0 0,11 15-1 0 0,-10-16 13 0 0,0 0 0 0 0,8 18 0 0 0,-6-8 21 0 0,20 29 0 0 0,-17-30-27 0 0,15 32 0 0 0,29 45 39 0 0,-43-66-47 0 0,2-1 0 0 0,1-1 0 0 0,30 42 0 0 0,-14-11 7 0 0,-3-25-17 0 0,-17-23 3 0 0,-2 1-1 0 0,14 21 0 0 0,-16-21 13 0 0,1-1 0 0 0,0-1 0 0 0,29 28 0 0 0,-14-23-19 0 0,-21-16-15 0 0,0 0 1 0 0,-1 0-1 0 0,1 1 1 0 0,-1 0-1 0 0,0 0 1 0 0,5 6-1 0 0,-8-7-119 0 0,0 0-1 0 0,1-1 1 0 0,-1 0 0 0 0,1 1-1 0 0,0-1 1 0 0,0 0 0 0 0,0 0-1 0 0,6 4 1 0 0,-9-7 17 0 0,-1 0 0 0 0,1 0 1 0 0,0 0-1 0 0,0 0 0 0 0,0 0 1 0 0,0 0-1 0 0,-1 0 0 0 0,1 0 1 0 0,0 0-1 0 0,0 0 0 0 0,0 0 1 0 0,0 0-1 0 0,0 1 0 0 0,0-1 1 0 0,-1 0-1 0 0,1 0 0 0 0,0 0 0 0 0,0 0 1 0 0,0 0-1 0 0,0 0 0 0 0,0 0 1 0 0,0 1-1 0 0,0-1 0 0 0,0 0 1 0 0,0 0-1 0 0,0 0 0 0 0,-1 0 1 0 0,1 0-1 0 0,0 1 0 0 0,0-1 0 0 0,0 0 1 0 0,0 0-1 0 0,0 0 0 0 0,0 0 1 0 0,0 0-1 0 0,0 1 0 0 0,0-1 1 0 0,0 0-1 0 0,0 0 0 0 0,0 0 1 0 0,0 0-1 0 0,1 1 0 0 0,-1-1 1 0 0,0 0-1 0 0,0 0 0 0 0,0 0 0 0 0,0 0 1 0 0,0 0-1 0 0,0 0 0 0 0,0 1 1 0 0,0-1-1 0 0,0 0 0 0 0,0 0 1 0 0,1 0-1 0 0,-1 0 0 0 0,0 0 1 0 0,0 0-1 0 0,0 0 0 0 0,0 0 1 0 0,0 1-1 0 0,0-1 0 0 0,1 0 0 0 0,-1 0 1 0 0,0 0-1 0 0,0 0 0 0 0,0 0 1 0 0,0 0-1 0 0,1 0 0 0 0,-8 1-4061 0 0,4-1 4708 0 0,-2-8-2827 0 0,-8-8 300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49.1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1917 324 0 0,'1'1'79'0'0,"-1"-1"-1"0"0,0 1 1 0 0,0-1-1 0 0,0 1 1 0 0,0-1-1 0 0,0 1 1 0 0,1-1-1 0 0,-1 1 1 0 0,0-1-1 0 0,0 1 1 0 0,0-1-1 0 0,0 1 1 0 0,0-1-1 0 0,-1 1 1 0 0,1-1-1 0 0,0 1 1 0 0,0-1 0 0 0,0 1-1 0 0,0-1 1 0 0,0 1-1 0 0,-1-1 1 0 0,1 0-1 0 0,0 1 1 0 0,0-1-1 0 0,-1 1 1 0 0,1-1-1 0 0,0 0 1 0 0,-1 1-1 0 0,1-1 1 0 0,-1 0-1 0 0,1 1 1 0 0,0-1-1 0 0,-1 0 1 0 0,1 1-1 0 0,-1-1 1 0 0,1 0 0 0 0,-1 0-1 0 0,1 0 1 0 0,0 1-1 0 0,-1-1 1 0 0,1 0-1 0 0,-1 0 1 0 0,1 0-1 0 0,-1 0 1 0 0,1 0-1 0 0,-1 0 1 0 0,1 0-1 0 0,-1 0 1 0 0,0 0-1 0 0,1 0-29 0 0,0 0 0 0 0,-1 0 0 0 0,1 0-1 0 0,0 0 1 0 0,1 8 9850 0 0,16-14-9641 0 0,-14 4-228 0 0,-1 1 0 0 0,1-1-1 0 0,0 1 1 0 0,0 0 0 0 0,-1 0-1 0 0,1 0 1 0 0,6 0 0 0 0,-8 0-25 0 0,0 1 0 0 0,1 0 1 0 0,-1-1-1 0 0,1 1 0 0 0,-1-1 1 0 0,0 1-1 0 0,0-1 0 0 0,1 0 0 0 0,-1 0 1 0 0,0 0-1 0 0,0 1 0 0 0,0-1 1 0 0,0 0-1 0 0,2-2 0 0 0,19-12 74 0 0,-20 14-71 0 0,0 0 1 0 0,0 0-1 0 0,0-1 1 0 0,1 1-1 0 0,-1-1 1 0 0,-1 1-1 0 0,1-1 1 0 0,0 0-1 0 0,0 0 0 0 0,-1 0 1 0 0,3-2-1 0 0,15-15 45 0 0,56-32-96 0 0,-55 40 88 0 0,0-1-1 0 0,-1-1 1 0 0,0-1 0 0 0,-1-1-1 0 0,20-20 1 0 0,-36 32-41 0 0,1 1 0 0 0,0-1 1 0 0,0 1-1 0 0,0-1 0 0 0,0 1 0 0 0,1 0 0 0 0,4-2 1 0 0,-4 2-2 0 0,-1 1 0 0 0,1-1 0 0 0,-1 0 0 0 0,0 0 0 0 0,0-1 0 0 0,0 1 1 0 0,4-5-1 0 0,100-102 270 0 0,-90 93-174 0 0,0 0 0 0 0,22-15-1 0 0,-21 17-47 0 0,0-1 0 0 0,17-18 0 0 0,9-11-33 0 0,-30 32-15 0 0,-1-1-1 0 0,22-28 1 0 0,-25 28-4 0 0,0 1 0 0 0,1 0 0 0 0,0 1 0 0 0,19-15 0 0 0,-24 21 2 0 0,-1 0 0 0 0,0-1 0 0 0,0 1 0 0 0,0-1 0 0 0,-1 0 0 0 0,1 0 0 0 0,3-8 0 0 0,-3 6 5 0 0,0 0-1 0 0,0 0 1 0 0,1 1 0 0 0,10-11 0 0 0,31-30 25 0 0,-26 26 5 0 0,0 0 0 0 0,36-26 0 0 0,-4 1 26 0 0,-44 37-47 0 0,1 1 0 0 0,1 0 1 0 0,0 0-1 0 0,14-9 0 0 0,-3 4 39 0 0,29-24 0 0 0,-22 15-30 0 0,107-79 230 0 0,-32 19-10 0 0,60-26 108 0 0,-102 61-159 0 0,1 11-30 0 0,65-35 157 0 0,-56 38-147 0 0,77-35 80 0 0,-82 42-203 0 0,225-80 0 0 0,-175 67-16 0 0,245-35 578 0 0,-302 64-546 0 0,1 4-1 0 0,116-1 1 0 0,-120 12 245 0 0,73 12-1 0 0,-82-9-157 0 0,-9 1 23 0 0,-1 1 0 0 0,-1 2 0 0 0,47 21 0 0 0,3 0 74 0 0,30 15 28 0 0,12-8-28 0 0,-45-12-150 0 0,149 26 0 0 0,38-3-69 0 0,-162-28-12 0 0,149 48 0 0 0,114 57-1 0 0,-295-96-26 0 0,191 64-5 0 0,-164-42-30 0 0,-18-7 39 0 0,101 56 57 0 0,-103-53-69 0 0,35 26 23 0 0,2 2-4 0 0,-106-69-3 0 0,-2 1 1 0 0,1 0-1 0 0,-1 1 0 0 0,19 19 0 0 0,-29-26 0 0 0,0 0 0 0 0,0-1 0 0 0,0 0 0 0 0,0 1 0 0 0,0-1 0 0 0,0 0 0 0 0,6 2 1 0 0,-6-2 0 0 0,1-1 0 0 0,-1 1 1 0 0,1 0-1 0 0,-1 1 1 0 0,0-1-1 0 0,0 0 1 0 0,4 5-1 0 0,4 4 0 0 0,1 0 0 0 0,1 0 1 0 0,0-2-1 0 0,0 1 0 0 0,29 13 0 0 0,-42-23-1 0 0,16 12 17 0 0,-14-10-16 0 0,1 0 1 0 0,-1-1 0 0 0,1 1-1 0 0,-1-1 1 0 0,1 1 0 0 0,0-1-1 0 0,-1 0 1 0 0,7 2 0 0 0,-1 0-8 0 0,0 0 1 0 0,0 0 0 0 0,-1 1 0 0 0,1 0 0 0 0,7 6-1 0 0,-7-4-14 0 0,1-1-1 0 0,0-1 0 0 0,-1 1 0 0 0,1-1 0 0 0,13 3 1 0 0,82 33-5559 0 0,-95-37 6170 0 0,-18-22-17470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1.0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447 172 444 0 0,'39'-30'5038'0'0,"-3"2"-1142"0"0,-34 26-3749 0 0,-1 2-97 0 0,0 0 1 0 0,-1-1 0 0 0,1 1 0 0 0,0 0 0 0 0,-1-1 0 0 0,1 1 0 0 0,0 0 0 0 0,-1-1 0 0 0,1 1 0 0 0,-1-1 0 0 0,1 1 0 0 0,-1-1 0 0 0,1 1 0 0 0,-1-1 0 0 0,1 0 0 0 0,-1 1 0 0 0,0-1 0 0 0,1 0 0 0 0,-1 1 0 0 0,0-1 0 0 0,1 0 0 0 0,-1 1 0 0 0,0-1-1 0 0,0 0 1 0 0,0 1 0 0 0,0-2 0 0 0,8-7 1355 0 0,-7 9-1350 0 0,-1 0 0 0 0,1 0-1 0 0,-1 0 1 0 0,0 0 0 0 0,1 0 0 0 0,-1 0-1 0 0,0-1 1 0 0,1 1 0 0 0,-1 0 0 0 0,1 0-1 0 0,-1 0 1 0 0,0-1 0 0 0,0 1 0 0 0,1 0-1 0 0,-1-1 1 0 0,0 1 0 0 0,1 0 0 0 0,-1-1-1 0 0,0 1 1 0 0,0 0 0 0 0,0-1-1 0 0,1 1 1 0 0,-1 0 0 0 0,0-1 0 0 0,0 1-1 0 0,0 0 1 0 0,0-1 0 0 0,0 1 0 0 0,0-1-1 0 0,0 1 1 0 0,0-1 0 0 0,0 1 0 0 0,0 0-1 0 0,0-1 1 0 0,0 1 0 0 0,0-1 0 0 0,0 1-1 0 0,0 0 1 0 0,0-1 0 0 0,0 1 0 0 0,0-1-1 0 0,0 1 1 0 0,-1 0 0 0 0,1-1 0 0 0,0 1-1 0 0,0 0 1 0 0,-1-1 0 0 0,1 1 0 0 0,0 0-1 0 0,0-1 1 0 0,-1 1 0 0 0,-3-5 418 0 0,-1 0 1 0 0,1 1 0 0 0,-1-1 0 0 0,0 1-1 0 0,0 0 1 0 0,-1 0 0 0 0,1 1-1 0 0,-1 0 1 0 0,0 0 0 0 0,0 0 0 0 0,-12-3-1 0 0,-6 1-195 0 0,-1 0-235 0 0,0 0 0 0 0,0 2-1 0 0,0 0 1 0 0,0 2 0 0 0,-46 3 0 0 0,36 2-65 0 0,23-3 13 0 0,0 0 1 0 0,0 1-1 0 0,0 0 0 0 0,0 1 0 0 0,-12 4 0 0 0,-12 6 8 0 0,26-10 6 0 0,1 0-1 0 0,0 1 1 0 0,0-1 0 0 0,0 2-1 0 0,1-1 1 0 0,-1 1 0 0 0,1 0 0 0 0,0 1-1 0 0,-9 8 1 0 0,17-11-5 0 0,-1-1-1 0 0,1 0 1 0 0,-1 0-1 0 0,1 0 1 0 0,0 0-1 0 0,0 0 1 0 0,0 0 0 0 0,0 1-1 0 0,0-1 1 0 0,1 0-1 0 0,-1 0 1 0 0,0 0-1 0 0,1 0 1 0 0,0 0 0 0 0,-1 0-1 0 0,1 0 1 0 0,0 0-1 0 0,0 0 1 0 0,0 0-1 0 0,3 3 1 0 0,2 8-20 0 0,13 31 181 0 0,2 0 0 0 0,1-2 0 0 0,3-1 0 0 0,1-1 0 0 0,2-1 0 0 0,49 53 0 0 0,-65-76-18 0 0,-11-14-113 0 0,1 1-1 0 0,-1-1 0 0 0,1 1 1 0 0,0-1-1 0 0,0 0 1 0 0,0 0-1 0 0,0 0 1 0 0,1 0-1 0 0,3 3 0 0 0,36 20 380 0 0,-40-24-371 0 0,0 1-1 0 0,0-1 0 0 0,1 0 1 0 0,-1 0-1 0 0,0 0 0 0 0,0 0 0 0 0,1 0 1 0 0,-1 0-1 0 0,0-1 0 0 0,1 1 0 0 0,-1-1 1 0 0,1 1-1 0 0,4-1 0 0 0,-6 0-10 0 0,0 0 0 0 0,0 0 0 0 0,0 0 0 0 0,-1 0 0 0 0,1 0 0 0 0,0 0 0 0 0,0-1 0 0 0,0 1 0 0 0,0 0 0 0 0,0 0 0 0 0,0-1 0 0 0,-1 1 0 0 0,1 0 0 0 0,0-1-1 0 0,0 1 1 0 0,-1-1 0 0 0,1 1 0 0 0,0-1 0 0 0,-1 0 0 0 0,1 1 0 0 0,0-1 0 0 0,-1 0 0 0 0,1 1 0 0 0,-1-1 0 0 0,1 0 0 0 0,-1 0 0 0 0,1 1 0 0 0,-1-1 0 0 0,0 0 0 0 0,1 0 0 0 0,-1 0 0 0 0,0 0 0 0 0,0 1 0 0 0,1-1 0 0 0,-1 0 0 0 0,0-2 0 0 0,0-5 119 0 0,0 5-100 0 0,1 0-1 0 0,-1-1 0 0 0,0 1 0 0 0,-1 0 0 0 0,1-1 1 0 0,0 1-1 0 0,-1 0 0 0 0,0 0 0 0 0,0-1 1 0 0,0 1-1 0 0,0 0 0 0 0,0 0 0 0 0,0 0 0 0 0,-1 0 1 0 0,0 0-1 0 0,-2-3 0 0 0,-24-36-125 0 0,24 34-129 0 0,0 1 1 0 0,-1 0 0 0 0,1 0-1 0 0,-1 0 1 0 0,-7-6 0 0 0,-31-28-2715 0 0,2-3-4342 0 0,40 44 7054 0 0,1 0-1 0 0,0 0 1 0 0,0-1-1 0 0,0 1 1 0 0,-1 0-1 0 0,1 0 1 0 0,0-1 0 0 0,0 1-1 0 0,0 0 1 0 0,0 0-1 0 0,0-1 1 0 0,0 1-1 0 0,0 0 1 0 0,0 0 0 0 0,-1-1-1 0 0,1 1 1 0 0,0 0-1 0 0,0-1 1 0 0,0 1-1 0 0,0 0 1 0 0,0 0 0 0 0,0-1-1 0 0,1 1 1 0 0,-1 0-1 0 0,0 0 1 0 0,0-1-1 0 0,0 1 1 0 0,0 0-1 0 0,0-1 1 0 0,0 1 0 0 0,0 0-1 0 0,1 0 1 0 0,-1 0-1 0 0,0-1 1 0 0,0 1-1 0 0,0 0 1 0 0,0 0 0 0 0,1 0-1 0 0,-1-1 1 0 0,0 1-1 0 0,0 0 1 0 0,1 0-1 0 0,-1 0 1 0 0,7-4-4394 0 0,-3 3 5704 0 0,11-1-2637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1.3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0 1768 0 0,'-15'17'2292'0'0,"0"-8"205"0"0,15-1 87 0 0,-14 0 2024 0 0,14 1-4720 0 0,14-9-332 0 0,1 8-1624 0 0,0 0-1712 0 0,0 1-405 0 0,-15-1 1057 0 0</inkml:trace>
  <inkml:trace contextRef="#ctx0" brushRef="#br0" timeOffset="1">134 218 164 0 0,'0'17'2148'0'0,"0"0"452"0"0,0-9 237 0 0,0 0 131 0 0,-14 1-392 0 0,14-1 376 0 0,0-16-4868 0 0,0-1 20 0 0,14 1-592 0 0,1 0-188 0 0,-15-1 67 0 0,15-8 317 0 0,0 1 508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2.9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1748 0 0,'0'0'2096'0'0,"1"0"-1750"0"0,0 0 0 0 0,0 0 0 0 0,0 1 0 0 0,0-1 0 0 0,-1 0 0 0 0,1 0 0 0 0,0 1 0 0 0,0-1 0 0 0,0 1 0 0 0,0-1 0 0 0,-1 1 0 0 0,1-1 0 0 0,0 1 0 0 0,-1-1 0 0 0,1 1 0 0 0,0 0 0 0 0,0 0 0 0 0,-1 0-227 0 0,0 1 0 0 0,0-1 0 0 0,0 0 0 0 0,-1 0-1 0 0,1 0 1 0 0,0 0 0 0 0,-1 1 0 0 0,1-1 0 0 0,-1 0 0 0 0,1 0 0 0 0,-1 0 0 0 0,0 0 0 0 0,1 0 0 0 0,-2 1 0 0 0,1-1-86 0 0,0 0 0 0 0,1-1 0 0 0,-1 1 0 0 0,0 0 0 0 0,1 0 0 0 0,-1 0 0 0 0,1 0 0 0 0,0 0 0 0 0,-1-1 0 0 0,1 1 0 0 0,0 0-1 0 0,-1 0 1 0 0,1 0 0 0 0,0 0 0 0 0,0 0 0 0 0,0 0 0 0 0,0 0 0 0 0,0 0 0 0 0,0 0 0 0 0,0 0 0 0 0,0 0 0 0 0,0 0 0 0 0,0 0 0 0 0,1 0 0 0 0,0 2-1 0 0,5 19 943 0 0,6 41 0 0 0,-6-26-350 0 0,-1 40 639 0 0,1-48-585 0 0,1 58 0 0 0,-7-77-559 0 0,1 1 0 0 0,1 0 0 0 0,2 12 0 0 0,-1-13-39 0 0,-1 1 1 0 0,-1 0 0 0 0,1 13-1 0 0,-2 9-558 0 0,0-18-3362 0 0,-18-32-4344 0 0,8 2 5613 0 0,8-2 388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3.3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75 692 0 0,'-1'1'215'0'0,"1"0"-1"0"0,0 0 1 0 0,0 0 0 0 0,0 0-1 0 0,-1-1 1 0 0,1 1-1 0 0,0 0 1 0 0,-1 0 0 0 0,1 0-1 0 0,0-1 1 0 0,-1 1-1 0 0,1 0 1 0 0,-10 5 11135 0 0,21-4-10251 0 0,-7-1-809 0 0,0 1 0 0 0,0-1 0 0 0,0 1 0 0 0,0-1 0 0 0,1-1 0 0 0,-1 1 0 0 0,0 0 0 0 0,1-1 0 0 0,-1 0 0 0 0,6 0 1 0 0,50-8 67 0 0,-36 4-228 0 0,48-13-2330 0 0,-67 16 1346 0 0,0-1 0 0 0,0 0 0 0 0,0 0-1 0 0,0 0 1 0 0,0-1 0 0 0,-1 0 0 0 0,1 0 0 0 0,-1 0-1 0 0,0 0 1 0 0,0-1 0 0 0,0 1 0 0 0,0-1 0 0 0,-1 0 0 0 0,0 0-1 0 0,1 0 1 0 0,2-6 0 0 0,-4-7-1059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3.6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65 16 32 0 0,'-11'-7'1361'0'0,"11"6"-1045"0"0,-1 1-1 0 0,1-1 1 0 0,-1 0 0 0 0,0 1 0 0 0,1-1 0 0 0,-1 0 0 0 0,0 1 0 0 0,0-1 0 0 0,1 1 0 0 0,-1 0-1 0 0,0-1 1 0 0,0 1 0 0 0,0 0 0 0 0,0-1 0 0 0,1 1 0 0 0,-1 0 0 0 0,0 0 0 0 0,0 0 0 0 0,0 0-1 0 0,0-1 1 0 0,0 1 0 0 0,0 1 0 0 0,0-1 0 0 0,0 0 0 0 0,1 0 0 0 0,-1 0 0 0 0,0 0 0 0 0,0 1-1 0 0,0-1 1 0 0,0 0 0 0 0,0 1 0 0 0,1-1 0 0 0,-1 0 0 0 0,0 1 0 0 0,0-1 0 0 0,1 1 0 0 0,-1 0-1 0 0,0-1 1 0 0,1 1 0 0 0,-1 0 0 0 0,1-1 0 0 0,-1 1 0 0 0,0 0 0 0 0,1-1 0 0 0,0 1 0 0 0,-1 0-1 0 0,1 0 1 0 0,-1 0 0 0 0,1 0 0 0 0,-1 1 0 0 0,-2 4 103 0 0,1 0 0 0 0,-1 1 1 0 0,1-1-1 0 0,0 1 0 0 0,1-1 0 0 0,-1 1 0 0 0,1-1 0 0 0,1 1 1 0 0,-1 0-1 0 0,1 0 0 0 0,0-1 0 0 0,2 9 0 0 0,2 15 881 0 0,11 43 0 0 0,-4-26-446 0 0,-7-28-674 0 0,-4-11-129 0 0,2-1 0 0 0,-1 0 0 0 0,1 0 0 0 0,0 0 0 0 0,5 10 0 0 0,-1-2-146 0 0,0-1-1 0 0,-1 1 0 0 0,4 19 0 0 0,12 32-4468 0 0,-20-64 4060 0 0,-1 0-1 0 0,1 0 1 0 0,1 0 0 0 0,-1 0 0 0 0,0 0 0 0 0,0 0 0 0 0,1 0 0 0 0,-1 0 0 0 0,1-1 0 0 0,-1 1 0 0 0,1-1-1 0 0,0 1 1 0 0,0-1 0 0 0,0 1 0 0 0,0-1 0 0 0,-1 0 0 0 0,2 0 0 0 0,-1 0 0 0 0,0 0 0 0 0,0 0 0 0 0,0-1-1 0 0,0 1 1 0 0,1-1 0 0 0,-1 1 0 0 0,0-1 0 0 0,0 0 0 0 0,1 0 0 0 0,3 0 0 0 0,-3-1 193 0 0,-1 1 1 0 0,1-1-1 0 0,0 0 0 0 0,-1 0 1 0 0,1 0-1 0 0,-1 0 1 0 0,1 0-1 0 0,-1-1 0 0 0,4-2 1 0 0,11-17-1865 0 0,-2 3 458 0 0</inkml:trace>
  <inkml:trace contextRef="#ctx0" brushRef="#br0" timeOffset="1">377 292 1500 0 0,'11'-4'3698'0'0,"-18"12"3169"0"0,-9 13-1587 0 0,-3 16-1572 0 0,-1 3-1824 0 0,18-34-2103 0 0,0-1 0 0 0,1 1 0 0 0,0 0 0 0 0,0 0 0 0 0,0 0 0 0 0,0 8 0 0 0,2-13 6 0 0,-1 0 0 0 0,0 0 0 0 0,1 0 0 0 0,-1 0 0 0 0,1-1 0 0 0,-1 1 0 0 0,1 0 0 0 0,-1 0 0 0 0,1 0 0 0 0,0 0-1 0 0,-1 0 1 0 0,1-1 0 0 0,0 1 0 0 0,0 0 0 0 0,-1-1 0 0 0,1 1 0 0 0,0 0 0 0 0,0-1 0 0 0,0 1 0 0 0,0-1 0 0 0,0 1 0 0 0,0-1 0 0 0,0 0 0 0 0,0 1 0 0 0,0-1 0 0 0,0 0 0 0 0,0 0 0 0 0,0 0 0 0 0,0 0 0 0 0,1 0 0 0 0,2 1-608 0 0,-1-1-1 0 0,1 1 1 0 0,-1-1 0 0 0,1 0 0 0 0,0-1 0 0 0,-1 1 0 0 0,1-1 0 0 0,4-1 0 0 0,0-1 62 0 0,0 0 0 0 0,-1-1 0 0 0,0 0 0 0 0,0 0 0 0 0,0-1 0 0 0,7-5 0 0 0,15-15-1070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4.0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134 90 752 0 0,'-8'-3'1822'0'0,"-1"0"1"0"0,0 1-1 0 0,0 1 1 0 0,0-1-1 0 0,0 1 0 0 0,0 1 1 0 0,0 0-1 0 0,-1 0 0 0 0,-11 2 1 0 0,-8-1-1711 0 0,26-1-489 0 0,6 0-326 0 0,8 1-675 0 0,-1 1-1 0 0,1 0 1 0 0,19 6-1 0 0,-19-5 301 0 0,1 0-1 0 0,-1-1 1 0 0,24 3-1 0 0,-31-5 885 0 0,17 0-450 0 0,-1-1 0 0 0,25-4 0 0 0,-40 5 786 0 0,0-2-1 0 0,0 1 1 0 0,1 0-1 0 0,-1-1 0 0 0,0 0 1 0 0,-1 0-1 0 0,1-1 1 0 0,0 1-1 0 0,-1-1 1 0 0,1 0-1 0 0,-1 0 1 0 0,0-1-1 0 0,5-4 1 0 0,-4-17 2569 0 0,-4 24-2668 0 0,-1 1 1 0 0,0 0-1 0 0,1 0 1 0 0,-1 0-1 0 0,0-1 1 0 0,1 1-1 0 0,-1 0 1 0 0,0-1-1 0 0,0 1 1 0 0,1 0-1 0 0,-1 0 1 0 0,0-1-1 0 0,0 1 1 0 0,1-1-1 0 0,-1 1 1 0 0,0 0 0 0 0,0-1-1 0 0,0 1 1 0 0,0 0-1 0 0,0-1 1 0 0,0 1-1 0 0,0-1 1 0 0,0 1-1 0 0,0 0 1 0 0,0-1-1 0 0,0 1 1 0 0,0-1-1 0 0,0 1 1 0 0,0 0-1 0 0,0-1 1 0 0,0 1-1 0 0,0 0 1 0 0,0-1-1 0 0,0 1 1 0 0,0-1-1 0 0,-1 1 1 0 0,1 0-1 0 0,0-1 1 0 0,-1 0 0 0 0,-4-16 2331 0 0,5 16-2335 0 0,0 1 1 0 0,0-1-1 0 0,0 1 0 0 0,-1 0 1 0 0,1-1-1 0 0,0 1 0 0 0,0 0 1 0 0,0-1-1 0 0,-1 1 0 0 0,1 0 0 0 0,0-1 1 0 0,0 1-1 0 0,-1 0 0 0 0,1-1 1 0 0,0 1-1 0 0,0 0 0 0 0,-1 0 1 0 0,1 0-1 0 0,0-1 0 0 0,-1 1 1 0 0,1 0-1 0 0,0 0 0 0 0,-1 0 0 0 0,1 0 1 0 0,-1-1-1 0 0,1 1 0 0 0,0 0 1 0 0,-1 0-1 0 0,1 0 0 0 0,-1 0 1 0 0,1 0-1 0 0,0 0 0 0 0,-1 0 1 0 0,1 0-1 0 0,0 0 0 0 0,-1 0 0 0 0,1 0 1 0 0,-1 0-1 0 0,1 1 0 0 0,-17 2 363 0 0,16-2-270 0 0,-3 0-82 0 0,-1 1-1 0 0,1 0 1 0 0,0 0-1 0 0,0 0 1 0 0,0 0-1 0 0,0 1 1 0 0,0 0-1 0 0,0-1 0 0 0,1 2 1 0 0,-1-1-1 0 0,1 0 1 0 0,0 1-1 0 0,0-1 1 0 0,0 1-1 0 0,1 0 1 0 0,-1 0-1 0 0,1 0 1 0 0,0 0-1 0 0,0 0 1 0 0,-1 5-1 0 0,0-2-54 0 0,2-1-1 0 0,-1 1 1 0 0,1-1-1 0 0,0 1 1 0 0,0-1-1 0 0,1 1 1 0 0,-1 0-1 0 0,2-1 1 0 0,-1 1 0 0 0,1 0-1 0 0,0-1 1 0 0,0 1-1 0 0,3 8 1 0 0,-1-7-7 0 0,-3-6 3 0 0,1 1-1 0 0,0 0 1 0 0,0 0 0 0 0,0 0-1 0 0,0-1 1 0 0,0 1 0 0 0,1-1-1 0 0,-1 1 1 0 0,1-1 0 0 0,0 1-1 0 0,0-1 1 0 0,0 0 0 0 0,0 0-1 0 0,0 0 1 0 0,4 3 0 0 0,8 3-27 0 0,-7-5 20 0 0,-1 0 1 0 0,1 0-1 0 0,-1 1 0 0 0,0 0 0 0 0,0 0 1 0 0,0 0-1 0 0,0 1 0 0 0,-1 0 0 0 0,0 0 1 0 0,0 1-1 0 0,0-1 0 0 0,-1 1 0 0 0,0 0 0 0 0,0 0 1 0 0,4 9-1 0 0,-6-9 16 0 0,0-2 2 0 0,0 0 0 0 0,-1 0 0 0 0,1 1 1 0 0,-1-1-1 0 0,0 1 0 0 0,-1-1 0 0 0,1 1 1 0 0,-1 0-1 0 0,1-1 0 0 0,-2 1 0 0 0,1 0 0 0 0,0-1 1 0 0,-2 6-1 0 0,-2 3 12 0 0,2-9-7 0 0,1 1-1 0 0,-1-1 1 0 0,1 0 0 0 0,0 1 0 0 0,1-1 0 0 0,-1 9-1 0 0,0-6 26 0 0,0 1 1 0 0,0-1-1 0 0,-1 0 0 0 0,0 1 0 0 0,0-1 1 0 0,-1 0-1 0 0,1 0 0 0 0,-2 0 0 0 0,1-1 0 0 0,-5 8 1 0 0,1-3 161 0 0,-1 0 0 0 0,0-1 0 0 0,-1 1 0 0 0,0-2 0 0 0,-11 10 0 0 0,19-18-214 0 0,0 0 0 0 0,0 0 0 0 0,0 0 0 0 0,0 0 0 0 0,0 0 0 0 0,-1 0 0 0 0,1 0 1 0 0,0 0-1 0 0,-1-1 0 0 0,1 1 0 0 0,-1 0 0 0 0,1-1 0 0 0,0 1 0 0 0,-1-1 0 0 0,1 0 0 0 0,-1 1 0 0 0,0-1 0 0 0,1 0 1 0 0,-1 0-1 0 0,1 0 0 0 0,-1 0 0 0 0,1 0 0 0 0,-1-1 0 0 0,1 1 0 0 0,-1 0 0 0 0,1-1 0 0 0,-1 1 0 0 0,1-1 0 0 0,-1 1 1 0 0,1-1-1 0 0,0 0 0 0 0,-1 0 0 0 0,1 1 0 0 0,0-1 0 0 0,0 0 0 0 0,-1 0 0 0 0,-1-2 0 0 0,1-1-331 0 0,0 1-1 0 0,-1 0 0 0 0,1-1 1 0 0,1 1-1 0 0,-1-1 1 0 0,0 0-1 0 0,1 0 0 0 0,0 0 1 0 0,0 1-1 0 0,0-1 0 0 0,0 0 1 0 0,1 0-1 0 0,-1-8 1 0 0,2-12-1722 0 0,2-1 0 0 0,0 1 1 0 0,1-1-1 0 0,15-43 0 0 0,-4 18 110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4.3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1396 0 0,'2'1'2364'0'0,"-1"0"-2045"0"0,1 0 0 0 0,-1 0 0 0 0,-1 0-1 0 0,1 0 1 0 0,0 0 0 0 0,0 0-1 0 0,0 0 1 0 0,0 0 0 0 0,-1 0 0 0 0,1 0-1 0 0,0 0 1 0 0,-1 1 0 0 0,1-1-1 0 0,-1 0 1 0 0,1 0 0 0 0,-1 1 0 0 0,0-1-1 0 0,0 0 1 0 0,1 3 0 0 0,-1 32 2646 0 0,1 2-1193 0 0,3-18-1104 0 0,0-1 0 0 0,-2 1 0 0 0,1 30 0 0 0,-2-34-337 0 0,0-1 1 0 0,2 0-1 0 0,0 1 1 0 0,0-1-1 0 0,2 0 1 0 0,11 27-1 0 0,9-10-140 0 0,-24-31-190 0 0,-1 0-1 0 0,1 0 1 0 0,0 0-1 0 0,0 0 0 0 0,0 0 1 0 0,1-1-1 0 0,-1 1 1 0 0,0 0-1 0 0,0-1 1 0 0,0 1-1 0 0,1 0 0 0 0,-1-1 1 0 0,0 0-1 0 0,0 1 1 0 0,1-1-1 0 0,-1 0 1 0 0,0 0-1 0 0,1 1 1 0 0,1-1-1 0 0,36-1 13 0 0,3 1 491 0 0,-36 3-372 0 0,-1-1-1 0 0,0 1 1 0 0,1 0 0 0 0,-1 0-1 0 0,-1 0 1 0 0,1 1-1 0 0,0 0 1 0 0,5 6 0 0 0,31 22 455 0 0,24-3-2691 0 0,-43-22-740 0 0,0-1 0 0 0,1-1 0 0 0,0-1 0 0 0,0-1 0 0 0,35 0 0 0 0,-14-3 519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5.1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42 1500 0 0,'-17'23'3970'0'0,"15"-20"-3013"0"0,0 1 0 0 0,0-1 0 0 0,0 0 0 0 0,-1 0 0 0 0,1 0-1 0 0,-1-1 1 0 0,-6 6 0 0 0,9-8-920 0 0,-1 0 0 0 0,1 0 1 0 0,0 0-1 0 0,0 0 0 0 0,-1 1 0 0 0,1-1 0 0 0,0 0 0 0 0,-1 0 0 0 0,1 1 0 0 0,0-1 0 0 0,0 0 1 0 0,-1 1-1 0 0,1-1 0 0 0,0 0 0 0 0,0 0 0 0 0,0 1 0 0 0,0-1 0 0 0,-1 0 0 0 0,1 1 1 0 0,0-1-1 0 0,0 0 0 0 0,0 1 0 0 0,0-1 0 0 0,0 1 0 0 0,0-1 0 0 0,0 0 0 0 0,0 1 0 0 0,0-1 1 0 0,0 0-1 0 0,0 1 0 0 0,0-1 0 0 0,0 0 0 0 0,0 1 0 0 0,0-1 0 0 0,1 0 0 0 0,-1 1 0 0 0,0-1 1 0 0,0 0-1 0 0,0 1 0 0 0,0-1 0 0 0,1 0 0 0 0,-1 1 0 0 0,0-1 0 0 0,0 0 0 0 0,1 0 1 0 0,-1 1-1 0 0,0-1 0 0 0,0 0 0 0 0,1 0 0 0 0,-1 1 0 0 0,0-1 0 0 0,1 0 0 0 0,-1 0 0 0 0,0 0 1 0 0,1 0-1 0 0,-1 0 0 0 0,0 0 0 0 0,1 1 0 0 0,-1-1 0 0 0,1 0 0 0 0,0 0 0 0 0,22 7 491 0 0,15-6 79 0 0,43 5-1 0 0,53 5 1231 0 0,-72-3-803 0 0,0-2 0 0 0,1-4-1 0 0,110-9 1 0 0,-59-2-601 0 0,-56 5-294 0 0,79 5 0 0 0,-44 1 155 0 0,338-17 1453 0 0,75-12-814 0 0,-315 19-832 0 0,-144 6-108 0 0,82-14 0 0 0,-52-7-39 0 0,-71 22 36 0 0,-6 1 8 0 0,1 0 0 0 0,-1 0 0 0 0,0 0 0 0 0,1 0-1 0 0,-1 0 1 0 0,0 0 0 0 0,1 0 0 0 0,-1 0-1 0 0,0 0 1 0 0,1 0 0 0 0,-1 0 0 0 0,0 0-1 0 0,1 0 1 0 0,-1-1 0 0 0,0 1 0 0 0,1 0-1 0 0,-1 0 1 0 0,0 0 0 0 0,0 0 0 0 0,1-1-1 0 0,-1 1 1 0 0,0 0 0 0 0,0 0 0 0 0,0-1 0 0 0,1 1-1 0 0,-1 0 1 0 0,0 0 0 0 0,0-1 0 0 0,0 1-1 0 0,0 0 1 0 0,1-1 0 0 0,-1 1 0 0 0,0 0-1 0 0,0-1 1 0 0,0 1 0 0 0,0 0 0 0 0,0-1-1 0 0,0 0-181 0 0,-2-6-2036 0 0,-23-3-1489 0 0,22 8 2711 0 0,-1 0-1 0 0,1 1 1 0 0,0 0 0 0 0,-1-1 0 0 0,1 1 0 0 0,-1 0 0 0 0,1 1 0 0 0,-1-1 0 0 0,1 1 0 0 0,-1-1 0 0 0,-6 1 0 0 0,-19-3-4182 0 0,14 1 3108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5.4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176 42 1400 0 0,'-6'-2'1044'0'0,"-2"-1"0"0"0,1 1-1 0 0,0 0 1 0 0,0 1 0 0 0,-1 0 0 0 0,1 0-1 0 0,-14 0 1 0 0,-12-1 2272 0 0,22 0-2303 0 0,3 2-287 0 0,1-1-1 0 0,0 0 0 0 0,0-1 1 0 0,-1 0-1 0 0,1 0 1 0 0,-10-5-1 0 0,21 8-637 0 0,0-1 0 0 0,0 0 0 0 0,1 0 0 0 0,-1 0 1 0 0,0-1-1 0 0,0 1 0 0 0,0-1 0 0 0,7-2 0 0 0,17-3-23 0 0,-8 7-28 0 0,-1 1 0 0 0,0 0 0 0 0,0 1 0 0 0,0 1 0 0 0,-1 1 0 0 0,1 1 0 0 0,29 13-1 0 0,-6 2 561 0 0,75 50-1 0 0,-109-65-461 0 0,-1 1 1 0 0,1 0 0 0 0,-1 0 0 0 0,-1 0-1 0 0,11 16 1 0 0,4 4 262 0 0,-18-24-321 0 0,0-1-1 0 0,0 1 1 0 0,-1 0-1 0 0,1 0 0 0 0,-1 0 1 0 0,0 1-1 0 0,0-1 0 0 0,0 0 1 0 0,-1 1-1 0 0,1 0 1 0 0,-1-1-1 0 0,0 1 0 0 0,0 0 1 0 0,0-1-1 0 0,0 1 0 0 0,-1 0 1 0 0,0 0-1 0 0,1 0 1 0 0,-2 6-1 0 0,-3 1 123 0 0,0-1 1 0 0,-1 0-1 0 0,0 0 0 0 0,-1 0 1 0 0,0-1-1 0 0,0 0 1 0 0,-1 0-1 0 0,0 0 0 0 0,-1-1 1 0 0,0 0-1 0 0,-9 7 1 0 0,-1 3-8 0 0,-18 13-767 0 0,-1-2 0 0 0,-1-2 0 0 0,-45 25 0 0 0,-21 15-8329 0 0,91-59 7133 0 0,10-7 1223 0 0,1-1 0 0 0,0 1 0 0 0,0 0-1 0 0,0 1 1 0 0,0-1 0 0 0,0 0 0 0 0,0 0 0 0 0,0 1-1 0 0,0-1 1 0 0,1 1 0 0 0,-1 0 0 0 0,0 0-1 0 0,1-1 1 0 0,0 1 0 0 0,-3 4 0 0 0,7-6-2062 0 0,9-7 582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6.2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11 284 0 0,'0'0'3618'0'0,"1"-1"-3508"0"0,-1 1 1 0 0,0 0-1 0 0,0 0 0 0 0,0 0 1 0 0,0-1-1 0 0,0 1 1 0 0,0 0-1 0 0,0 0 1 0 0,0 0-1 0 0,0-1 0 0 0,0 1 1 0 0,0 0-1 0 0,0 0 1 0 0,0-1-1 0 0,0 1 0 0 0,0 0 1 0 0,0 0-1 0 0,0 0 1 0 0,0-1-1 0 0,0 1 1 0 0,0 0-1 0 0,0 0 0 0 0,-1 0 1 0 0,1-1-1 0 0,0 1 1 0 0,0 0-1 0 0,0 0 1 0 0,0 0-1 0 0,0 0 0 0 0,-1-1 1 0 0,1 1-1 0 0,0 0 1 0 0,0 0-1 0 0,0 0 1 0 0,0 0-1 0 0,-1 0 0 0 0,-6-3 2472 0 0,10 8 1427 0 0,3 8-2536 0 0,-5-12-1416 0 0,-1 0 0 0 0,0 0 0 0 0,0 0 0 0 0,0 0-1 0 0,0 0 1 0 0,1 0 0 0 0,-1 0 0 0 0,0 0 0 0 0,1 0 0 0 0,-1 0-1 0 0,1 0 1 0 0,-1 0 0 0 0,1 0 0 0 0,0 0 0 0 0,0 1-1 0 0,5 7 326 0 0,26 107 3483 0 0,-28-104-3413 0 0,-1 1 1 0 0,-1-1-1 0 0,0 1 0 0 0,0 22 0 0 0,2 14 680 0 0,3 11 721 0 0,-1 80 1 0 0,-7-99-1271 0 0,0-23-365 0 0,1-1-1 0 0,0 0 1 0 0,4 24-1 0 0,1-16-36 0 0,-4-16-136 0 0,0 0 1 0 0,1 0-1 0 0,0-1 0 0 0,1 1 1 0 0,0 0-1 0 0,8 14 0 0 0,21 60-354 0 0,-31-81 239 0 0,0-1-122 0 0,-1 1 0 0 0,1 0-1 0 0,0-1 1 0 0,0 1 0 0 0,0-1-1 0 0,0 1 1 0 0,0-1 0 0 0,0 1-1 0 0,1-1 1 0 0,-1 0 0 0 0,0 0-1 0 0,1 1 1 0 0,-1-1 0 0 0,1 0-1 0 0,-1 0 1 0 0,1-1-1 0 0,2 2 1 0 0,-4-2 48 0 0,0 0-1 0 0,0 0 1 0 0,0 0 0 0 0,0-1-1 0 0,1 1 1 0 0,-1 0-1 0 0,0 0 1 0 0,0 0 0 0 0,0-1-1 0 0,0 1 1 0 0,0 0 0 0 0,0 0-1 0 0,0-1 1 0 0,0 1-1 0 0,0 0 1 0 0,0 0 0 0 0,0-1-1 0 0,0 1 1 0 0,0 0 0 0 0,0 0-1 0 0,0-1 1 0 0,0 1-1 0 0,0 0 1 0 0,0 0 0 0 0,0 0-1 0 0,0-1 1 0 0,0 1 0 0 0,0 0-1 0 0,0 0 1 0 0,0-1-1 0 0,0 1 1 0 0,-1 0 0 0 0,1 0-1 0 0,0 0 1 0 0,0-1-1 0 0,0 1 1 0 0,0 0 0 0 0,0 0-1 0 0,-1 0 1 0 0,1 0 0 0 0,0 0-1 0 0,0-1 1 0 0,0 1-1 0 0,-1 0 1 0 0,1 0 0 0 0,-1 0-1 0 0,-6-9-2436 0 0,5 4 1304 0 0,1-1 1 0 0,0 1 0 0 0,0-1-1 0 0,0 1 1 0 0,1-1 0 0 0,0 1-1 0 0,0-1 1 0 0,2-10 0 0 0,-1-8-1176 0 0,-1-8 293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6.5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117 168 268 0 0,'-5'-2'819'0'0,"0"0"0"0"0,0 0 0 0 0,0 0 0 0 0,0 1 0 0 0,0 0 0 0 0,-10-1 0 0 0,-15-4 5136 0 0,-12-8 1767 0 0,57-4-3828 0 0,-11 15-3739 0 0,0 1-1 0 0,0 0 1 0 0,0-1-1 0 0,0 1 1 0 0,0 1-1 0 0,0-1 1 0 0,0 0-1 0 0,1 1 1 0 0,-1 0 0 0 0,8-1-1 0 0,7-2 194 0 0,98-22 638 0 0,-38 10-790 0 0,-49 10-707 0 0,1 1 0 0 0,37-1-1 0 0,-46 1-1007 0 0,-6 1-2523 0 0,-7-20-14905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6.9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 33 568 0 0,'-5'-6'682'0'0,"3"3"615"0"0,-1 0 1 0 0,0 0-1 0 0,0 0 0 0 0,0 0 0 0 0,0 1 0 0 0,0-1 0 0 0,-4-1 0 0 0,6 3-1025 0 0,0 1 1 0 0,0 0-1 0 0,0-1 1 0 0,0 1-1 0 0,0 0 1 0 0,0 0 0 0 0,0 0-1 0 0,0 0 1 0 0,0 0-1 0 0,0 0 1 0 0,0 0-1 0 0,0 0 1 0 0,0 1-1 0 0,0-1 1 0 0,0 0-1 0 0,0 0 1 0 0,0 1-1 0 0,1-1 1 0 0,-1 1 0 0 0,0-1-1 0 0,0 1 1 0 0,0-1-1 0 0,0 1 1 0 0,1-1-1 0 0,-1 1 1 0 0,0 0-1 0 0,0 0 1 0 0,1-1-1 0 0,-1 1 1 0 0,1 0-1 0 0,-1 0 1 0 0,1 0-1 0 0,-1-1 1 0 0,1 1 0 0 0,-1 0-1 0 0,1 1 1 0 0,-3 4 142 0 0,0-1-1 0 0,1 1 1 0 0,0 0 0 0 0,0 0 0 0 0,1 0 0 0 0,-1 0 0 0 0,1 0 0 0 0,1 0 0 0 0,-1 0-1 0 0,1 10 1 0 0,10 69 1851 0 0,-6-62-1484 0 0,1 37 1 0 0,-4-45-595 0 0,1 1-1 0 0,0-1 1 0 0,9 27 0 0 0,0 9-8 0 0,-8-33-148 0 0,-2-9-56 0 0,0 0 0 0 0,1-1 1 0 0,0 1-1 0 0,7 15 0 0 0,5 21-783 0 0,-13-38 237 0 0,1 0 0 0 0,0-1 0 0 0,0 1 0 0 0,1-1 0 0 0,-1 0 0 0 0,1 1 0 0 0,1-1 0 0 0,-1 0 0 0 0,5 6 0 0 0,4 2-3478 0 0,-12-13 3571 0 0,1 1-1 0 0,0-1 1 0 0,0 1 0 0 0,0-1 0 0 0,0 0 0 0 0,0 1 0 0 0,0-1 0 0 0,0 0 0 0 0,0 0 0 0 0,0 0 0 0 0,0 0 0 0 0,1 0-1 0 0,-1 0 1 0 0,1 0 0 0 0,-1 0 0 0 0,0 0 0 0 0,1-1 0 0 0,0 1 0 0 0,-1-1 0 0 0,1 1 0 0 0,-1-1 0 0 0,1 0-1 0 0,-1 1 1 0 0,1-1 0 0 0,0 0 0 0 0,-1 0 0 0 0,1 0 0 0 0,0 0 0 0 0,-1 0 0 0 0,1-1 0 0 0,0 1 0 0 0,-1 0-1 0 0,3-2 1 0 0,11-5-2199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7.2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36 226 1268 0 0,'-15'0'7926'0'0,"11"0"-4425"0"0,-5-1-839 0 0,49-30-630 0 0,-23 20-1794 0 0,0-1 0 0 0,0 0-1 0 0,21-23 1 0 0,-31 28-167 0 0,-1-1 0 0 0,0 0 0 0 0,-1 0 0 0 0,0-1 0 0 0,0 0 0 0 0,5-14 0 0 0,-9 21-34 0 0,-1 1 15 0 0,1 0 0 0 0,-1 0 0 0 0,0-1 0 0 0,0 1 0 0 0,0 0-1 0 0,0-1 1 0 0,0 1 0 0 0,0 0 0 0 0,0 0 0 0 0,-1-1 0 0 0,1 1 0 0 0,0 0 0 0 0,-1 0 0 0 0,1-1 0 0 0,-1 1 0 0 0,1 0 0 0 0,-1 0 0 0 0,0 0 0 0 0,1 0 0 0 0,-1 0 0 0 0,0 0 0 0 0,0 0 0 0 0,0 0 0 0 0,1 0 0 0 0,-1 0 0 0 0,0 0 0 0 0,0 0-1 0 0,-1 1 1 0 0,-1-2 0 0 0,0 0 117 0 0,1 0-1 0 0,-1 0 0 0 0,-1 0 0 0 0,1 1 0 0 0,0 0 1 0 0,0-1-1 0 0,0 1 0 0 0,-1 0 0 0 0,1 1 1 0 0,-7-2-1 0 0,5 2-125 0 0,0 1-1 0 0,0-1 1 0 0,0 1 0 0 0,0 0 0 0 0,0 0 0 0 0,0 1 0 0 0,0-1-1 0 0,1 1 1 0 0,-1 0 0 0 0,1 1 0 0 0,-1-1 0 0 0,1 1 0 0 0,0 0 0 0 0,0 0-1 0 0,0 0 1 0 0,0 0 0 0 0,0 1 0 0 0,1-1 0 0 0,0 1 0 0 0,-1 0-1 0 0,1 0 1 0 0,1 0 0 0 0,-1 1 0 0 0,1-1 0 0 0,-1 1 0 0 0,1-1 0 0 0,-1 6-1 0 0,0-1-46 0 0,0 1-1 0 0,0 0 0 0 0,1 0 0 0 0,0 0 0 0 0,1 1 0 0 0,0-1 0 0 0,1 0 0 0 0,0 0 0 0 0,1 1 0 0 0,0-1 1 0 0,0 0-1 0 0,4 13 0 0 0,-1-11-11 0 0,-4-8-1 0 0,1 1 1 0 0,0-1-1 0 0,1 1 0 0 0,-1-1 1 0 0,1 0-1 0 0,0 1 1 0 0,0-1-1 0 0,0 0 0 0 0,0 0 1 0 0,1 0-1 0 0,0-1 0 0 0,-1 1 1 0 0,1-1-1 0 0,1 1 0 0 0,-1-1 1 0 0,5 3-1 0 0,-2-2-369 0 0,0-1 0 0 0,0 0 0 0 0,1-1-1 0 0,-1 0 1 0 0,1 0 0 0 0,0 0 0 0 0,-1-1 0 0 0,1 0 0 0 0,0 0-1 0 0,0 0 1 0 0,0-1 0 0 0,13-1 0 0 0,-9-1-1122 0 0,0-1 1 0 0,0 0-1 0 0,-1 0 0 0 0,1-1 0 0 0,-1 0 1 0 0,20-11-1 0 0,25-12-3033 0 0,-38 10 2764 0 0</inkml:trace>
  <inkml:trace contextRef="#ctx0" brushRef="#br0" timeOffset="1">408 184 284 0 0,'1'0'504'0'0,"1"0"-1"0"0,0 0 0 0 0,-1 0 1 0 0,1 0-1 0 0,0 0 1 0 0,-1 0-1 0 0,1 0 1 0 0,0 0-1 0 0,-1 1 1 0 0,1-1-1 0 0,0 1 1 0 0,-1-1-1 0 0,1 1 1 0 0,-1 0-1 0 0,1-1 1 0 0,-1 1-1 0 0,1 0 1 0 0,-1 0-1 0 0,0 0 1 0 0,1 0-1 0 0,-1 0 1 0 0,0 0-1 0 0,0 1 1 0 0,2 1-1 0 0,-2 2 221 0 0,1-1 0 0 0,-1 1 1 0 0,0 0-1 0 0,-1 0 0 0 0,1 0 0 0 0,-1 0 0 0 0,-1 9 1 0 0,1-9-702 0 0,0 10 442 0 0,1 0 0 0 0,0-1-1 0 0,1 1 1 0 0,7 25-1 0 0,-4 2-599 0 0,4-26-599 0 0,-7-12 142 0 0,1 0 0 0 0,-1 0 0 0 0,0 0 1 0 0,0 0-1 0 0,0 0 0 0 0,-1 0 0 0 0,1 1 0 0 0,0 4 0 0 0,-2-8 465 0 0,0-1-1 0 0,0 0 1 0 0,0 1-1 0 0,0-1 1 0 0,0 1-1 0 0,0-1 1 0 0,0 0-1 0 0,0 1 1 0 0,1-1-1 0 0,-1 1 1 0 0,0-1-1 0 0,0 0 1 0 0,0 1-1 0 0,0-1 1 0 0,1 0-1 0 0,-1 1 1 0 0,0-1-1 0 0,0 0 1 0 0,1 0-1 0 0,-1 1 1 0 0,0-1-1 0 0,1 0 1 0 0,-1 1-1 0 0,0-1 1 0 0,1 0-1 0 0,-1 0 1 0 0,0 0-1 0 0,1 0 1 0 0,-1 1-1 0 0,1-1 1 0 0,-1 0-1 0 0,0 0 1 0 0,1 0-1 0 0,-1 0 1 0 0,1 0-1 0 0,-1 0 1 0 0,0 0-1 0 0,1 0 1 0 0,-1 0-1 0 0,1 0 1 0 0,-1 0-1 0 0,0 0 1 0 0,1 0-1 0 0,-1 0 1 0 0,1-1-1 0 0,-1 1 1 0 0,1 0-1 0 0,20-9-5371 0 0,3 1 3379 0 0</inkml:trace>
  <inkml:trace contextRef="#ctx0" brushRef="#br0" timeOffset="2">690 101 1228 0 0,'0'-17'2344'0'0,"-14"9"217"0"0,-1 8 2519 0 0,0 0-3524 0 0,0 0-992 0 0,15 8-696 0 0,0 0-1424 0 0,0 1 284 0 0,15-1-288 0 0,0 0-296 0 0,14 1-73 0 0,1-1 125 0 0,0 0 204 0 0,15 1 304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7.5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211 107 220 0 0,'36'-6'2801'0'0,"-35"5"-2653"0"0,0 1-1 0 0,0 0 1 0 0,0 0 0 0 0,1-1 0 0 0,-1 1 0 0 0,0-1 0 0 0,0 1-1 0 0,0-1 1 0 0,0 1 0 0 0,0-1 0 0 0,0 0 0 0 0,0 0 0 0 0,0 1 0 0 0,0-1-1 0 0,0 0 1 0 0,0 0 0 0 0,0 0 0 0 0,-1 0 0 0 0,1 0 0 0 0,0 0-1 0 0,-1 0 1 0 0,1 0 0 0 0,-1 0 0 0 0,1 0 0 0 0,0-2 0 0 0,-1 0 75 0 0,-1-1 0 0 0,1 1 0 0 0,0-1 0 0 0,-1 1 0 0 0,0 0 0 0 0,0-1 0 0 0,0 1 0 0 0,0 0 0 0 0,0 0 0 0 0,-1 0 0 0 0,1 0 0 0 0,-1 0 0 0 0,0 0 0 0 0,0 0 0 0 0,0 0 1 0 0,0 1-1 0 0,-1-1 0 0 0,1 1 0 0 0,-1 0 0 0 0,1-1 0 0 0,-1 1 0 0 0,0 0 0 0 0,0 1 0 0 0,0-1 0 0 0,0 0 0 0 0,0 1 0 0 0,0 0 0 0 0,-1 0 0 0 0,1 0 0 0 0,0 0 0 0 0,0 0 0 0 0,-1 1 0 0 0,1-1 1 0 0,-1 1-1 0 0,-3 0 0 0 0,3 0-196 0 0,1 0-1 0 0,0 0 1 0 0,-1 0 0 0 0,1 1 0 0 0,0-1 0 0 0,-1 1 0 0 0,1 0 0 0 0,0 0 0 0 0,0 0 0 0 0,0 0 0 0 0,0 1-1 0 0,0-1 1 0 0,0 1 0 0 0,0 0 0 0 0,0 0 0 0 0,1 0 0 0 0,-1 0 0 0 0,1 0 0 0 0,-1 1 0 0 0,1-1 0 0 0,0 1 0 0 0,0-1-1 0 0,0 1 1 0 0,0 0 0 0 0,0 0 0 0 0,1 0 0 0 0,-1 0 0 0 0,1 0 0 0 0,0 0 0 0 0,0 0 0 0 0,0 1 0 0 0,0-1-1 0 0,1 0 1 0 0,-1 1 0 0 0,1-1 0 0 0,0 5 0 0 0,0 16-20 0 0,-1-6 3 0 0,1 1 1 0 0,1-1-1 0 0,0 1 1 0 0,2-1-1 0 0,8 34 0 0 0,3-16 374 0 0,1-1-1 0 0,28 46 0 0 0,-34-62 118 0 0,0 0-1 0 0,-1 0 1 0 0,10 38 0 0 0,-16-47-171 0 0,0-1 0 0 0,-1 1 0 0 0,-1-1 0 0 0,0 1 0 0 0,-1 14 0 0 0,0 6 867 0 0,0-27-1128 0 0,1 0 0 0 0,-1 0 0 0 0,0 0 0 0 0,0 0 0 0 0,0 0 0 0 0,0-1 0 0 0,0 1 0 0 0,-1 0 0 0 0,1-1 0 0 0,-1 1 0 0 0,0-1 0 0 0,0 1 0 0 0,0-1-1 0 0,0 0 1 0 0,0 0 0 0 0,0 0 0 0 0,0 0 0 0 0,-1 0 0 0 0,1 0 0 0 0,-1-1 0 0 0,0 1 0 0 0,1-1 0 0 0,-1 0 0 0 0,0 0 0 0 0,-3 1 0 0 0,-4 2-245 0 0,0-1 0 0 0,0 0 0 0 0,0-1 0 0 0,0 0 0 0 0,-1 0 0 0 0,-14 0 0 0 0,18-3-233 0 0,-1 1 1 0 0,1-1-1 0 0,-1-1 0 0 0,1 1 1 0 0,0-1-1 0 0,-11-4 0 0 0,16 5 209 0 0,0 1 0 0 0,0-1-1 0 0,0 0 1 0 0,-1 0-1 0 0,1-1 1 0 0,0 1 0 0 0,0 0-1 0 0,0-1 1 0 0,1 1-1 0 0,-1-1 1 0 0,0 1 0 0 0,1-1-1 0 0,-1 0 1 0 0,1 0 0 0 0,-1 0-1 0 0,1 0 1 0 0,0 0-1 0 0,0 0 1 0 0,-1 0 0 0 0,2 0-1 0 0,-1 0 1 0 0,0 0-1 0 0,0-1 1 0 0,1 1 0 0 0,-1-4-1 0 0,0-17-1473 0 0,0 16 1221 0 0,1 1-1 0 0,-1-1 0 0 0,1 1 1 0 0,1-1-1 0 0,-1 1 0 0 0,1-1 1 0 0,0 1-1 0 0,4-10 0 0 0,37-68-3793 0 0,-35 71 3617 0 0,0 0 0 0 0,2 0 0 0 0,13-17 0 0 0,2-3-300 0 0,9-24-383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7.9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0 301 228 0 0,'22'-35'1657'0'0,"-8"13"724"0"0,-1-1 1 0 0,13-30-1 0 0,-6 15 1932 0 0,-17 34-3568 0 0,0-1 0 0 0,0 0 0 0 0,0 0-1 0 0,-1 0 1 0 0,0 0 0 0 0,0-1 0 0 0,0 1-1 0 0,-1 0 1 0 0,1-1 0 0 0,-1-5 0 0 0,-1 9 107 0 0,0 12 428 0 0,1 19-770 0 0,2-1-1 0 0,6 31 1 0 0,-4-9-225 0 0,-4-37-188 0 0,0 0-1 0 0,1 0 1 0 0,6 25-1 0 0,3 14 129 0 0,-9-39-134 0 0,1-1 0 0 0,0 1-1 0 0,8 21 1 0 0,-6-22-38 0 0,1 0 0 0 0,-2 1-1 0 0,0-1 1 0 0,0 1 0 0 0,3 26 0 0 0,-4-22-48 0 0,6-14-25 0 0,-8-3 17 0 0,1-1 0 0 0,-1 0 0 0 0,0 1 0 0 0,1-1 0 0 0,-1 0 0 0 0,0 0 0 0 0,0 0 0 0 0,0 0 0 0 0,1 0 0 0 0,-1 0 0 0 0,-1-1 0 0 0,1 1 0 0 0,0 0 0 0 0,0 0 0 0 0,0-1 0 0 0,-1 1-1 0 0,2-2 1 0 0,5-12-34 0 0,2 1-1 0 0,-1 0 1 0 0,2 0-1 0 0,0 1 0 0 0,0 0 1 0 0,23-20-1 0 0,-33 32 36 0 0,1 0 1 0 0,0 1-1 0 0,-1-1 0 0 0,1 0 1 0 0,0 1-1 0 0,0-1 1 0 0,-1 1-1 0 0,1-1 0 0 0,0 1 1 0 0,0-1-1 0 0,0 1 0 0 0,0 0 1 0 0,0-1-1 0 0,0 1 0 0 0,0 0 1 0 0,-1 0-1 0 0,1 0 0 0 0,0-1 1 0 0,0 1-1 0 0,0 0 0 0 0,0 0 1 0 0,0 0-1 0 0,0 1 1 0 0,0-1-1 0 0,0 0 0 0 0,0 0 1 0 0,0 0-1 0 0,0 1 0 0 0,0-1 1 0 0,0 1-1 0 0,0-1 0 0 0,-1 0 1 0 0,1 1-1 0 0,0 0 0 0 0,1 0 1 0 0,0 1-70 0 0,-1 0 0 0 0,0 0 1 0 0,0 0-1 0 0,0 0 1 0 0,0 0-1 0 0,0 0 0 0 0,0 0 1 0 0,0 0-1 0 0,0 0 0 0 0,-1 1 1 0 0,1-1-1 0 0,-1 0 1 0 0,0 0-1 0 0,0 5 0 0 0,4 6-2748 0 0,-3-13 2308 0 0,0 1 1 0 0,-1-1-1 0 0,1 1 1 0 0,0-1-1 0 0,0 0 0 0 0,-1 1 1 0 0,1-1-1 0 0,0 0 1 0 0,0 0-1 0 0,-1 1 1 0 0,1-1-1 0 0,0 0 1 0 0,0 0-1 0 0,0 0 0 0 0,-1 0 1 0 0,1 0-1 0 0,0 0 1 0 0,0 0-1 0 0,0 0 1 0 0,-1 0-1 0 0,2-1 0 0 0,22-11-8775 0 0,-10-3 9926 0 0,1-9-2562 0 0</inkml:trace>
  <inkml:trace contextRef="#ctx0" brushRef="#br0" timeOffset="1">625 41 192 0 0,'0'-24'2721'0'0,"0"8"6626"0"0,-6 26-5512 0 0,0-2-2600 0 0,4 0-979 0 0,1-1 1 0 0,0 1-1 0 0,0 0 1 0 0,1 0-1 0 0,0-1 1 0 0,0 1 0 0 0,1 0-1 0 0,0 0 1 0 0,0-1-1 0 0,1 1 1 0 0,3 9-1 0 0,0 5 186 0 0,27 104 951 0 0,-20-88-1309 0 0,2-1 0 0 0,32 61 0 0 0,-11-31-1773 0 0,-13-41-139 0 0,-20-22 1256 0 0,0-1 0 0 0,0 0 1 0 0,0 0-1 0 0,0 1 1 0 0,1-1-1 0 0,-1-1 0 0 0,1 1 1 0 0,5 4-1 0 0,-4-4-50 0 0,13 19-6140 0 0,-14-22 3897 0 0,-3-7 537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08.3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60 101 2408 0 0,'-15'-17'3665'0'0,"0"9"463"0"0,0 8 232 0 0,0 0 93 0 0,15-9 1327 0 0,15 9-5436 0 0,15 0-460 0 0,-1 0-616 0 0,16-8-820 0 0,-15 8-1076 0 0,14-9-952 0 0,1 1-417 0 0,-15 0-3 0 0,14-1 383 0 0,-14 1 709 0 0,0-9 1028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4.1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1 224 0 0,'0'32'9869'0'0,"17"-16"-8136"0"0,-10-13-1389 0 0,-1-1 1 0 0,1 0-1 0 0,0-1 1 0 0,-1 0-1 0 0,1 0 1 0 0,0 0 0 0 0,0-1-1 0 0,8-1 1 0 0,-12 1 700 0 0,14 0-308 0 0,-16 0-719 0 0,1 1 0 0 0,-1-1 0 0 0,0 0 0 0 0,0 1 0 0 0,0-1 0 0 0,0 0 0 0 0,0 1 0 0 0,0 0 0 0 0,0-1 0 0 0,0 1 0 0 0,0-1 0 0 0,-1 1 0 0 0,1 0 0 0 0,1 1 0 0 0,7 5 158 0 0,-9-7-159 0 0,1 0-1 0 0,-1 0 1 0 0,0 1-1 0 0,1-1 1 0 0,-1 0 0 0 0,0 1-1 0 0,0-1 1 0 0,1 1-1 0 0,-1-1 1 0 0,0 0-1 0 0,0 1 1 0 0,0-1 0 0 0,0 0-1 0 0,1 1 1 0 0,-1-1-1 0 0,0 1 1 0 0,0-1 0 0 0,0 1-1 0 0,0-1 1 0 0,0 0-1 0 0,0 1 1 0 0,0-1 0 0 0,0 1-1 0 0,0 0 1 0 0,1 7 159 0 0,0-7-143 0 0,0 0-1 0 0,1 0 0 0 0,-1 0 1 0 0,0 1-1 0 0,-1-1 1 0 0,1 0-1 0 0,0 1 0 0 0,0-1 1 0 0,0 1-1 0 0,-1-1 0 0 0,1 1 1 0 0,-1-1-1 0 0,1 1 0 0 0,-1 0 1 0 0,0-1-1 0 0,0 1 1 0 0,1-1-1 0 0,-1 1 0 0 0,-1 3 1 0 0,14 5 135 0 0,-12-8-156 0 0,1 0 1 0 0,0 0 0 0 0,0 0 0 0 0,0-1 0 0 0,0 1-1 0 0,0 0 1 0 0,0-1 0 0 0,0 1 0 0 0,0-1-1 0 0,1 0 1 0 0,-1 0 0 0 0,0 0 0 0 0,1 0 0 0 0,-1 0-1 0 0,1 0 1 0 0,-1 0 0 0 0,1-1 0 0 0,3 1-1 0 0,26 7 82 0 0,-13-8-58 0 0,-12-1-28 0 0,-1 1 0 0 0,0-1 1 0 0,0 2-1 0 0,0-1 0 0 0,0 1 0 0 0,1 0 1 0 0,-1 0-1 0 0,0 0 0 0 0,6 3 0 0 0,-12-4-3 0 0,1 1 0 0 0,0-1-1 0 0,0 1 1 0 0,0-1 0 0 0,-1 0-1 0 0,1 0 1 0 0,0 0 0 0 0,0 1-1 0 0,0-1 1 0 0,0 0 0 0 0,0 0 0 0 0,0 0-1 0 0,-1 0 1 0 0,1 0 0 0 0,0-1-1 0 0,0 1 1 0 0,0 0 0 0 0,1-1-1 0 0,-1 1 4 0 0,0 0 0 0 0,-1 0-1 0 0,1-1 1 0 0,0 1 0 0 0,0 0 0 0 0,0 0-1 0 0,0 0 1 0 0,0 0 0 0 0,0 0 0 0 0,-1 0-1 0 0,1 0 1 0 0,0 1 0 0 0,0-1 0 0 0,0 0-1 0 0,0 0 1 0 0,0 1 0 0 0,-1-1 0 0 0,2 1-1 0 0,1 0 14 0 0,1 0-1 0 0,-1 0 1 0 0,0 0-1 0 0,1 0 1 0 0,-1 0-1 0 0,0-1 0 0 0,6 0 1 0 0,-5 1 8 0 0,1-1 0 0 0,-1 1 0 0 0,0-1 0 0 0,1 1 0 0 0,-1 0 0 0 0,0 1 1 0 0,0-1-1 0 0,5 3 0 0 0,-3-2-12 0 0,0 1 1 0 0,0-1 0 0 0,1-1 0 0 0,-1 1-1 0 0,7 0 1 0 0,-7-1 18 0 0,-1-1 0 0 0,0 1-1 0 0,0 0 1 0 0,0 1 0 0 0,0-1 0 0 0,0 1-1 0 0,0 0 1 0 0,-1 0 0 0 0,1 0 0 0 0,-1 1 0 0 0,1 0-1 0 0,6 5 1 0 0,-8-5 44 0 0,0 0 0 0 0,0 0 0 0 0,1 0 0 0 0,-1 0 0 0 0,1-1 0 0 0,0 1 0 0 0,0-1 0 0 0,0 0 0 0 0,0 0 0 0 0,0-1 0 0 0,0 1 0 0 0,0-1 0 0 0,1 0 0 0 0,-1 0 0 0 0,1 0 0 0 0,7 0 0 0 0,20 7 17 0 0,-14-8-71 0 0,-5-1-1 0 0,1 1 0 0 0,-1 1 1 0 0,1 0-1 0 0,19 5 0 0 0,-5-5 51 0 0,-26-2-65 0 0,1 1 1 0 0,-1 0-1 0 0,1 0 0 0 0,-1 0 1 0 0,1 0-1 0 0,-1 0 0 0 0,1 0 1 0 0,-1 1-1 0 0,5 1 0 0 0,0-1 31 0 0,-1 1 1 0 0,2-1-1 0 0,-1 0 0 0 0,0-1 0 0 0,0 1 0 0 0,0-2 0 0 0,0 1 0 0 0,0-1 0 0 0,8-1 0 0 0,28-2 121 0 0,-22-1-88 0 0,-19 4-68 0 0,0 1-1 0 0,0-1 0 0 0,0 0 1 0 0,0 0-1 0 0,0 1 1 0 0,0-1-1 0 0,0 1 0 0 0,0 0 1 0 0,1 0-1 0 0,-1 0 0 0 0,0 0 1 0 0,0 0-1 0 0,0 0 0 0 0,1 1 1 0 0,-1-1-1 0 0,0 0 0 0 0,3 2 1 0 0,1 1 16 0 0,0-1 0 0 0,-1-1-1 0 0,1 1 1 0 0,0-1 0 0 0,7 1 0 0 0,17 4 126 0 0,-3 0-34 0 0,-1-2 0 0 0,1-1 0 0 0,0-1 0 0 0,40-2 0 0 0,-45 0-138 0 0,82-8-13 0 0,-15 0 179 0 0,102 8 508 0 0,-134-9-1134 0 0,-54 9 212 0 0,0 2-2075 0 0,9-6-8769 0 0,-1-2 2394 0 0,-7 4 10988 0 0,11-13-4471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4.9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41 12 0 0,'0'-9'2204'0'0,"-1"-9"4667"0"0,0 18-6673 0 0,1-1-1 0 0,0 1 1 0 0,-1-1-1 0 0,1 1 1 0 0,0-1 0 0 0,-1 1-1 0 0,1 0 1 0 0,0-1-1 0 0,-1 1 1 0 0,1 0-1 0 0,-1-1 1 0 0,1 1 0 0 0,-1 0-1 0 0,1-1 1 0 0,-1 1-1 0 0,1 0 1 0 0,-1 0 0 0 0,1 0-1 0 0,-1 0 1 0 0,0-1-1 0 0,1 1 1 0 0,-1 0-1 0 0,1 0 1 0 0,-1 0 0 0 0,1 0-1 0 0,-1 0 1 0 0,0 0 843 0 0,1 0-990 0 0,0-1-1 0 0,-1 1 0 0 0,1 0 1 0 0,0 0-1 0 0,0 0 0 0 0,0 0 1 0 0,0-1-1 0 0,0 1 0 0 0,0 0 1 0 0,0 0-1 0 0,0 0 1 0 0,0 0-1 0 0,0-1 0 0 0,0 1 1 0 0,0 0-1 0 0,0 0 0 0 0,0 0 1 0 0,0-1-1 0 0,0 1 0 0 0,0 0 1 0 0,0 0-1 0 0,0 0 0 0 0,0 0 1 0 0,1-1-1 0 0,-1 1 1 0 0,0 0-1 0 0,0 0 0 0 0,0 0 1 0 0,0 0-1 0 0,0 0 0 0 0,0-1 1 0 0,0 1-1 0 0,1 0 0 0 0,-1 0 1 0 0,0 0-1 0 0,0 0 0 0 0,0 0 1 0 0,0 0-1 0 0,1 0 1 0 0,-1 0-1 0 0,0-1 0 0 0,2 3 162 0 0,0 1 0 0 0,0-1-1 0 0,0 0 1 0 0,-1 1 0 0 0,1-1 0 0 0,-1 1-1 0 0,1-1 1 0 0,-1 1 0 0 0,0-1-1 0 0,0 1 1 0 0,0 0 0 0 0,-1 0 0 0 0,2 5-1 0 0,3 10 548 0 0,-3-10-481 0 0,-1 1-1 0 0,1-1 1 0 0,-2 1 0 0 0,1 0 0 0 0,-1-1 0 0 0,-2 16 0 0 0,0 10 450 0 0,3-6-343 0 0,0-15-315 0 0,-1 0-1 0 0,0 0 1 0 0,0 0-1 0 0,-2 0 1 0 0,0 0 0 0 0,0 0-1 0 0,-6 17 1 0 0,6-20 1103 0 0,2 5-4848 0 0,4-9-892 0 0,4-13 2007 0 0,-7 4 2225 0 0,0 1 0 0 0,-1-1 0 0 0,1 1 0 0 0,-1-1 0 0 0,1 1 0 0 0,-1-1 0 0 0,0 0 0 0 0,0 1 0 0 0,0-1 0 0 0,0-2-1 0 0,1-21-1757 0 0,2 15 1380 0 0,-1 5 252 0 0,0 0 0 0 0,0-1 0 0 0,-1 1 0 0 0,0 0 1 0 0,0-11-1 0 0,1-3-210 0 0,1 0-1 0 0,0 1 1 0 0,1-1 0 0 0,9-23 0 0 0,-10 34 760 0 0,-2 4 214 0 0,0 1 1 0 0,0-1 0 0 0,-1 0-1 0 0,1 1 1 0 0,-1-1-1 0 0,0 0 1 0 0,-1-6 0 0 0,0-5 1746 0 0,1 16-1907 0 0,0-1 1 0 0,1 1-1 0 0,-1-1 1 0 0,0 1-1 0 0,0 0 1 0 0,0-1-1 0 0,0 1 1 0 0,0-1-1 0 0,0 1 1 0 0,0 0-1 0 0,0-1 1 0 0,0 1-1 0 0,0-1 1 0 0,0 1-1 0 0,0 0 1 0 0,0-1-1 0 0,0 1 1 0 0,0-1-1 0 0,0 1 1 0 0,-1 0-1 0 0,1-1 1 0 0,0 1-1 0 0,0 0 0 0 0,0-1 1 0 0,-1 1-1 0 0,1 0 1 0 0,0-1-1 0 0,0 1 1 0 0,-1 0-1 0 0,1-1 1 0 0,0 1-1 0 0,-1 0 1 0 0,1 0-1 0 0,0 0 1 0 0,-1-1-1 0 0,1 1 1 0 0,0 0-1 0 0,-1 0 1 0 0,1 0-1 0 0,0 0 1 0 0,-1-1-1 0 0,1 1 1 0 0,-1 0-1 0 0,1 0 1 0 0,0 0-1 0 0,-1 0 1 0 0,1 0-1 0 0,-1 0 0 0 0,1 0 1 0 0,0 0-1 0 0,-1 0 1 0 0,1 0-1 0 0,-1 1 1 0 0,1-1-1 0 0,0 0 1 0 0,-1 0-1 0 0,1 0 1 0 0,-1 0-1 0 0,1 1 1 0 0,0-1-1 0 0,-1 0 1 0 0,1 0-1 0 0,-1 1 1 0 0,0 0 125 0 0,0 0 0 0 0,0 0 0 0 0,-1 0 1 0 0,1 0-1 0 0,0 1 0 0 0,0-1 0 0 0,0 0 1 0 0,1 1-1 0 0,-1-1 0 0 0,0 0 0 0 0,0 1 1 0 0,1-1-1 0 0,-1 1 0 0 0,1-1 0 0 0,-1 1 1 0 0,1-1-1 0 0,-1 3 0 0 0,1-1 8 0 0,0 0 0 0 0,-1 0 0 0 0,1 0 1 0 0,-1 0-1 0 0,0 0 0 0 0,1 0 0 0 0,-2 0 0 0 0,0 2 0 0 0,1-2-125 0 0,-1 0 1 0 0,1 0-1 0 0,0 0 0 0 0,1 0 1 0 0,-1 0-1 0 0,0 0 1 0 0,1 0-1 0 0,-1 3 0 0 0,1 112 1860 0 0,15-53-3640 0 0,-15-65 1565 0 0,0 0 0 0 0,0 0 1 0 0,0 1-1 0 0,0-1 1 0 0,0 0-1 0 0,0 0 0 0 0,0 1 1 0 0,0-1-1 0 0,-1 0 1 0 0,1 1-1 0 0,0-1 0 0 0,0 0 1 0 0,0 0-1 0 0,0 1 1 0 0,0-1-1 0 0,1 0 0 0 0,-1 0 1 0 0,0 1-1 0 0,0-1 1 0 0,0 0-1 0 0,0 1 0 0 0,0-1 1 0 0,0 0-1 0 0,0 0 1 0 0,1 1-1 0 0,-1-1 0 0 0,0 0 1 0 0,0 0-1 0 0,0 0 1 0 0,0 1-1 0 0,1-1 0 0 0,-1 0 1 0 0,0 0-1 0 0,0 0 0 0 0,1 0 1 0 0,-1 1-1 0 0,0-1 1 0 0,0 0-1 0 0,1 0 0 0 0,-1 0 1 0 0,0 0-1 0 0,0 0 1 0 0,1 0-1 0 0,-1 0 0 0 0,0 0 1 0 0,0 0-1 0 0,1 0 1 0 0,-1 0-1 0 0,0 0 0 0 0,1 0 1 0 0,-1 0-1 0 0,0 0 1 0 0,1 0-1 0 0,-1-1-241 0 0,1 1 0 0 0,0-1 0 0 0,-1 1 0 0 0,1-1 0 0 0,-1 0 0 0 0,1 0 0 0 0,-1 1 0 0 0,1-1 0 0 0,-1 0 0 0 0,1 0 0 0 0,-1 0 0 0 0,0 0-1 0 0,1 1 1 0 0,-1-1 0 0 0,0 0 0 0 0,0 0 0 0 0,0 0 0 0 0,0 0 0 0 0,0 0 0 0 0,0-1 0 0 0,0-6-126 0 0,0-1 0 0 0,-1 0-1 0 0,0 1 1 0 0,0-1 0 0 0,-1 1 0 0 0,-5-16 0 0 0,6 20 459 0 0,0 0 0 0 0,1-1 1 0 0,0 1-1 0 0,-1 0 1 0 0,1 0-1 0 0,2-8 1 0 0,-2 8 165 0 0,1 1 0 0 0,-1 0 1 0 0,0-1-1 0 0,0 1 0 0 0,0-1 1 0 0,0 1-1 0 0,-1-1 0 0 0,1 1 1 0 0,-1 0-1 0 0,-2-7 0 0 0,-3 2 671 0 0,6 7-738 0 0,-1 0 0 0 0,0 1 0 0 0,1-1 0 0 0,-1 0 0 0 0,1 0-1 0 0,-1 0 1 0 0,1 0 0 0 0,-1 0 0 0 0,1 0 0 0 0,0 0 0 0 0,-1 1 0 0 0,1-1-1 0 0,0 0 1 0 0,0 0 0 0 0,-1-2 0 0 0,1 0 2863 0 0,-2 5-1764 0 0,-1 1-1048 0 0,1 0-1 0 0,0 1 1 0 0,0-1-1 0 0,0 0 1 0 0,0 1-1 0 0,0 0 1 0 0,1-1-1 0 0,-1 1 1 0 0,1 0-1 0 0,0 0 1 0 0,0 5-1 0 0,-3 3-115 0 0,-1 45-550 0 0,4-53 379 0 0,-3 12-832 0 0,0 1 1 0 0,-1 20-1 0 0,5-30 134 0 0,0 0 1 0 0,0 1-1 0 0,0-1 0 0 0,1 0 0 0 0,2 9 0 0 0,-2-14 544 0 0,3 16-2313 0 0,1-1 0 0 0,0-1 0 0 0,1 1 0 0 0,15 28 0 0 0,-6-19 365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5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34 400 0 0,'24'-17'6374'0'0,"-3"1"4014"0"0,-21 34-6167 0 0,7 18-1678 0 0,-5-31-2258 0 0,-1 0 0 0 0,0 0 1 0 0,1 0-1 0 0,-2 0 0 0 0,2 8 1 0 0,5 45 1792 0 0,-4-45-1588 0 0,-1-1 1 0 0,0 24-1 0 0,13 130 1789 0 0,-15-41-1946 0 0,0-124-385 0 0,0 0 0 0 0,0 0 0 0 0,0 0 0 0 0,0 0 0 0 0,0 0 0 0 0,0 0 0 0 0,1 0-1 0 0,-1 0 1 0 0,0 0 0 0 0,1 0 0 0 0,-1 0 0 0 0,0 0 0 0 0,1 0 0 0 0,-1 0 0 0 0,1 0 0 0 0,-1 0 0 0 0,1-1 0 0 0,0 1 0 0 0,-1 0 0 0 0,1 0 0 0 0,0-1 0 0 0,-1 1 0 0 0,1 0 0 0 0,0-1 0 0 0,0 1-1 0 0,1 0 1 0 0,0 0-1541 0 0,1-2-760 0 0,-1-1 1445 0 0,1-1 0 0 0,-1 1 0 0 0,0 0 0 0 0,1-1 0 0 0,-1 0 0 0 0,0 1 0 0 0,0-1 0 0 0,-1 0 0 0 0,1 0 0 0 0,1-4 0 0 0,17-26-4631 0 0,35-18-1472 0 0,-38 19 4498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5.7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60 160 156 0 0,'-9'-3'1599'0'0,"-1"1"0"0"0,0 0 0 0 0,-18 0 0 0 0,26-8 3714 0 0,4-12-3875 0 0,3 17-1339 0 0,-1 0-1 0 0,1 0 1 0 0,0 0-1 0 0,0 0 1 0 0,0 1-1 0 0,0 0 1 0 0,12-6 0 0 0,7-7 196 0 0,50-23 859 0 0,-66 36-817 0 0,-1 1-1 0 0,1 1 0 0 0,0-1 0 0 0,0 1 0 0 0,0 1 1 0 0,0-1-1 0 0,0 2 0 0 0,0-1 0 0 0,0 1 1 0 0,15 1-1 0 0,-21 0-207 0 0,-1 0 0 0 0,1 0 0 0 0,-1 0 0 0 0,1 0 0 0 0,-1 0 0 0 0,1 0 0 0 0,-1 1 0 0 0,0-1 0 0 0,0 0 0 0 0,0 1 0 0 0,1-1 0 0 0,-1 1 0 0 0,-1 0 0 0 0,1-1 0 0 0,0 1 0 0 0,0 0-1 0 0,-1-1 1 0 0,1 1 0 0 0,0 3 0 0 0,6 38 1564 0 0,-7 275 4688 0 0,7-261-5896 0 0,-5-45-473 0 0,1 1 0 0 0,-1 24 1 0 0,-2-25 52 0 0,0-10-312 0 0,-1 1-1 0 0,1-1 0 0 0,0 1 1 0 0,-1-1-1 0 0,1 0 1 0 0,0 1-1 0 0,1-1 0 0 0,-1 1 1 0 0,0-1-1 0 0,1 1 1 0 0,-1-1-1 0 0,1 0 1 0 0,0 1-1 0 0,0-1 0 0 0,0 0 1 0 0,0 0-1 0 0,0 0 1 0 0,0 1-1 0 0,1-1 1 0 0,2 3-1 0 0,-2-4-2418 0 0,-10-7-7520 0 0,8 6 10050 0 0,-1 0 0 0 0,1-1 0 0 0,-1 1 0 0 0,1 0 1 0 0,0 0-1 0 0,-1 0 0 0 0,1-1 0 0 0,0 1 0 0 0,-1 0 0 0 0,1-1 0 0 0,0 1 0 0 0,-1 0 0 0 0,1 0 1 0 0,0-1-1 0 0,0 1 0 0 0,-1-1 0 0 0,1 1 0 0 0,0 0 0 0 0,0-1 0 0 0,0 1 0 0 0,0 0 0 0 0,-1-1 1 0 0,1 1-1 0 0,0-1 0 0 0,0 1 0 0 0,0-1 0 0 0,0 1 0 0 0,0 0 0 0 0,0-1 0 0 0,0 1 0 0 0,0-1 1 0 0,0 1-1 0 0,0-1 0 0 0,0-33-5613 0 0,0 11 3841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6.0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63 194 1456 0 0,'-26'-19'6004'0'0,"-5"-12"6734"0"0,30 30-12603 0 0,1 0-1 0 0,-1 0 1 0 0,1 0 0 0 0,-1-1-1 0 0,1 1 1 0 0,-1 0 0 0 0,1 0 0 0 0,-1 0-1 0 0,1 0 1 0 0,0 0 0 0 0,0 0-1 0 0,0-1 1 0 0,0 1 0 0 0,0 0-1 0 0,0 0 1 0 0,0 0 0 0 0,0 0 0 0 0,0-1-1 0 0,0 1 1 0 0,1 0 0 0 0,-1 0-1 0 0,0 0 1 0 0,1 0 0 0 0,-1 0 0 0 0,1 0-1 0 0,-1 0 1 0 0,1 0 0 0 0,0 0-1 0 0,-1 0 1 0 0,1 0 0 0 0,0 0-1 0 0,0 0 1 0 0,0 0 0 0 0,-1 1 0 0 0,1-1-1 0 0,0 0 1 0 0,0 1 0 0 0,0-1-1 0 0,2-1 1 0 0,4-2-69 0 0,1-1 0 0 0,-1 1-1 0 0,1 0 1 0 0,11-4 0 0 0,-5 4-736 0 0,0 1 1 0 0,1 1-1 0 0,0 1 0 0 0,-1 0 1 0 0,1 0-1 0 0,0 2 1 0 0,0 0-1 0 0,16 3 0 0 0,41 2-2724 0 0,-49-6 2193 0 0,-16 1 540 0 0,1 0 0 0 0,0-1 1 0 0,0 0-1 0 0,-1-1 0 0 0,1 0 0 0 0,0 0 0 0 0,-1-1 0 0 0,11-2 1 0 0,-11 1-1476 0 0,6-3-177 0 0,-13 6 2305 0 0,0 0 1 0 0,0 0-1 0 0,0 0 0 0 0,0-1 1 0 0,0 1-1 0 0,0 0 1 0 0,0 0-1 0 0,0 0 0 0 0,0-1 1 0 0,1 1-1 0 0,-1 0 0 0 0,0 0 1 0 0,0-1-1 0 0,0 1 0 0 0,0 0 1 0 0,0 0-1 0 0,0-1 1 0 0,-1 1-1 0 0,1 0 0 0 0,0 0 1 0 0,0-1-1 0 0,0 1 0 0 0,0 0 1 0 0,0 0-1 0 0,0 0 0 0 0,0-1 1 0 0,0 1-1 0 0,0 0 0 0 0,-1 0 1 0 0,1 0-1 0 0,0-1 1 0 0,0 1-1 0 0,0 0 0 0 0,0 0 1 0 0,-1 0-1 0 0,1 0 0 0 0,0 0 1 0 0,0-1-1 0 0,0 1 0 0 0,-1 0 1 0 0,1 0-1 0 0,0 0 1 0 0,0 0-1 0 0,-1 0 0 0 0,1 0 1 0 0,0 0-1 0 0,0 0 0 0 0,-1 0 1 0 0,1 0-1 0 0,-5-2-26 0 0,5 2 37 0 0,0 0 0 0 0,-1 0 0 0 0,1 0 0 0 0,0 0 0 0 0,-1 0 0 0 0,1 0 0 0 0,0 0 0 0 0,-1 0 0 0 0,1 0 1 0 0,0 0-1 0 0,-1 0 0 0 0,1 0 0 0 0,0-1 0 0 0,0 1 0 0 0,-1 0 0 0 0,1 0 0 0 0,0 0 0 0 0,0-1 0 0 0,-1 1 0 0 0,1 0 0 0 0,0 0 0 0 0,0 0 0 0 0,0-1 0 0 0,-1 1 1 0 0,1 0-1 0 0,0-1 0 0 0,0 1 0 0 0,0 0 0 0 0,0 0 0 0 0,0-1 0 0 0,0 1 0 0 0,0 0 0 0 0,-1-1 0 0 0,1 1 0 0 0,0 0 0 0 0,0-1 0 0 0,0 1 0 0 0,0-1 0 0 0,0 0 15 0 0,0 0-1 0 0,0 1 1 0 0,0-1 0 0 0,0 0-1 0 0,0 0 1 0 0,0 0-1 0 0,-1 1 1 0 0,1-1-1 0 0,0 0 1 0 0,-1 0-1 0 0,1 1 1 0 0,0-1-1 0 0,-1 0 1 0 0,1 1-1 0 0,-1-1 1 0 0,1 0-1 0 0,-1 1 1 0 0,0-1 0 0 0,0 0 24 0 0,0 0 1 0 0,0 0 0 0 0,1 1-1 0 0,-1-1 1 0 0,1 0 0 0 0,-1 0 0 0 0,1 0-1 0 0,-1 0 1 0 0,1 0 0 0 0,-1 0-1 0 0,1 0 1 0 0,0 0 0 0 0,-1 0 0 0 0,1 0-1 0 0,0 0 1 0 0,0 0 0 0 0,0 0-1 0 0,0-1 1 0 0,0 1-11 0 0,0 1-1 0 0,0-1 1 0 0,0 1-1 0 0,0 0 1 0 0,0-1-1 0 0,0 1 1 0 0,0 0-1 0 0,0-1 1 0 0,0 1-1 0 0,1-1 1 0 0,-1 1-1 0 0,0 0 1 0 0,0-1-1 0 0,0 1 1 0 0,1 0-1 0 0,-1 0 1 0 0,0-1-1 0 0,1 1 1 0 0,-1 0-1 0 0,0 0 1 0 0,0-1-1 0 0,1 1 1 0 0,-1 0-1 0 0,0 0 1 0 0,1 0-1 0 0,-1-1 1 0 0,1 1-1 0 0,-1 0 1 0 0,0 0-1 0 0,1 0 1 0 0,-1 0-1 0 0,0 0 1 0 0,1 0-1 0 0,-1 0 1 0 0,1 0-1 0 0,-1 0 1 0 0,0 0-1 0 0,1 0 1 0 0,-1 0-1 0 0,0 0 1 0 0,1 0-1 0 0,-1 0 1 0 0,1 0-1 0 0,-1 0 1 0 0,0 1-1 0 0,1-1 1 0 0,-1 0-1 0 0,0 0 1 0 0,1 0-1 0 0,-1 1 1 0 0,0-1 0 0 0,1 0-1 0 0,-1 0 1 0 0,0 1-1 0 0,0-1 1 0 0,1 1-1 0 0,29 19 2247 0 0,-17-10-1459 0 0,79 50 3724 0 0,-29-20-1940 0 0,62 54 0 0 0,-55-35-1289 0 0,-64-53-1206 0 0,-1 0 0 0 0,1 0 0 0 0,-1 0 0 0 0,0 1 0 0 0,0 0 1 0 0,-1 0-1 0 0,0 0 0 0 0,5 14 0 0 0,-8-19-89 0 0,-1 0 0 0 0,0 0 1 0 0,1 0-1 0 0,-1 0 0 0 0,0 0 0 0 0,0 0 1 0 0,0 0-1 0 0,-1 0 0 0 0,1 0 0 0 0,0 0 0 0 0,-1 0 1 0 0,0 0-1 0 0,1 0 0 0 0,-1 0 0 0 0,0 0 0 0 0,-1 1 1 0 0,-21 30 77 0 0,9-16-270 0 0,11-13-103 0 0,0-1 1 0 0,-1 0-1 0 0,1 0 1 0 0,-1 0-1 0 0,0 0 1 0 0,0 0 0 0 0,0-1-1 0 0,0 0 1 0 0,-1 0-1 0 0,1 0 1 0 0,-1 0-1 0 0,1-1 1 0 0,-1 0-1 0 0,1 0 1 0 0,-1 0-1 0 0,0 0 1 0 0,1-1 0 0 0,-1 1-1 0 0,0-1 1 0 0,0-1-1 0 0,1 1 1 0 0,-1-1-1 0 0,-7-1 1 0 0,6 1-288 0 0,1 0 1 0 0,0 0 0 0 0,-1-1-1 0 0,1 0 1 0 0,0 0 0 0 0,0 0-1 0 0,0 0 1 0 0,0-1-1 0 0,0 0 1 0 0,0 0 0 0 0,1 0-1 0 0,-1-1 1 0 0,1 0-1 0 0,0 1 1 0 0,0-1 0 0 0,1-1-1 0 0,-1 1 1 0 0,1 0 0 0 0,0-1-1 0 0,-4-7 1 0 0,-5-28-1846 0 0,9-2 544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6:36.4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1 478 1504 0 0,'15'-25'3412'0'0,"-15"8"553"0"0,14 0 279 0 0,-14-8 113 0 0,15 0-841 0 0,0 0-1580 0 0,0-9-1368 0 0,15 9-1048 0 0,0-17-996 0 0,14 9-1048 0 0,1 0-957 0 0,-15-9-355 0 0,14 8 84 0 0,1 1 371 0 0,0-1 673 0 0,-1 1 900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1.9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1 532 0 0,'0'0'191'0'0,"1"1"-1"0"0,-1 0 1 0 0,1 0 0 0 0,-1 0-1 0 0,1-1 1 0 0,-1 1 0 0 0,1 0-1 0 0,0-1 1 0 0,-1 1 0 0 0,1-1-1 0 0,0 1 1 0 0,-1-1 0 0 0,1 1-1 0 0,0-1 1 0 0,0 1 0 0 0,0-1-1 0 0,-1 0 1 0 0,1 1 0 0 0,0-1-1 0 0,0 0 1 0 0,0 0 0 0 0,0 1-1 0 0,1-1 1 0 0,10 4 9879 0 0,-12-4-10061 0 0,1 0 0 0 0,-1 0 0 0 0,1 0 0 0 0,0 0 0 0 0,-1 0 0 0 0,1 0 0 0 0,0 1 0 0 0,-1-1 0 0 0,1 0 0 0 0,0 0 0 0 0,-1 0 0 0 0,1 0 0 0 0,-1 1 0 0 0,1-1 0 0 0,-1 0 0 0 0,1 1 1 0 0,-1-1-1 0 0,1 0 0 0 0,-1 1 0 0 0,1-1 0 0 0,-1 1 0 0 0,1-1 0 0 0,-1 1 0 0 0,1-1 0 0 0,-1 1 0 0 0,7 7 83 0 0,-7-8-88 0 0,1 0-1 0 0,-1 0 1 0 0,1 1-1 0 0,-1-1 0 0 0,1 0 1 0 0,-1 0-1 0 0,1 1 0 0 0,-1-1 1 0 0,0 0-1 0 0,1 1 0 0 0,-1-1 1 0 0,1 1-1 0 0,-1-1 0 0 0,0 0 1 0 0,0 1-1 0 0,1-1 1 0 0,-1 1-1 0 0,0-1 0 0 0,0 1 1 0 0,1-1-1 0 0,-1 1 0 0 0,0-1 1 0 0,0 1-1 0 0,0-1 0 0 0,0 1 1 0 0,0 0 5 0 0,0 0 1 0 0,1 0-1 0 0,-1 0 1 0 0,0 0-1 0 0,0 0 1 0 0,0 0-1 0 0,1 0 1 0 0,-1 0-1 0 0,1-1 1 0 0,-1 1-1 0 0,0 0 1 0 0,1 0-1 0 0,0 0 1 0 0,-1-1-1 0 0,1 1 1 0 0,0 1-1 0 0,0-2-1 0 0,0 1 1 0 0,-1 0-1 0 0,1 0 0 0 0,0 0 0 0 0,-1 0 1 0 0,1 0-1 0 0,-1 0 0 0 0,1 0 0 0 0,-1 0 1 0 0,1 0-1 0 0,-1 0 0 0 0,0 0 0 0 0,1 0 0 0 0,-1 0 1 0 0,0 0-1 0 0,0 2 0 0 0,0 1 25 0 0,0 1 0 0 0,1-1 0 0 0,-1 1 1 0 0,1-1-1 0 0,0 0 0 0 0,0 1 0 0 0,1-1 0 0 0,-1 0 0 0 0,4 6 0 0 0,-4-9-28 0 0,0 4 27 0 0,0-1 0 0 0,0 1 0 0 0,0-1 0 0 0,-1 1 0 0 0,1 0 0 0 0,-1-1 0 0 0,0 1 0 0 0,-1 0 0 0 0,1-1 0 0 0,-2 8-1 0 0,1-7 8 0 0,0-1 0 0 0,1 1 0 0 0,-1 0 0 0 0,1 0 0 0 0,0-1 0 0 0,0 1 0 0 0,1 0 0 0 0,-1 0 0 0 0,1-1 0 0 0,3 8 0 0 0,-2-5 43 0 0,0 0 0 0 0,1 0 0 0 0,-2 0 1 0 0,1 0-1 0 0,-1 0 0 0 0,0 0 0 0 0,-1 0 0 0 0,0 13 0 0 0,0-18-56 0 0,0 0-1 0 0,0 0 1 0 0,1 0-1 0 0,-1 1 1 0 0,1-1-1 0 0,0 0 1 0 0,-1 0 0 0 0,1 0-1 0 0,0 0 1 0 0,1 2-1 0 0,-1-2-1 0 0,0 0 0 0 0,0 0 0 0 0,0 0 0 0 0,0 0 0 0 0,0 0 0 0 0,-1 0 0 0 0,1 0 0 0 0,-1 0 0 0 0,0 0 0 0 0,1 3 0 0 0,-1-3-3 0 0,0 0-1 0 0,0 0 1 0 0,1 1 0 0 0,-1-1 0 0 0,1 0 0 0 0,-1 0 0 0 0,1 0 0 0 0,0 0 0 0 0,0 0 0 0 0,1 2 0 0 0,-1-2-5 0 0,0 0 0 0 0,0 0 1 0 0,0 0-1 0 0,0 0 0 0 0,0 0 1 0 0,-1 0-1 0 0,1 0 1 0 0,-1 0-1 0 0,0 0 0 0 0,1 3 1 0 0,-1 7 30 0 0,0 0 0 0 0,2 0 0 0 0,-1-1 1 0 0,2 1-1 0 0,3 13 0 0 0,-5-19-34 0 0,0 0 0 0 0,0 0-1 0 0,-1 0 1 0 0,0 0 0 0 0,0 1-1 0 0,-1 5 1 0 0,1-6 0 0 0,-1-1 0 0 0,1 1 0 0 0,0-1 0 0 0,0 0-1 0 0,1 1 1 0 0,0-1 0 0 0,1 7 0 0 0,3 0 14 0 0,-4-9-19 0 0,1 0-1 0 0,-1 0 1 0 0,-1 0 0 0 0,1-1 0 0 0,0 1-1 0 0,0 0 1 0 0,-1 0 0 0 0,0 5 0 0 0,1-4 2 0 0,-1-1 0 0 0,0 1 0 0 0,1 0 0 0 0,0-1 0 0 0,0 1 0 0 0,0-1 0 0 0,2 5 0 0 0,-2-5 3 0 0,0 1 0 0 0,1 0 0 0 0,-1 0-1 0 0,0-1 1 0 0,-1 1 0 0 0,1 0 0 0 0,-1 6-1 0 0,7 21 74 0 0,1 3 17 0 0,7 33 294 0 0,-15-56-281 0 0,1-1 0 0 0,0 1 0 0 0,1-1 0 0 0,0 0 0 0 0,4 13 1 0 0,-4-17-39 0 0,-1 0 1 0 0,-1 0-1 0 0,1 1 1 0 0,-1-1-1 0 0,-1 9 1 0 0,0-9-3 0 0,1 1 1 0 0,0-1-1 0 0,0 0 0 0 0,1 0 1 0 0,1 9-1 0 0,1-5-8 0 0,0-3-6 0 0,-1 0 1 0 0,-1 0-1 0 0,1 0 1 0 0,-1 0-1 0 0,-1 1 0 0 0,1 8 1 0 0,6 21 144 0 0,-5-31-170 0 0,-1 1 0 0 0,1 0 0 0 0,-1-1 0 0 0,1 15 0 0 0,-2-15-18 0 0,1 1-1 0 0,-1 0 1 0 0,2 0-1 0 0,-1 0 1 0 0,1-1-1 0 0,4 12 1 0 0,-4-7-6 0 0,0 1 1 0 0,0-1 0 0 0,-2 1-1 0 0,1 0 1 0 0,-1-1 0 0 0,-3 15 0 0 0,2 12 102 0 0,1 179 1577 0 0,7-163-1459 0 0,-5-44-206 0 0,0 1 0 0 0,0 0 0 0 0,-1 12 0 0 0,-1-3-10 0 0,-1-13-13 0 0,1 0-1 0 0,0-1 1 0 0,0 1-1 0 0,1 0 1 0 0,-1 0-1 0 0,3 6 1 0 0,0-6-2 0 0,-1 0 0 0 0,0 0 0 0 0,0 1 0 0 0,-1-1 0 0 0,0 0 1 0 0,0 1-1 0 0,-1 9 0 0 0,0 353 792 0 0,7-331-671 0 0,-5-33-94 0 0,0 1 1 0 0,0 0-1 0 0,-1 0 1 0 0,0 11-1 0 0,-1 155 460 0 0,1-166-472 0 0,-1 0-1 0 0,1-1 0 0 0,0 1 0 0 0,4 11 0 0 0,2 20 30 0 0,-9 0-11 0 0,1-28-28 0 0,1 0 0 0 0,0 0-1 0 0,0 0 1 0 0,1 0 0 0 0,0 0 0 0 0,3 11 0 0 0,-1-11 4 0 0,-1 1 1 0 0,1 0 0 0 0,-1-1-1 0 0,-1 1 1 0 0,0 21 0 0 0,14 57 75 0 0,-15 382 1361 0 0,7-422-1380 0 0,-5-40-53 0 0,0 1 1 0 0,0-1 0 0 0,0 15 0 0 0,-2 367 521 0 0,-1-381-518 0 0,1 1-1 0 0,-2-1 0 0 0,-3 15 0 0 0,3-15-2 0 0,0 0 0 0 0,1 0-1 0 0,-1 16 1 0 0,2 458 203 0 0,-15-359-177 0 0,15 61 286 0 0,-15-95 17 0 0,15 836 649 0 0,1-917-992 0 0,-1 0-1 0 0,2 0 0 0 0,3 14 1 0 0,2 23-10 0 0,-7 46-719 0 0,0-92 688 0 0,0 0 0 0 0,0 0 1 0 0,-1-1-1 0 0,1 1 0 0 0,0 0 1 0 0,0 0-1 0 0,-1 0 0 0 0,1-1 1 0 0,-1 1-1 0 0,1 0 0 0 0,0 0 1 0 0,-1-1-1 0 0,1 1 0 0 0,-1 0 1 0 0,0-1-1 0 0,0 2 0 0 0,-5-2-2222 0 0,4-7-3473 0 0,3-47-2359 0 0,-4-93-1803 0 0,-10 73 7455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5.7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9 180 0 0,'0'0'1916'0'0,"-12"-1"2507"0"0,-5-4-39 0 0,2 3 1773 0 0,22 5-5912 0 0,0 1 1 0 0,0-1-1 0 0,-1 2 1 0 0,1-1-1 0 0,-1 1 1 0 0,0 0 0 0 0,0 0-1 0 0,6 7 1 0 0,10 9 427 0 0,-8-10-232 0 0,-2 1 0 0 0,1 1 1 0 0,-2 0-1 0 0,0 0 0 0 0,16 27 0 0 0,22 25 647 0 0,-2-7-336 0 0,-33-39-535 0 0,2 0-1 0 0,0-1 1 0 0,1 0-1 0 0,19 15 0 0 0,-21-22-86 0 0,-11-7-106 0 0,-1-1 1 0 0,1 0 0 0 0,0 0-1 0 0,0 0 1 0 0,0-1-1 0 0,0 0 1 0 0,0 1-1 0 0,1-1 1 0 0,-1-1 0 0 0,1 1-1 0 0,-1-1 1 0 0,1 0-1 0 0,-1 0 1 0 0,1 0-1 0 0,6 0 1 0 0,-8-1-11 0 0,-2 0-40 0 0,-1 0 0 0 0,1 0 0 0 0,0 0 0 0 0,-1 0 0 0 0,1 0 1 0 0,0 0-1 0 0,-1-1 0 0 0,1 1 0 0 0,0 0 0 0 0,-1 0 0 0 0,1-1 0 0 0,0 1 0 0 0,-1 0 0 0 0,1-1 0 0 0,-1 1 0 0 0,1-1 0 0 0,-1 1 0 0 0,1-1 0 0 0,-1 1 1 0 0,1-1-1 0 0,-1 1 0 0 0,0-1 0 0 0,1 1 0 0 0,-1-1 0 0 0,1 0 0 0 0,-8-35-2497 0 0,5 31 1726 0 0,1 0-1 0 0,-1 0 0 0 0,1 0 1 0 0,0 0-1 0 0,0-11 0 0 0,-6-31-4847 0 0,4 34 3155 0 0,1 1-1 0 0,-1-24 1 0 0,3 6 70 0 0,0 3 486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6.1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507 46 812 0 0,'0'-2'589'0'0,"0"0"-1"0"0,0-1 1 0 0,-1 1-1 0 0,1-1 1 0 0,0 1-1 0 0,-1 0 1 0 0,0-1-1 0 0,1 1 1 0 0,-1 0-1 0 0,0 0 1 0 0,-3-5-1 0 0,4 6-388 0 0,-1 0 0 0 0,0 0 0 0 0,0 0-1 0 0,0 0 1 0 0,0 0 0 0 0,0 0-1 0 0,0 0 1 0 0,-1 1 0 0 0,1-1 0 0 0,0 0-1 0 0,0 1 1 0 0,-1-1 0 0 0,1 0-1 0 0,0 1 1 0 0,-1 0 0 0 0,-1-1-1 0 0,0 1-55 0 0,0 0 0 0 0,-1 0-1 0 0,1 0 1 0 0,-1 0-1 0 0,1 1 1 0 0,0 0-1 0 0,0 0 1 0 0,-1-1-1 0 0,1 2 1 0 0,0-1-1 0 0,0 0 1 0 0,0 1 0 0 0,0-1-1 0 0,0 1 1 0 0,0 0-1 0 0,1 0 1 0 0,-5 4-1 0 0,-52 61 1607 0 0,41-48-1303 0 0,2 1 0 0 0,0 1 0 0 0,-15 26 1 0 0,-22 30 608 0 0,-19 30 30 0 0,46-57-764 0 0,22-40-276 0 0,0 0 0 0 0,-1-1-1 0 0,0 0 1 0 0,0 0 0 0 0,-10 11 0 0 0,14-19-44 0 0,-3 3 5 0 0,1-1-1 0 0,0 0 1 0 0,1 1-1 0 0,-1 0 1 0 0,1 0-1 0 0,-1 0 1 0 0,1 0-1 0 0,0 0 1 0 0,1 0-1 0 0,-3 8 1 0 0,-3 6-131 0 0,-2 1 0 0 0,-15 26 0 0 0,19-32-731 0 0,5-13 815 0 0,0 0 0 0 0,0 1 0 0 0,0-1 0 0 0,0 0 0 0 0,0 0 0 0 0,0 1 0 0 0,0-1 0 0 0,-1 0 0 0 0,1 0 0 0 0,0 1 0 0 0,0-1 0 0 0,0 0 0 0 0,0 0 0 0 0,-1 1 0 0 0,1-1 0 0 0,0 0 0 0 0,0 0 0 0 0,0 0 0 0 0,-1 1 0 0 0,1-1 0 0 0,0 0 0 0 0,0 0 0 0 0,-1 0 0 0 0,1 0 0 0 0,0 0 0 0 0,0 0 0 0 0,-1 1 0 0 0,1-1 0 0 0,0 0 0 0 0,-1 0 0 0 0,1 0 0 0 0,0 0 0 0 0,0 0 0 0 0,-1 0 0 0 0,1 0 0 0 0,0 0 0 0 0,-1 0 0 0 0,1 0 0 0 0,0 0 0 0 0,0-1 0 0 0,-1 1 0 0 0,1 0 0 0 0,-1 0 0 0 0,-1 0-1781 0 0,2-3-601 0 0,0-34-3639 0 0,0-25 1471 0 0,0 22 2690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6.5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1 201 1996 0 0,'0'1'420'0'0,"0"0"-1"0"0,0 0 1 0 0,0 0 0 0 0,0 0-1 0 0,1 0 1 0 0,-1 0-1 0 0,0 0 1 0 0,1 0 0 0 0,-1 0-1 0 0,1 0 1 0 0,-1 0 0 0 0,1 0-1 0 0,-1-1 1 0 0,1 1-1 0 0,0 0 1 0 0,-1 0 0 0 0,1 0-1 0 0,0-1 1 0 0,0 1-1 0 0,-1 0 1 0 0,1-1 0 0 0,0 1-1 0 0,0-1 1 0 0,0 1 0 0 0,0-1-1 0 0,0 0 1 0 0,2 1-1 0 0,2 1-6 0 0,0-1 0 0 0,0 0 0 0 0,1 0-1 0 0,-1-1 1 0 0,0 1 0 0 0,6-1 0 0 0,14-2-336 0 0,38-7 1 0 0,-18-1-57 0 0,0-3 0 0 0,74-30 0 0 0,12-17-4041 0 0,-90 40-319 0 0,37-27 1 0 0,-46 22 1734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8.5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1 136 0 0,'0'8'2252'0'0,"-15"1"352"0"0,15-1 173 0 0,-15-8 87 0 0,0 8-304 0 0,0 1-1212 0 0,0-9-712 0 0,15 8-392 0 0,-15-8-272 0 0,15 8-320 0 0,15 1-3936 0 0,-15-1 1820 0 0,0 1-92 0 0,15-1 131 0 0,0 0 361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28.9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34 1480 0 0,'0'25'2640'0'0,"-15"-8"281"0"0,0 0 143 0 0,1 0 84 0 0,-1-9-48 0 0,0 0-2799 0 0,15-16-690 0 0,0-9-2967 0 0,15 9 652 0 0,0-9-196 0 0,14-8 71 0 0,-14 0 357 0 0,15 0 596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31.2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31 1640 0 0,'0'0'8915'0'0,"0"-2"-8530"0"0,0 0 0 0 0,0 0-1 0 0,-1-1 1 0 0,2 1 0 0 0,-1 0 0 0 0,0 0 0 0 0,0-1 0 0 0,1 1-1 0 0,-1 0 1 0 0,2-2 0 0 0,7 0 1 0 0,-8 8 429 0 0,4 15-124 0 0,-3-14-560 0 0,0 1 1 0 0,0-1 0 0 0,-1 0-1 0 0,1 1 1 0 0,-1-1 0 0 0,-1 1-1 0 0,1-1 1 0 0,-1 1 0 0 0,0 0-1 0 0,0 6 1 0 0,3 37 747 0 0,5 2 79 0 0,-3 0-1 0 0,-1 0 0 0 0,-6 77 1 0 0,0-32 164 0 0,2-84-979 0 0,-1 1 0 0 0,1 0 0 0 0,1 0 0 0 0,0-1 0 0 0,1 1 0 0 0,0 0-1 0 0,5 16 1 0 0,-2-3 60 0 0,-5-24-192 0 0,0 0-1 0 0,0 0 1 0 0,0 0-1 0 0,1 0 1 0 0,-1 0-1 0 0,1 1 1 0 0,-1-2-1 0 0,1 1 1 0 0,0 0-1 0 0,-1 0 0 0 0,1 0 1 0 0,0 0-1 0 0,1 0 1 0 0,0 1-1 0 0,-2-2-78 0 0,0-1 0 0 0,0 0 0 0 0,0 1 0 0 0,1-1 0 0 0,-1 0 0 0 0,0 0-1 0 0,0 1 1 0 0,0-1 0 0 0,0 0 0 0 0,0 0 0 0 0,1 1 0 0 0,-1-1 0 0 0,0 0 0 0 0,0 0 0 0 0,0 1-1 0 0,1-1 1 0 0,-1 0 0 0 0,0 0 0 0 0,0 0 0 0 0,1 0 0 0 0,-1 1 0 0 0,0-1 0 0 0,0 0-1 0 0,1 0 1 0 0,-1 0 0 0 0,0 0 0 0 0,1 0 0 0 0,-1 0 0 0 0,0 0 0 0 0,1 0 0 0 0,-1 0-1 0 0,0 0 1 0 0,0 0 0 0 0,1 0 0 0 0,-1 0 0 0 0,0 0 0 0 0,1 0 0 0 0,-1 0 0 0 0,0 0-1 0 0,0 0 1 0 0,1 0 0 0 0,-1-1 0 0 0,0 1 0 0 0,1 0 0 0 0,-1 0 0 0 0,0 0 0 0 0,0 0 0 0 0,0-1-1 0 0,1 1 1 0 0,-1 0 0 0 0,0 0 0 0 0,0 0 0 0 0,0-1 0 0 0,1 1 0 0 0,-1 0 0 0 0,0 0-1 0 0,0-1 1 0 0,0 1 0 0 0,4-25-7322 0 0,-1 7 2071 0 0,12-16-606 0 0,-3 17 3780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31.8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223 18 196 0 0,'0'0'3668'0'0,"1"-1"-3554"0"0,-1 1-1 0 0,0 0 1 0 0,0 0-1 0 0,0 0 1 0 0,0-1-1 0 0,0 1 1 0 0,0 0-1 0 0,0 0 1 0 0,0 0-1 0 0,0-1 1 0 0,0 1-1 0 0,0 0 1 0 0,0 0-1 0 0,0-1 1 0 0,0 1-1 0 0,0 0 1 0 0,0 0-1 0 0,0 0 1 0 0,0-1-1 0 0,0 1 1 0 0,0 0-1 0 0,-1 0 1 0 0,1 0-1 0 0,0-1 1 0 0,0 1-1 0 0,0 0 1 0 0,0 0-1 0 0,0 0 0 0 0,0 0 1 0 0,-1-1-1 0 0,1 1 1 0 0,0 0-1 0 0,0 0 1 0 0,0 0-1 0 0,0 0 1 0 0,-1 0-1 0 0,-24-10 4705 0 0,23 10-4204 0 0,-1 1-94 0 0,-1 3-386 0 0,-1-1 1 0 0,1 1-1 0 0,0 0 0 0 0,1 1 0 0 0,-1-1 0 0 0,1 0 0 0 0,-1 1 1 0 0,1 0-1 0 0,1 0 0 0 0,-1 0 0 0 0,1 0 0 0 0,-3 7 0 0 0,-1 6 154 0 0,0-1 0 0 0,-5 34 1 0 0,-3 38 1081 0 0,-4 146 1 0 0,19-206-1177 0 0,2 1 0 0 0,10 43 1 0 0,-13-72-192 0 0,1 6 16 0 0,1-1-1 0 0,0 0 1 0 0,0-1-1 0 0,0 1 1 0 0,1 0-1 0 0,0-1 0 0 0,0 1 1 0 0,1-1-1 0 0,-1 0 1 0 0,1 0-1 0 0,0 0 1 0 0,0-1-1 0 0,1 1 1 0 0,0-1-1 0 0,-1 0 1 0 0,1 0-1 0 0,0-1 1 0 0,11 6-1 0 0,-12-7-9 0 0,-1-1 0 0 0,1 1 1 0 0,0-1-1 0 0,0 0 0 0 0,0 0 0 0 0,0 0 0 0 0,0 0 0 0 0,0-1 0 0 0,0 0 1 0 0,0 0-1 0 0,0 0 0 0 0,0 0 0 0 0,0 0 0 0 0,0-1 0 0 0,0 0 1 0 0,-1 0-1 0 0,1 0 0 0 0,0 0 0 0 0,0 0 0 0 0,0-1 0 0 0,-1 0 0 0 0,1 0 1 0 0,-1 0-1 0 0,1 0 0 0 0,-1 0 0 0 0,0-1 0 0 0,0 0 0 0 0,0 1 0 0 0,3-5 1 0 0,-3 5-7 0 0,-1-1 0 0 0,1 0 0 0 0,-1 0 0 0 0,1 0 0 0 0,-1 0 0 0 0,0 0 0 0 0,0-1 0 0 0,0 1 0 0 0,-1-1 0 0 0,1 1 0 0 0,-1-1 0 0 0,0 0 0 0 0,0 1 0 0 0,0-1 0 0 0,0 0 0 0 0,-1 0 0 0 0,1 1 0 0 0,-1-1 0 0 0,0 0 0 0 0,0 0 0 0 0,-1 0 0 0 0,1 0 0 0 0,-1 0 0 0 0,0 1 0 0 0,0-1 0 0 0,0 0 0 0 0,0 1 0 0 0,-1-1 0 0 0,1 1 0 0 0,-1-1 0 0 0,-2-3 0 0 0,1 3 5 0 0,1 0 0 0 0,-1 0 0 0 0,0 0 0 0 0,0 0 0 0 0,0 0 0 0 0,-1 1 0 0 0,1-1 0 0 0,-1 1 0 0 0,0 0 0 0 0,0 0 0 0 0,0 1 0 0 0,0-1 0 0 0,-1 1 0 0 0,1 0 0 0 0,0 0 0 0 0,-1 0 0 0 0,0 0 0 0 0,1 1 0 0 0,-1 0 0 0 0,0 0 0 0 0,0 0 0 0 0,0 1 0 0 0,-8-1 0 0 0,2 1-77 0 0,0 0 0 0 0,1 0 0 0 0,-1 1 0 0 0,1 1 1 0 0,-1 0-1 0 0,1 0 0 0 0,0 1 0 0 0,0 0 0 0 0,0 1 1 0 0,0 0-1 0 0,0 0 0 0 0,1 1 0 0 0,0 0 0 0 0,0 1 1 0 0,-17 13-1 0 0,23-14-563 0 0,-1 0 1 0 0,0 0-1 0 0,1 0 1 0 0,0 0 0 0 0,0 0-1 0 0,1 1 1 0 0,-1-1-1 0 0,1 1 1 0 0,-3 12-1 0 0,5-17 397 0 0,1 0 0 0 0,-1 0 0 0 0,0 0 0 0 0,0 0 0 0 0,1 0-1 0 0,-1 0 1 0 0,1 0 0 0 0,-1 0 0 0 0,1-1 0 0 0,-1 1 0 0 0,1 0 0 0 0,-1 0-1 0 0,1 0 1 0 0,0 0 0 0 0,-1-1 0 0 0,1 1 0 0 0,0 0 0 0 0,0-1 0 0 0,0 1 0 0 0,0 0-1 0 0,-1-1 1 0 0,1 1 0 0 0,0-1 0 0 0,2 1 0 0 0,25 5-4038 0 0,-13-6 2303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35.7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2 135 1916 0 0,'2'1'329'0'0,"-1"-1"-132"0"0,-1 0 0 0 0,1 0 0 0 0,0 1 0 0 0,0-1 0 0 0,-1 1 0 0 0,1-1 0 0 0,0 0 0 0 0,-1 1 0 0 0,1 0 0 0 0,0-1 0 0 0,-1 1 1 0 0,1-1-1 0 0,3 10 12108 0 0,-6-11-11136 0 0,1 0-980 0 0,-1 0-1 0 0,1 1 1 0 0,0-1 0 0 0,1 0-1 0 0,-1 0 1 0 0,0 0 0 0 0,0 0-1 0 0,0 0 1 0 0,0 0-1 0 0,1 0 1 0 0,-1-1 0 0 0,1 1-1 0 0,-1 0 1 0 0,1 0 0 0 0,-1 0-1 0 0,1-1 1 0 0,-1 1 0 0 0,1 0-1 0 0,0-1 1 0 0,0 1 0 0 0,0 0-1 0 0,0-1 1 0 0,0 1-1 0 0,0 0 1 0 0,0-1 0 0 0,0 1-1 0 0,0 0 1 0 0,1 0 0 0 0,-1-1-1 0 0,1 1 1 0 0,-1 0 0 0 0,2-2-1 0 0,8-9-112 0 0,1 1 0 0 0,0 1 0 0 0,1 0 0 0 0,0 1-1 0 0,1 0 1 0 0,0 1 0 0 0,0 0 0 0 0,0 1 0 0 0,1 1 0 0 0,0 0-1 0 0,23-6 1 0 0,-33 11-38 0 0,0 1-1 0 0,0-1 0 0 0,0 1 1 0 0,1 0-1 0 0,-1 0 0 0 0,0 0 0 0 0,0 1 1 0 0,0 0-1 0 0,0-1 0 0 0,0 1 1 0 0,0 1-1 0 0,-1-1 0 0 0,8 4 1 0 0,-9-4-11 0 0,1 0 0 0 0,-2 1 0 0 0,1-1 1 0 0,0 1-1 0 0,0-1 0 0 0,0 1 1 0 0,-1 0-1 0 0,1 0 0 0 0,-1 0 0 0 0,1 0 1 0 0,-1 0-1 0 0,0 0 0 0 0,0 0 0 0 0,0 0 1 0 0,0 0-1 0 0,0 1 0 0 0,0-1 0 0 0,0 0 1 0 0,-1 1-1 0 0,0-1 0 0 0,1 0 1 0 0,-1 1-1 0 0,0 2 0 0 0,0 8 41 0 0,0 0 1 0 0,-1 0-1 0 0,-1 0 0 0 0,0 0 1 0 0,-1 0-1 0 0,0-1 0 0 0,-1 1 1 0 0,-1-1-1 0 0,0 0 0 0 0,0 0 1 0 0,-10 15-1 0 0,-2 10 13 0 0,14-30-74 0 0,1 0-1 0 0,-2-1 1 0 0,1 1 0 0 0,-1-1-1 0 0,-5 7 1 0 0,9-12-9 0 0,0-1 1 0 0,-1 0 0 0 0,1 0-1 0 0,0 0 1 0 0,-1 1-1 0 0,1-1 1 0 0,0 0 0 0 0,0 1-1 0 0,-1-1 1 0 0,1 0-1 0 0,0 0 1 0 0,0 1 0 0 0,0-1-1 0 0,0 0 1 0 0,-1 1-1 0 0,1-1 1 0 0,0 0 0 0 0,0 1-1 0 0,0-1 1 0 0,0 1-1 0 0,0-1 1 0 0,0 0 0 0 0,0 1-1 0 0,0-1 1 0 0,0 0-1 0 0,0 1 1 0 0,0-1 0 0 0,0 1-1 0 0,0-1 1 0 0,0 0-1 0 0,0 1 1 0 0,0-1 0 0 0,1 0-1 0 0,-1 1 1 0 0,0-1-1 0 0,0 0 1 0 0,0 1 0 0 0,0-1-1 0 0,1 0 1 0 0,-1 1-1 0 0,0-1 1 0 0,0 0 0 0 0,1 0-1 0 0,-1 1 1 0 0,0-1-1 0 0,1 0 1 0 0,-1 0 0 0 0,0 0-1 0 0,1 1 1 0 0,-1-1-1 0 0,0 0 1 0 0,1 0 0 0 0,-1 0-1 0 0,0 0 1 0 0,1 0-1 0 0,-1 0 1 0 0,1 0 0 0 0,2 1-14 0 0,-1-1-1 0 0,1 1 1 0 0,-1-1 0 0 0,1 0 0 0 0,-1 0 0 0 0,1 0 0 0 0,-1-1 0 0 0,1 1 0 0 0,3-1 0 0 0,10-2-23 0 0,1 0 0 0 0,0 2 0 0 0,0 0 1 0 0,0 0-1 0 0,25 4 0 0 0,-36 0 41 0 0,-1-1 0 0 0,0 1 0 0 0,0 0 0 0 0,1 1 0 0 0,-2-1 0 0 0,1 1 0 0 0,0 0 0 0 0,-1 0 0 0 0,0 0 0 0 0,0 1 0 0 0,0 0 0 0 0,0-1 0 0 0,-1 1 0 0 0,0 1 0 0 0,4 8-1 0 0,-5-11 5 0 0,-1 1 0 0 0,0 0-1 0 0,0 0 1 0 0,-1 0-1 0 0,1-1 1 0 0,-1 1 0 0 0,0 0-1 0 0,0 0 1 0 0,0 0-1 0 0,-1 0 1 0 0,1 0-1 0 0,-1-1 1 0 0,0 1 0 0 0,-1 4-1 0 0,-2 1 74 0 0,-1 1 0 0 0,1-1 0 0 0,-12 15 0 0 0,2-2 193 0 0,12-18-198 0 0,-1 0-1 0 0,-1 0 1 0 0,1 0 0 0 0,0 0 0 0 0,-1-1 0 0 0,0 1-1 0 0,-6 4 1 0 0,-16 16 520 0 0,18-18-467 0 0,-1 0 0 0 0,1-1-1 0 0,-1 1 1 0 0,0-2-1 0 0,0 1 1 0 0,0-1 0 0 0,-1-1-1 0 0,1 1 1 0 0,-15 1-1 0 0,20-4-131 0 0,1-1 0 0 0,0 0 0 0 0,-1 0 0 0 0,1 0 0 0 0,0-1 0 0 0,-1 1 0 0 0,1-1 0 0 0,0 0 0 0 0,0 0 0 0 0,-1 0 0 0 0,1 0-1 0 0,0-1 1 0 0,0 1 0 0 0,-3-3 0 0 0,-17-6-621 0 0,19 9 493 0 0,3 1 45 0 0,1 0 0 0 0,-1 0 0 0 0,1 0 0 0 0,-1 0 0 0 0,1 0-1 0 0,-1-1 1 0 0,1 1 0 0 0,-1 0 0 0 0,1 0 0 0 0,-1 0 0 0 0,1-1-1 0 0,0 1 1 0 0,-1 0 0 0 0,1-1 0 0 0,-1 1 0 0 0,1 0 0 0 0,0-1-1 0 0,-1 1 1 0 0,1 0 0 0 0,0-1 0 0 0,-1 1 0 0 0,1-1 0 0 0,0 1 0 0 0,-1-1-1 0 0,1 1 1 0 0,0 0 0 0 0,0-1 0 0 0,0 1 0 0 0,-1-1 0 0 0,1 1-1 0 0,0-1 1 0 0,0 1 0 0 0,0-1 0 0 0,0 1 0 0 0,0-1 0 0 0,0 0-1 0 0,0 1 1 0 0,0-1 0 0 0,0 1 0 0 0,0-1 0 0 0,1 1 0 0 0,-1-1-1 0 0,0 0 1 0 0,0 0-59 0 0,0 1-1 0 0,0-1 1 0 0,0 1-1 0 0,0-1 0 0 0,0 1 1 0 0,0-1-1 0 0,0 0 1 0 0,0 1-1 0 0,-1-1 1 0 0,1 1-1 0 0,0-1 0 0 0,0 1 1 0 0,-1-1-1 0 0,1 1 1 0 0,0-1-1 0 0,-1 1 1 0 0,1-1-1 0 0,-1 1 0 0 0,1-1 1 0 0,0 1-1 0 0,-1 0 1 0 0,1-1-1 0 0,-1 1 1 0 0,1 0-1 0 0,-2-1 0 0 0,2 1-41 0 0,-1 0-1 0 0,1-1 0 0 0,0 1 0 0 0,-1 0 0 0 0,1 0 0 0 0,-1-1 0 0 0,1 1 0 0 0,0 0 0 0 0,-1-1 0 0 0,1 1 0 0 0,0-1 0 0 0,-1 1 0 0 0,1 0 0 0 0,0-1 0 0 0,0 1 0 0 0,-1-1 0 0 0,1 1 0 0 0,0-1 1 0 0,0 1-1 0 0,0-1 0 0 0,0 1 0 0 0,0-1 0 0 0,-1 1 0 0 0,1-1 0 0 0,0 0 0 0 0,3-8-10524 0 0,9 0 7910 0 0,3 1 512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0.8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1082 1 112 0 0,'7'3'-607'0'0,"10"6"7620"0"0,-17-6-3422 0 0,-12-1-2639 0 0,8-1-742 0 0,1 1 0 0 0,-1 0-1 0 0,0 0 1 0 0,1 0 0 0 0,-1 0 0 0 0,1 0-1 0 0,0 1 1 0 0,0 0 0 0 0,-5 4 0 0 0,-12 10 376 0 0,15-13-496 0 0,0-1 0 0 0,1 1 1 0 0,-1 1-1 0 0,1-1 1 0 0,-4 6-1 0 0,-18 19 352 0 0,14-16-310 0 0,-6 6 92 0 0,-7-3 0 0 0,20-12-189 0 0,0 0 0 0 0,0-1 0 0 0,-1 0 0 0 0,1 0 0 0 0,-1 0 0 0 0,0 0 0 0 0,-6 1 0 0 0,1 0 20 0 0,1 1 1 0 0,-1 0-1 0 0,1 0 1 0 0,0 1 0 0 0,-12 9-1 0 0,12-8-14 0 0,1 0 1 0 0,-1-1-1 0 0,0-1 0 0 0,0 1 0 0 0,-15 4 0 0 0,8-4 328 0 0,1 1-1 0 0,-23 13 1 0 0,4-9 192 0 0,31-8-516 0 0,-6 3 64 0 0,-1 0-1 0 0,1 0 0 0 0,-2-1 0 0 0,1 0 0 0 0,0-1 0 0 0,-1 0 0 0 0,0-1 0 0 0,0 0 0 0 0,-15 1 0 0 0,16-3 228 0 0,-1 0 0 0 0,0 1 0 0 0,0 0 1 0 0,1 1-1 0 0,-1 0 0 0 0,-19 9 0 0 0,-63 30 306 0 0,89-40-472 0 0,0-1-1 0 0,1 1 1 0 0,-1-1-1 0 0,0 0 1 0 0,0 0-1 0 0,-6 0 1 0 0,7-1 45 0 0,-1 1 0 0 0,1-1 0 0 0,-1 1 0 0 0,1 0 0 0 0,0 0 0 0 0,-5 3 1 0 0,4-3-110 0 0,1 0 0 0 0,-1 0 0 0 0,0-1 0 0 0,0 1 0 0 0,0-1 0 0 0,1 0 0 0 0,-1 0 0 0 0,0 0 0 0 0,-5-2 0 0 0,3 1-23 0 0,0 1 0 0 0,0-1 0 0 0,1 1 0 0 0,-1 1 0 0 0,-8 0 0 0 0,-42 6 765 0 0,23 2 377 0 0,17-10-1833 0 0,11-2-5245 0 0,15-10-9358 0 0,-1 5 12130 0 0,0-2 4307 0 0,7-12-3904 0 0,0 3 694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1.4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1 126 204 0 0,'0'-1'116'0'0,"0"1"1"0"0,0-1-1 0 0,0 1 1 0 0,0 0-1 0 0,0-1 0 0 0,0 1 1 0 0,0-1-1 0 0,0 1 1 0 0,1-1-1 0 0,-1 1 0 0 0,0-1 1 0 0,0 1-1 0 0,0 0 1 0 0,1-1-1 0 0,-1 1 0 0 0,0 0 1 0 0,1-1-1 0 0,-1 1 1 0 0,0 0-1 0 0,1-1 0 0 0,-1 1 1 0 0,1 0-1 0 0,-1-1 1 0 0,0 1-1 0 0,1 0 0 0 0,0-1-15 0 0,-1 1 0 0 0,1 0-1 0 0,-1 0 1 0 0,1-1 0 0 0,-1 1-1 0 0,1-1 1 0 0,-1 1 0 0 0,1 0-1 0 0,-1-1 1 0 0,1 1 0 0 0,-1-1-1 0 0,0 1 1 0 0,1-1 0 0 0,-1 1-1 0 0,0-1 1 0 0,0 1 0 0 0,1-1 0 0 0,-1 0-1 0 0,0 1 1 0 0,0-1 0 0 0,0 1-1 0 0,0-1 1 0 0,0 1 0 0 0,0-1-1 0 0,0-1 1 0 0,2-26 4550 0 0,-2 25-4383 0 0,1 0 1 0 0,0 0-1 0 0,0-1 0 0 0,0 1 1 0 0,0 0-1 0 0,0 0 0 0 0,4-5 1 0 0,-4 5-73 0 0,0 1 0 0 0,-1-1-1 0 0,1 1 1 0 0,-1-1 0 0 0,1 1 0 0 0,-1-1 0 0 0,0 1 0 0 0,0-1 0 0 0,0 1 0 0 0,0-1 0 0 0,-1-3 0 0 0,0-4 959 0 0,3 11-933 0 0,-2-2-213 0 0,1 1 1 0 0,-1 0-1 0 0,1 0 0 0 0,-1 0 1 0 0,1 0-1 0 0,-1 0 0 0 0,1 0 1 0 0,-1 0-1 0 0,1 0 0 0 0,-1 0 1 0 0,0 1-1 0 0,1-1 0 0 0,-1 0 1 0 0,1 0-1 0 0,-1 0 0 0 0,1 0 1 0 0,-1 1-1 0 0,0-1 0 0 0,1 0 0 0 0,-1 0 1 0 0,0 1-1 0 0,1-1 0 0 0,-1 0 1 0 0,0 1-1 0 0,1-1 0 0 0,-1 0 1 0 0,0 1-1 0 0,1-1 0 0 0,-1 0 1 0 0,0 1-1 0 0,0-1 0 0 0,0 1 1 0 0,1-1-1 0 0,-1 1 0 0 0,0-1 1 0 0,0 0-1 0 0,0 1 0 0 0,0 0 1 0 0,6 19 387 0 0,1-5-92 0 0,8 35 640 0 0,-1-8-46 0 0,-3 0 0 0 0,8 50 0 0 0,13 98 1403 0 0,-19-107-1590 0 0,-9-52-389 0 0,9 37 1 0 0,10 50 110 0 0,-4-18-834 0 0,-15-64-959 0 0,-4-33 780 0 0,0 0 0 0 0,0 0-1 0 0,-1 0 1 0 0,0 0 0 0 0,0 0-1 0 0,0 0 1 0 0,0-1 0 0 0,-2 5 0 0 0,2-4-196 0 0,-1-1 1 0 0,0 1 0 0 0,0-1 0 0 0,-1 1 0 0 0,1-1-1 0 0,0 0 1 0 0,-1 0 0 0 0,0 0 0 0 0,1 0 0 0 0,-1 0-1 0 0,0-1 1 0 0,0 1 0 0 0,0-1 0 0 0,0 0 0 0 0,0 0 0 0 0,0 0-1 0 0,0 0 1 0 0,-6 1 0 0 0,-19-1-1897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2.3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34 304 0 0,'0'-1'331'0'0,"0"0"1"0"0,0 0-1 0 0,0 0 1 0 0,0 1-1 0 0,0-1 0 0 0,0 0 1 0 0,0 0-1 0 0,1 1 1 0 0,-1-1-1 0 0,0 0 0 0 0,1 0 1 0 0,-1 1-1 0 0,1-1 1 0 0,-1 0-1 0 0,0 1 0 0 0,1-1 1 0 0,-1 1-1 0 0,1-1 1 0 0,1 0-1 0 0,-2 0-12 0 0,1 0 1 0 0,0 1-1 0 0,-1-1 1 0 0,1 0-1 0 0,-1 1 1 0 0,1-1-1 0 0,-1 0 0 0 0,1 1 1 0 0,-1-1-1 0 0,1 0 1 0 0,-1 0-1 0 0,0 0 1 0 0,1 0-1 0 0,-1 1 0 0 0,0-1 1 0 0,0 0-1 0 0,0 0 1 0 0,0 0-1 0 0,0-1 1 0 0,0 0 948 0 0,13 19-419 0 0,-9-12-669 0 0,-1 0 0 0 0,1 0 0 0 0,-1 1 0 0 0,0-1 1 0 0,-1 1-1 0 0,1 0 0 0 0,-1 0 0 0 0,-1 0 0 0 0,3 10 0 0 0,-2-6 138 0 0,1 0 0 0 0,1 0 0 0 0,5 12 0 0 0,-1-1 243 0 0,-1-1-1 0 0,-2 1 1 0 0,1-1 0 0 0,3 43 0 0 0,-2-16 163 0 0,-1-17-284 0 0,-2-12-69 0 0,-1 0-1 0 0,2 34 1 0 0,9 81 774 0 0,-14 6-1081 0 0,0-136-448 0 0,3-22-5332 0 0,-4-6 2804 0 0,-1 1 126 0 0,-8-50-3348 0 0,20-10 1336 0 0,-10 42 3036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3.9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8 0 0,'0'0'16'0'0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4.2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0 28 0 0,'0'0'100'0'0,"-15"0"44"0"0,15 9-136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4.9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 0 152 0 0,'0'0'2164'0'0,"3"2"-1851"0"0,-2-2-357 0 0,8 5 531 0 0,-9-5-470 0 0,0 1 0 0 0,0-1-1 0 0,0 1 1 0 0,0-1-1 0 0,0 0 1 0 0,0 1 0 0 0,-1-1-1 0 0,1 1 1 0 0,0-1-1 0 0,0 1 1 0 0,0-1 0 0 0,0 1-1 0 0,-1-1 1 0 0,1 1-1 0 0,0-1 1 0 0,-1 0 0 0 0,1 1-1 0 0,0-1 1 0 0,0 0 0 0 0,-1 1-1 0 0,1-1 1 0 0,-1 0-1 0 0,1 1 1 0 0,0-1 0 0 0,-1 0-1 0 0,1 0 1 0 0,-1 1-1 0 0,1-1 1 0 0,-1 0 0 0 0,1 0-1 0 0,0 0 1 0 0,-1 0-1 0 0,0 1 1 0 0,-4 22-82 0 0,3-23-297 0 0,1 0 428 0 0,1 0-1 0 0,0 0 1 0 0,-1 0 0 0 0,1 0-1 0 0,0 0 1 0 0,-1 0-1 0 0,1 0 1 0 0,0 0 0 0 0,-1 0-1 0 0,1 0 1 0 0,0 0-1 0 0,-1 0 1 0 0,1 0 0 0 0,0 0-1 0 0,-1 0 1 0 0,1 0-1 0 0,0 0 1 0 0,-1 1 0 0 0,1-1-1 0 0,0 0 1 0 0,0 0-1 0 0,-1 0 1 0 0,1 0 0 0 0,0 1-1 0 0,0-1 1 0 0,-1 0-1 0 0,1 0 1 0 0,0 1 0 0 0,0-1-1 0 0,-1 0 1 0 0,1 1-1 0 0,0-1 1 0 0,0 0 0 0 0,0 0-1 0 0,0 1 1 0 0,0-1-1 0 0,0 0 1 0 0,-1 1 0 0 0,1-1-1 0 0,0 0 1 0 0,0 1-1 0 0,0-1 1 0 0,0 0 0 0 0,0 1-1 0 0,0 0 1 0 0,-29-3 4062 0 0,27-11-434 0 0,-8 4-2917 0 0,9 9-777 0 0,-1-1 138 0 0,1-1-53 0 0,1 1 1 0 0,0 0-1 0 0,-1 0 1 0 0,0 0 0 0 0,1-1-1 0 0,-1 1 1 0 0,1 0-1 0 0,-1 0 1 0 0,0 0-1 0 0,0 0 1 0 0,0 0 0 0 0,0 1-1 0 0,0-1 1 0 0,1 0-1 0 0,-1 0 1 0 0,-1 0-1 0 0,1 1 1 0 0,0-1 0 0 0,0 1-1 0 0,0-1 1 0 0,0 1-1 0 0,0-1 1 0 0,-2 0-1 0 0,-3-1 153 0 0,4 0 1550 0 0,2 29-1442 0 0,-1-20-292 0 0,1 0-1 0 0,-1 0 0 0 0,-1 1 1 0 0,-2 8-1 0 0,2-11-1 0 0,1 0 1 0 0,-1 0-1 0 0,1 0 0 0 0,0 0 1 0 0,1 0-1 0 0,-1 1 0 0 0,1-1 1 0 0,0 0-1 0 0,0 0 0 0 0,1 1 1 0 0,2 8-1 0 0,0 0 154 0 0,0 1-1 0 0,0 0 1 0 0,-2 0-1 0 0,1 28 1 0 0,5-14-20 0 0,-6-25-172 0 0,1 0 1 0 0,-1 0 0 0 0,0-1 0 0 0,0 2 0 0 0,0-1 0 0 0,-1 0-1 0 0,1 4 1 0 0,-2 10 13 0 0,2 23-3 0 0,11-43-13 0 0,6-20 5 0 0,13-15-1 0 0,-27 32-17 0 0,-1-1-1 0 0,1 1 1 0 0,1 0-1 0 0,-1 0 1 0 0,1 1-1 0 0,-1-1 1 0 0,2 1-1 0 0,4-4 1 0 0,-4 5 16 0 0,0 0 1 0 0,0 1-1 0 0,0 0 1 0 0,1 0-1 0 0,-1 0 1 0 0,0 1-1 0 0,1-1 1 0 0,-1 2-1 0 0,1-1 1 0 0,-1 1-1 0 0,1 0 1 0 0,-1 0-1 0 0,1 0 1 0 0,-1 1-1 0 0,12 3 1 0 0,-14-3 35 0 0,0 0 1 0 0,-1 1-1 0 0,0-1 1 0 0,1 1-1 0 0,-1 0 1 0 0,0 0-1 0 0,0 0 0 0 0,0 0 1 0 0,0 0-1 0 0,0 1 1 0 0,0-1-1 0 0,-1 1 1 0 0,1 0-1 0 0,-1 0 1 0 0,0 0-1 0 0,0 0 1 0 0,0 0-1 0 0,0 0 1 0 0,0 1-1 0 0,-1-1 0 0 0,1 0 1 0 0,-1 1-1 0 0,0 0 1 0 0,0-1-1 0 0,-1 1 1 0 0,1 0-1 0 0,-1-1 1 0 0,1 1-1 0 0,-1 4 0 0 0,0 15 458 0 0,-1 0 0 0 0,-1 0 0 0 0,-8 35 0 0 0,8-50-473 0 0,0 0 0 0 0,-1 0 0 0 0,0 1 1 0 0,0-2-1 0 0,-1 1 0 0 0,0 0 0 0 0,0-1 1 0 0,-1 0-1 0 0,0 0 0 0 0,0 0 0 0 0,-1 0 0 0 0,-10 8 1 0 0,15-13-131 0 0,-1-1-1 0 0,1 0 1 0 0,-1 0 0 0 0,1 0 0 0 0,-1 0 0 0 0,0 0 0 0 0,0 0-1 0 0,1 0 1 0 0,-1-1 0 0 0,0 1 0 0 0,0-1 0 0 0,0 1 0 0 0,0-1-1 0 0,1 1 1 0 0,-1-1 0 0 0,0 0 0 0 0,0 0 0 0 0,0 0 0 0 0,0 0-1 0 0,0-1 1 0 0,0 1 0 0 0,0 0 0 0 0,0-1 0 0 0,0 1 0 0 0,1-1 0 0 0,-1 0-1 0 0,-2-1 1 0 0,0 0-277 0 0,1 0 0 0 0,0-1 0 0 0,0 1 0 0 0,0-1 0 0 0,0 0 0 0 0,0 0 0 0 0,0 0 0 0 0,1 0 0 0 0,-1-1 0 0 0,1 1-1 0 0,-3-6 1 0 0,-10-19-1897 0 0,1 0-936 0 0,0-1 0 0 0,-18-55-1 0 0,3-21-1558 0 0,14 62 2989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5.2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1 143 1840 0 0,'0'-28'8901'0'0,"6"8"-3438"0"0,-4 18-5271 0 0,-1-1 1 0 0,2 1-1 0 0,-1 0 1 0 0,0 0-1 0 0,0 0 1 0 0,1 0-1 0 0,-1 0 1 0 0,1 0-1 0 0,0 1 1 0 0,-1-1-1 0 0,1 1 1 0 0,0 0-1 0 0,0 0 1 0 0,4-1-1 0 0,19-7 279 0 0,32-14 164 0 0,-47 18-952 0 0,0 0 0 0 0,1 1 1 0 0,0 0-1 0 0,-1 1 0 0 0,1 0 0 0 0,22-2 0 0 0,-3 0-1777 0 0,-24 4 907 0 0,0 1 0 0 0,0-1 0 0 0,0 1 1 0 0,1 0-1 0 0,-1 1 0 0 0,13 2 0 0 0,26 2-4329 0 0,-19-5 3635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45.6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60 118 244 0 0,'0'2'6497'0'0,"-3"12"-2651"0"0,2-13-3645 0 0,0 1 0 0 0,1-1 0 0 0,-1 0 0 0 0,0 0 0 0 0,0 0 0 0 0,1 1 0 0 0,-1-1 0 0 0,0 0 0 0 0,1 1 0 0 0,-1-1 0 0 0,1 1 0 0 0,0-1 0 0 0,-1 1 0 0 0,1-1 0 0 0,0 0 0 0 0,0 3 0 0 0,-5 22 1212 0 0,2-18-1153 0 0,0 1-1 0 0,1-1 0 0 0,0 1 1 0 0,0 0-1 0 0,1 0 0 0 0,1 0 1 0 0,-1 0-1 0 0,2 10 1 0 0,-1-8 34 0 0,1-3-155 0 0,1-1 0 0 0,0 1 0 0 0,0-1 0 0 0,0 1 0 0 0,7 11 0 0 0,-7-16-132 0 0,0-1-1 0 0,0 0 0 0 0,0 0 0 0 0,1 0 0 0 0,-1 0 0 0 0,1-1 1 0 0,-1 1-1 0 0,1 0 0 0 0,0-1 0 0 0,0 0 0 0 0,0 0 0 0 0,0 0 1 0 0,0 0-1 0 0,0 0 0 0 0,0-1 0 0 0,0 1 0 0 0,0-1 0 0 0,0 0 0 0 0,0 1 1 0 0,5-2-1 0 0,19 4-14 0 0,-11 1 75 0 0,-1 1 1 0 0,1 0 0 0 0,-1 1-1 0 0,0 0 1 0 0,0 1-1 0 0,-1 1 1 0 0,24 17-1 0 0,-34-21 23 0 0,1 0-1 0 0,-1 0 0 0 0,0 1 0 0 0,0-1 1 0 0,-1 1-1 0 0,1 0 0 0 0,-1 0 0 0 0,0 1 1 0 0,0-1-1 0 0,-1 0 0 0 0,0 1 0 0 0,0 0 1 0 0,0 0-1 0 0,0-1 0 0 0,-1 1 0 0 0,0 0 1 0 0,0 12-1 0 0,0-11-30 0 0,-1 0 1 0 0,-1 0-1 0 0,1 0 1 0 0,-1-1-1 0 0,0 1 1 0 0,-1 0 0 0 0,1 0-1 0 0,-1-1 1 0 0,-1 1-1 0 0,1-1 1 0 0,-1 1-1 0 0,0-1 1 0 0,-1 0-1 0 0,1 0 1 0 0,-7 7-1 0 0,-33 36-1119 0 0,41-47 832 0 0,0 1 0 0 0,0-1 0 0 0,0 0 0 0 0,-1 0 1 0 0,1-1-1 0 0,-1 1 0 0 0,1 0 0 0 0,-1-1 0 0 0,0 0 1 0 0,1 1-1 0 0,-1-1 0 0 0,0 0 0 0 0,0 0 1 0 0,0-1-1 0 0,0 1 0 0 0,0-1 0 0 0,0 1 0 0 0,0-1 1 0 0,-5 0-1 0 0,4 0-232 0 0,0-1 0 0 0,0 1 0 0 0,1-1 0 0 0,-1 1 0 0 0,0-1 0 0 0,0 0 0 0 0,1 0 0 0 0,-1-1 0 0 0,1 1 0 0 0,-1-1 0 0 0,1 0 0 0 0,0 0 0 0 0,0 0 0 0 0,-1 0 0 0 0,1 0 0 0 0,-3-4 0 0 0,-51-60-5161 0 0,27 26 3513 0 0</inkml:trace>
  <inkml:trace contextRef="#ctx0" brushRef="#br0" timeOffset="1">0 218 2256 0 0,'0'-17'2936'0'0,"15"-8"273"0"0,-15 17 147 0 0,15-9-80 0 0,0 0-1283 0 0,15 9-1029 0 0,-15 0-712 0 0,29-9-580 0 0,-14 0-728 0 0,15 9-989 0 0,-1-9-699 0 0,-14 0-280 0 0,15 9 8 0 0,-1-9 215 0 0,-14 0 545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1.4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0 172 1008 0 0,'3'0'379'0'0,"-1"0"-1"0"0,1 0 1 0 0,-1 1 0 0 0,1-1-1 0 0,-1 1 1 0 0,1-1 0 0 0,-1 1-1 0 0,0 0 1 0 0,4 2-1 0 0,-4-2 1619 0 0,11-2 950 0 0,19-31-501 0 0,-31 31-2388 0 0,1 0-1 0 0,-1 0 1 0 0,1 0 0 0 0,-1-1 0 0 0,0 1 0 0 0,0 0 0 0 0,1 0-1 0 0,-1-1 1 0 0,0 1 0 0 0,0-1 0 0 0,1-2 0 0 0,12-13 501 0 0,-7 10-257 0 0,0 1-1 0 0,-1-1 0 0 0,0 0 1 0 0,10-14-1 0 0,-16 20-246 0 0,1 0 0 0 0,0-1 0 0 0,-1 1 0 0 0,1 0 0 0 0,0 0 0 0 0,0 0 1 0 0,0 0-1 0 0,0 0 0 0 0,0 0 0 0 0,0 0 0 0 0,0 0 0 0 0,0 0 0 0 0,0 0 0 0 0,2 0 0 0 0,4-6 759 0 0,1 4 2420 0 0,-10 3-3136 0 0,0-1-1 0 0,1 1 0 0 0,-1 0 0 0 0,1-1 0 0 0,-1 1 0 0 0,1-1 0 0 0,-1 0 0 0 0,1 0 0 0 0,-1 1 0 0 0,1-1 0 0 0,-2-2 0 0 0,1 2-20 0 0,1 0-1 0 0,0 1 0 0 0,-1-1 1 0 0,1 0-1 0 0,0 0 1 0 0,-1 1-1 0 0,1-1 0 0 0,-1 0 1 0 0,0 1-1 0 0,1 0 1 0 0,-3-1-1 0 0,0 0 45 0 0,0 1 0 0 0,-1-1 1 0 0,1 0-1 0 0,0-1 0 0 0,0 1 0 0 0,-5-3 1 0 0,-4-1 90 0 0,-13 1 154 0 0,25 3-437 0 0,0 1-1 0 0,1 0 0 0 0,-1 0 1 0 0,0 0-1 0 0,0-1 0 0 0,1 1 1 0 0,-1 0-1 0 0,0 0 1 0 0,0 0-1 0 0,1 0 0 0 0,-1 1 1 0 0,0-1-1 0 0,0 0 0 0 0,1 0 1 0 0,-1 0-1 0 0,0 1 0 0 0,1-1 1 0 0,-1 0-1 0 0,0 0 0 0 0,1 1 1 0 0,-1-1-1 0 0,0 1 1 0 0,1-1-1 0 0,-1 1 0 0 0,0 0 1 0 0,1-1-7 0 0,0 0 1 0 0,0 1 0 0 0,0-1 0 0 0,0 1 0 0 0,0-1 0 0 0,0 0-1 0 0,0 1 1 0 0,0-1 0 0 0,0 1 0 0 0,0-1 0 0 0,0 0-1 0 0,0 1 1 0 0,0-1 0 0 0,1 0 0 0 0,-1 1 0 0 0,0-1-1 0 0,0 0 1 0 0,0 1 0 0 0,1-1 0 0 0,-1 0 0 0 0,0 1 0 0 0,0-1-1 0 0,1 0 1 0 0,-1 0 0 0 0,0 1 0 0 0,0-1 0 0 0,1 0-1 0 0,-1 0 1 0 0,0 1 0 0 0,1-1 0 0 0,-1 0 0 0 0,0 0 0 0 0,1 0-1 0 0,-1 0 1 0 0,1 1 0 0 0,5 3-2120 0 0,-4 4-3706 0 0,13 1-1487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1.9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255 68 560 0 0,'-2'1'177'0'0,"1"0"1"0"0,0 0-1 0 0,-1 0 0 0 0,1 1 0 0 0,-1-1 1 0 0,1 0-1 0 0,0 1 0 0 0,0-1 0 0 0,0 1 1 0 0,0 0-1 0 0,-1 1 0 0 0,-9 11 2007 0 0,10-14-1890 0 0,1 1-1 0 0,0-1 1 0 0,-1 1-1 0 0,1-1 1 0 0,0 1-1 0 0,-1-1 1 0 0,1 1-1 0 0,0-1 1 0 0,0 1-1 0 0,-1-1 1 0 0,1 1-1 0 0,0-1 1 0 0,0 1-1 0 0,0 0 1 0 0,0-1 0 0 0,0 1-1 0 0,0-1 1 0 0,0 1-1 0 0,0-1 1 0 0,0 1-1 0 0,0 0 1 0 0,0-1-1 0 0,0 1 1 0 0,1 0-1 0 0,-1 7 4124 0 0,-2-5-4269 0 0,-5 0 481 0 0,1-1 0 0 0,-1 0 0 0 0,0 0 1 0 0,0 0-1 0 0,-11 0 0 0 0,-17 5 291 0 0,26-5-823 0 0,1 1 1 0 0,-1 1-1 0 0,1 0 1 0 0,0 0-1 0 0,0 1 1 0 0,0-1-1 0 0,1 2 1 0 0,-1-1-1 0 0,-10 12 1 0 0,14-13-94 0 0,-1 1 0 0 0,2-1-1 0 0,-1 1 1 0 0,0 0 0 0 0,1 0 0 0 0,0 0 0 0 0,0 1 0 0 0,1-1-1 0 0,-1 1 1 0 0,1 0 0 0 0,1-1 0 0 0,-1 1 0 0 0,1 0 0 0 0,0 0 0 0 0,-1 11-1 0 0,2-4 1 0 0,-1-8-5 0 0,1 0-1 0 0,0-1 0 0 0,0 1 1 0 0,0 0-1 0 0,1-1 0 0 0,0 1 0 0 0,0 0 1 0 0,0-1-1 0 0,0 1 0 0 0,0-1 1 0 0,1 1-1 0 0,0-1 0 0 0,4 7 0 0 0,13 16 0 0 0,2-1 0 0 0,1 0-1 0 0,0-2 1 0 0,28 22-1 0 0,-20-18 25 0 0,-1 0 0 0 0,43 57-1 0 0,-68-80-14 0 0,-1 0 1 0 0,0-1-1 0 0,-1 2 0 0 0,1-1 1 0 0,-1 0-1 0 0,0 0 0 0 0,0 1 0 0 0,-1-1 1 0 0,1 1-1 0 0,-1-1 0 0 0,0 1 1 0 0,-1 0-1 0 0,0-1 0 0 0,0 9 0 0 0,-1-3 25 0 0,0 0 0 0 0,-1 0 0 0 0,-1 0-1 0 0,0 0 1 0 0,0-1 0 0 0,-7 14-1 0 0,3-11 5 0 0,0 0 0 0 0,-1 0-1 0 0,0-1 1 0 0,-12 12 0 0 0,-5 9-3 0 0,24-31-30 0 0,-1 1 0 0 0,-1 0 0 0 0,1-1 1 0 0,0 1-1 0 0,-1-1 0 0 0,1 0 0 0 0,-1 0 1 0 0,0 0-1 0 0,1 0 0 0 0,-1 0 0 0 0,0-1 0 0 0,0 1 1 0 0,0-1-1 0 0,0 0 0 0 0,-1 0 0 0 0,1 0 1 0 0,0 0-1 0 0,0 0 0 0 0,-1-1 0 0 0,1 1 0 0 0,0-1 1 0 0,-1 0-1 0 0,1 0 0 0 0,-1-1 0 0 0,1 1 1 0 0,0 0-1 0 0,0-1 0 0 0,-1 0 0 0 0,1 0 0 0 0,0 0 1 0 0,0 0-1 0 0,0-1 0 0 0,0 1 0 0 0,0-1 0 0 0,0 0 1 0 0,0 1-1 0 0,0-2 0 0 0,1 1 0 0 0,-1 0 1 0 0,1 0-1 0 0,0-1 0 0 0,-1 1 0 0 0,1-1 0 0 0,0 0 1 0 0,1 1-1 0 0,-4-6 0 0 0,-11-24 15 0 0,-21-60 0 0 0,31 74-13 0 0,2 0-1 0 0,0-1 1 0 0,1 0 0 0 0,1 0-1 0 0,0-23 1 0 0,2 33-5 0 0,-1-20 3 0 0,2 0 0 0 0,1 0-1 0 0,11-56 1 0 0,-7 61-105 0 0,2 1 0 0 0,0 0 0 0 0,1 0 0 0 0,1 1 0 0 0,2 1 0 0 0,24-37 0 0 0,-12 23-2382 0 0,1 2 0 0 0,58-58-1 0 0,-57 64-1788 0 0,0 0 1 0 0,31-44-1 0 0,-30 45 2175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4.1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361 497 404 0 0,'-72'33'4484'0'0,"61"-28"-3825"0"0,-1 0 0 0 0,0-1 0 0 0,0-1 0 0 0,0 0 0 0 0,0-1-1 0 0,-21 2 1 0 0,31-5-606 0 0,0 1-1 0 0,0 0 1 0 0,0-1-1 0 0,0 1 1 0 0,0-1-1 0 0,0 1 1 0 0,1-1-1 0 0,-1 0 1 0 0,0 0-1 0 0,0 0 1 0 0,1 0-1 0 0,-1 0 0 0 0,1 0 1 0 0,-2-2-1 0 0,-1-6 251 0 0,16 5-217 0 0,-7-3-33 0 0,37-2-172 0 0,-36 8-120 0 0,0-1 0 0 0,0 1 0 0 0,-1-1 0 0 0,1 0 0 0 0,-1 0 0 0 0,1-1-1 0 0,-1 0 1 0 0,0 0 0 0 0,0 0 0 0 0,0-1 0 0 0,7-5 0 0 0,-9 4-62 0 0,0-1 1 0 0,1 1 0 0 0,0 1 0 0 0,0-1 0 0 0,0 0-1 0 0,6-4 1 0 0,-7 7 343 0 0,0-1 1 0 0,-1 1-1 0 0,1 0 0 0 0,-1-1 0 0 0,1 0 1 0 0,-1 1-1 0 0,0-1 0 0 0,3-6 0 0 0,-4 5 467 0 0,0 0-1 0 0,0 0 0 0 0,0-1 1 0 0,0 1-1 0 0,-1 0 0 0 0,0-1 1 0 0,0-5-1 0 0,0 9-415 0 0,0-1-1 0 0,0 1 1 0 0,0-1 0 0 0,0 0 0 0 0,0 1 0 0 0,0-1-1 0 0,0 1 1 0 0,-1-1 0 0 0,1 0 0 0 0,-1 1-1 0 0,1-1 1 0 0,-1 1 0 0 0,0 0 0 0 0,1-1-1 0 0,-1 1 1 0 0,0-1 0 0 0,0 1 0 0 0,0 0 0 0 0,0 0-1 0 0,-2-3 1 0 0,3 4-92 0 0,-2-5 31 0 0,1 1 0 0 0,0-1-1 0 0,0 0 1 0 0,1 0 0 0 0,-1 0-1 0 0,1 0 1 0 0,0 0 0 0 0,1 1 0 0 0,0-8-1 0 0,0 0-56 0 0,-1 11 23 0 0,0 0 1 0 0,0 0-1 0 0,0 0 0 0 0,0 0 0 0 0,0 0 1 0 0,0 1-1 0 0,0-1 0 0 0,1 0 1 0 0,-1 0-1 0 0,0 0 0 0 0,0 0 0 0 0,1 0 1 0 0,-1 1-1 0 0,1-1 0 0 0,-1 0 0 0 0,1 0 1 0 0,-1 0-1 0 0,1 1 0 0 0,-1-1 0 0 0,2 0 1 0 0,-1 0-53 0 0,-1 0 0 0 0,1 0 0 0 0,0 0 0 0 0,0 0 0 0 0,-1 0 0 0 0,1 0 0 0 0,0 0 1 0 0,-1-1-1 0 0,0 1 0 0 0,1 0 0 0 0,-1 0 0 0 0,1 0 0 0 0,-1-1 0 0 0,0 1 0 0 0,0 0 0 0 0,0 0 0 0 0,0-1 1 0 0,0 1-1 0 0,0-2 0 0 0,0 2-27 0 0,0 0 0 0 0,0 0 0 0 0,0 0 0 0 0,1 0 0 0 0,-1 0 0 0 0,0 0 0 0 0,1 0 0 0 0,-1 0 0 0 0,0 0 0 0 0,1 0 0 0 0,-1 0 0 0 0,1 0 0 0 0,-1 0 0 0 0,1 0 0 0 0,0 1 0 0 0,1-2 1 0 0,-2 1-15 0 0,1 0 1 0 0,0 1 0 0 0,-1-1 0 0 0,1 0 0 0 0,-1 1 0 0 0,1-1 0 0 0,-1 0 0 0 0,1 0 0 0 0,-1 0 0 0 0,0 0 0 0 0,1 0 0 0 0,-1 1-1 0 0,0-1 1 0 0,0 0 0 0 0,1 0 0 0 0,-1-1 0 0 0,1-2-210 0 0,0 1 0 0 0,0 0 0 0 0,1 0 0 0 0,-1 0 1 0 0,1 1-1 0 0,-1-1 0 0 0,1 0 0 0 0,0 0 0 0 0,0 1 0 0 0,1 0 0 0 0,-1-1 0 0 0,0 1 0 0 0,1 0 0 0 0,4-3 1 0 0,18-21-2124 0 0,5-24 3477 0 0,-30 49-911 0 0,0 0 0 0 0,0 0 0 0 0,1 0 1 0 0,-1 0-1 0 0,0 0 0 0 0,0 0 0 0 0,0 0 0 0 0,0 0 1 0 0,0 0-1 0 0,0 0 0 0 0,0 0 0 0 0,-1 0 1 0 0,1 0-1 0 0,0 0 0 0 0,-1 0 0 0 0,1 0 1 0 0,0 0-1 0 0,-1 0 0 0 0,1 0 0 0 0,-1 0 1 0 0,0 0-1 0 0,1 0 0 0 0,-1 0 0 0 0,1 1 1 0 0,-1-1-1 0 0,0 0 0 0 0,0 0 0 0 0,0 1 0 0 0,1-1 1 0 0,-1 1-1 0 0,-2-2 0 0 0,-34-21 3982 0 0,30 19-3671 0 0,-4 0-111 0 0,1 0-1 0 0,-1 1 1 0 0,1 0 0 0 0,-1 1 0 0 0,0 0 0 0 0,0 1 0 0 0,0 0 0 0 0,0 1-1 0 0,0 0 1 0 0,-12 2 0 0 0,-13-1 197 0 0,21 0-404 0 0,-1 0 0 0 0,0 1 1 0 0,0 1-1 0 0,1 0 1 0 0,0 1-1 0 0,0 1 0 0 0,-23 10 1 0 0,-21 26 210 0 0,57-40-338 0 0,1 0 0 0 0,0 0 0 0 0,0-1 0 0 0,0 1 0 0 0,-1 0 0 0 0,1 0 0 0 0,0 0 0 0 0,0 0 0 0 0,1 0 0 0 0,-1 1 0 0 0,0-1 0 0 0,0 0 0 0 0,0 0 0 0 0,1 0 0 0 0,-1 1 0 0 0,1-1 1 0 0,-1 0-1 0 0,1 1 0 0 0,-1-1 0 0 0,1 1 0 0 0,0-1 0 0 0,0 0 0 0 0,0 1 0 0 0,-1-1 0 0 0,2 1 0 0 0,-1-1 0 0 0,0 1 0 0 0,0-1 0 0 0,0 0 0 0 0,1 4 0 0 0,0-3-4 0 0,0 0 0 0 0,0 0 0 0 0,0 1 0 0 0,0-1 0 0 0,1 0 0 0 0,-1 0 0 0 0,0 0 0 0 0,1 0-1 0 0,0-1 1 0 0,-1 1 0 0 0,1 0 0 0 0,0 0 0 0 0,0-1 0 0 0,0 0 0 0 0,0 1 0 0 0,0-1 0 0 0,0 0 0 0 0,4 2 0 0 0,4 0-3 0 0,0-1-1 0 0,0 0 0 0 0,0 0 0 0 0,1-1 1 0 0,-1 0-1 0 0,0-1 0 0 0,1 0 1 0 0,-1-1-1 0 0,16-3 0 0 0,-1-1-19 0 0,1-1 0 0 0,38-14 0 0 0,-62 19 19 0 0,0 0 1 0 0,1 0-1 0 0,-1 0 1 0 0,0-1-1 0 0,0 1 0 0 0,0 0 1 0 0,-1-1-1 0 0,1 1 1 0 0,0-1-1 0 0,0 0 1 0 0,-1 1-1 0 0,1-1 1 0 0,1-2-1 0 0,-3 3 6 0 0,0 1 0 0 0,1-1-1 0 0,-1 1 1 0 0,0-1-1 0 0,0 0 1 0 0,0 1-1 0 0,1-1 1 0 0,-1 1-1 0 0,0-1 1 0 0,0 1 0 0 0,0-1-1 0 0,0 0 1 0 0,0 1-1 0 0,0-1 1 0 0,0 1-1 0 0,0-1 1 0 0,0 1 0 0 0,0-1-1 0 0,0 0 1 0 0,0 1-1 0 0,-1-1 1 0 0,1 1-1 0 0,0-1 1 0 0,0 1 0 0 0,-1-1-1 0 0,1 1 1 0 0,0-1-1 0 0,-1 1 1 0 0,1-1-1 0 0,0 1 1 0 0,-1-1 0 0 0,1 1-1 0 0,-1 0 1 0 0,1-1-1 0 0,0 1 1 0 0,-1 0-1 0 0,1-1 1 0 0,-1 1 0 0 0,1 0-1 0 0,-1-1 1 0 0,0 1-1 0 0,1 0 1 0 0,-1 0-1 0 0,1 0 1 0 0,-1 0 0 0 0,1 0-1 0 0,-2-1 1 0 0,-10-2 168 0 0,-1-1 0 0 0,-1 2 0 0 0,1 0 0 0 0,0 0 0 0 0,0 2 0 0 0,-1-1 0 0 0,1 2 0 0 0,0-1 1 0 0,-1 2-1 0 0,1 0 0 0 0,0 1 0 0 0,0 0 0 0 0,0 0 0 0 0,-13 7 0 0 0,10-5-68 0 0,-12 4 47 0 0,27-8-148 0 0,1-1 0 0 0,-1 1 0 0 0,0-1-1 0 0,0 1 1 0 0,0-1 0 0 0,1 1-1 0 0,-1-1 1 0 0,0 1 0 0 0,0 0 0 0 0,1-1-1 0 0,-1 1 1 0 0,1 0 0 0 0,-1 0 0 0 0,1 0-1 0 0,-1-1 1 0 0,1 1 0 0 0,-1 0-1 0 0,1 0 1 0 0,0 0 0 0 0,-1 0 0 0 0,1 0-1 0 0,0 0 1 0 0,0 0 0 0 0,0 1 0 0 0,0 0-5 0 0,1 0 0 0 0,0 1 1 0 0,0-1-1 0 0,0 0 1 0 0,1 0-1 0 0,-1 0 0 0 0,0 0 1 0 0,1 0-1 0 0,0 0 1 0 0,-1 0-1 0 0,1 0 0 0 0,0-1 1 0 0,0 1-1 0 0,0 0 1 0 0,0-1-1 0 0,0 0 0 0 0,0 1 1 0 0,0-1-1 0 0,1 0 1 0 0,-1 0-1 0 0,0 0 0 0 0,3 0 1 0 0,6 3-6 0 0,1 0-1 0 0,-1 0 1 0 0,18 2 0 0 0,-14-4-1 0 0,-7 0-12 0 0,1-1 0 0 0,0 0 0 0 0,0 0 1 0 0,0-1-1 0 0,0 0 0 0 0,0 0 0 0 0,18-4 1 0 0,-15 3 2 0 0,-11 1 18 0 0,-1 0-1 0 0,1 0 1 0 0,-1 1 0 0 0,1-1 0 0 0,-1 0 0 0 0,1 0 0 0 0,-1 0 0 0 0,1 0 0 0 0,-1 0 0 0 0,1 0-1 0 0,0 0 1 0 0,-1 0 0 0 0,1 0 0 0 0,-1 0 0 0 0,1 0 0 0 0,-1-1 0 0 0,1 1 0 0 0,-1 0 0 0 0,1 0-1 0 0,-1 0 1 0 0,1-1 0 0 0,-1 1 0 0 0,0 0 0 0 0,1-1 0 0 0,-1 1 0 0 0,1 0 0 0 0,-1-1 0 0 0,0 1-1 0 0,1-1 1 0 0,-1 1 0 0 0,0 0 0 0 0,1-1 0 0 0,-1 1 0 0 0,0-1 0 0 0,1 1 0 0 0,-1-1 0 0 0,0 1-1 0 0,0-1 1 0 0,0 1 0 0 0,0-1 0 0 0,0 1 0 0 0,1-2 0 0 0,-2 2 14 0 0,0-1 0 0 0,0 0 0 0 0,1 0 0 0 0,-1 0 0 0 0,0 0 0 0 0,0 0 0 0 0,0 1 0 0 0,0-1 0 0 0,0 0 0 0 0,0 1 0 0 0,0-1 0 0 0,0 1 0 0 0,0-1 0 0 0,0 1 0 0 0,0-1 0 0 0,0 1 0 0 0,0 0 0 0 0,-1 0 0 0 0,1-1 0 0 0,0 1 0 0 0,0 0 0 0 0,-2 0 0 0 0,-29-3 511 0 0,24 3-390 0 0,0-1-45 0 0,0 1 0 0 0,-1 0 0 0 0,1 1 0 0 0,0-1 0 0 0,0 2 0 0 0,-1-1 0 0 0,1 1 0 0 0,0 0 0 0 0,-15 6 0 0 0,21-6-109 0 0,2-1-41 0 0,0-1-1 0 0,1 1 1 0 0,-1 0-1 0 0,0-1 1 0 0,1 1-1 0 0,-1 0 1 0 0,1-1-1 0 0,-1 1 1 0 0,0 0-1 0 0,1-1 1 0 0,0 1-1 0 0,-1-1 1 0 0,1 1-1 0 0,-1-1 1 0 0,1 1-1 0 0,0-1 0 0 0,-1 1 1 0 0,1-1-1 0 0,0 0 1 0 0,-1 1-1 0 0,1-1 1 0 0,0 0-1 0 0,-1 0 1 0 0,2 1-1 0 0,27 6-6165 0 0,-13-3 2177 0 0,-13-4 3644 0 0,-1 0-1 0 0,1 1 1 0 0,-1-1 0 0 0,1 0-1 0 0,-1 0 1 0 0,0 0-1 0 0,1-1 1 0 0,-1 1-1 0 0,1-1 1 0 0,-1 1 0 0 0,3-2-1 0 0,8-1-890 0 0,17 2-1221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1.3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359 201 696 0 0,'4'0'366'0'0,"-1"0"-1"0"0,1 0 1 0 0,0 0-1 0 0,-1 0 1 0 0,1-1-1 0 0,0 0 1 0 0,-1 0-1 0 0,1 0 1 0 0,-1 0-1 0 0,1 0 1 0 0,-1-1-1 0 0,0 1 1 0 0,7-5-1 0 0,-7 4-144 0 0,16-8 809 0 0,-6 4 219 0 0,-1-1-1 0 0,-1 0 1 0 0,1-1 0 0 0,-1 0-1 0 0,13-13 1 0 0,-15 14 40 0 0,-8 6-1206 0 0,0 1-1 0 0,-1 0 0 0 0,1-1 0 0 0,-1 1 0 0 0,1-1 1 0 0,-1 1-1 0 0,1-1 0 0 0,-1 1 0 0 0,1-1 0 0 0,-1 1 1 0 0,1-1-1 0 0,-1 0 0 0 0,0 1 0 0 0,1-1 1 0 0,-1 1-1 0 0,0-1 0 0 0,0 0 0 0 0,1 1 0 0 0,-1-1 1 0 0,0 0-1 0 0,0 0 0 0 0,0 1 0 0 0,0-1 0 0 0,0 0 1 0 0,0 1-1 0 0,0-1 0 0 0,0 0 0 0 0,0 1 0 0 0,-1-2 1 0 0,8-10 608 0 0,-7 11-652 0 0,1 0 0 0 0,0 0 0 0 0,0 0 1 0 0,-1 0-1 0 0,1 0 0 0 0,0 0 0 0 0,-1 0 0 0 0,1 0 0 0 0,-1 0 0 0 0,1 0 0 0 0,-1 0 0 0 0,0 0 1 0 0,1 0-1 0 0,-1-1 0 0 0,0 1 0 0 0,0 0 0 0 0,0-1 0 0 0,1 0 10 0 0,-1 1 0 0 0,0-1 0 0 0,0 0-1 0 0,0 1 1 0 0,0-1 0 0 0,0 1 0 0 0,0-1 0 0 0,0 1-1 0 0,0-1 1 0 0,-1 1 0 0 0,1-1 0 0 0,-1 1-1 0 0,1-1 1 0 0,-1 1 0 0 0,0-1 0 0 0,1 1 0 0 0,-1 0-1 0 0,0-1 1 0 0,0 1 0 0 0,0 0 0 0 0,0 0 0 0 0,0 0-1 0 0,0-1 1 0 0,0 1 0 0 0,0 0 0 0 0,0 1 0 0 0,-1-1-1 0 0,1 0 1 0 0,0 0 0 0 0,-1 0 0 0 0,1 1 0 0 0,-1-1-1 0 0,1 1 1 0 0,-1-1 0 0 0,1 1 0 0 0,-1-1 0 0 0,1 1-1 0 0,-1 0 1 0 0,1 0 0 0 0,-1 0 0 0 0,-1 0 0 0 0,-19-5 37 0 0,16 4-75 0 0,1 0-1 0 0,-1 0 0 0 0,1 1 1 0 0,0 0-1 0 0,-1 0 1 0 0,-7 1-1 0 0,6 0-4 0 0,-1-1 1 0 0,1 0 0 0 0,0 0-1 0 0,-10-2 1 0 0,-14-2 120 0 0,0 2 1 0 0,-35 1-1 0 0,48 1-59 0 0,-39 8-24 0 0,-5 1-68 0 0,50-8 28 0 0,1 1-1 0 0,-1 0 1 0 0,1 0-1 0 0,-19 8 1 0 0,1-1 2 0 0,25-8 6 0 0,-17 6-22 0 0,21-7 10 0 0,0 1 0 0 0,-1-1 0 0 0,1 0 0 0 0,0 0 0 0 0,-1 0-1 0 0,1 1 1 0 0,0-1 0 0 0,-1 0 0 0 0,1 0 0 0 0,0 1 0 0 0,0-1 0 0 0,-1 0 0 0 0,1 1 0 0 0,0-1 0 0 0,0 0 0 0 0,-1 1-1 0 0,1-1 1 0 0,0 0 0 0 0,0 1 0 0 0,0-1 0 0 0,0 0 0 0 0,0 1 0 0 0,0-1 0 0 0,0 1 0 0 0,0-1 0 0 0,-1 0 0 0 0,1 1-1 0 0,0-1 1 0 0,0 0 0 0 0,1 1 0 0 0,-1-1 0 0 0,0 1 0 0 0,0-1 0 0 0,0 0 0 0 0,0 1 0 0 0,0-1 0 0 0,0 1 0 0 0,0-1 0 0 0,1 0-1 0 0,-1 1 1 0 0,0-1 0 0 0,0 0 0 0 0,1 0 0 0 0,-1 1 0 0 0,0-1 0 0 0,0 0 0 0 0,1 1 0 0 0,1 2 23 0 0,0 0 1 0 0,0 0-1 0 0,-1 0 1 0 0,1 1-1 0 0,-1-1 0 0 0,0 1 1 0 0,0-1-1 0 0,0 1 1 0 0,0-1-1 0 0,-1 1 1 0 0,1 5-1 0 0,0-3 37 0 0,0 0 0 0 0,0 0 0 0 0,0 1 0 0 0,1-1 0 0 0,4 10 0 0 0,-2-7 44 0 0,0 1-1 0 0,-1-1 1 0 0,-1 0 0 0 0,3 19-1 0 0,7 23 264 0 0,5-2-49 0 0,-7-17-138 0 0,1 0 0 0 0,1-2 1 0 0,2 1-1 0 0,1-2 0 0 0,23 35 0 0 0,-15-28-58 0 0,-19-29-99 0 0,0 0-1 0 0,0-1 0 0 0,0 1 0 0 0,1-1 0 0 0,0 0 1 0 0,10 9-1 0 0,-4-7-1 0 0,-1 0 0 0 0,1-1 0 0 0,0-1 0 0 0,18 9 0 0 0,-25-14-20 0 0,-1 0 0 0 0,0-1 0 0 0,1 1 0 0 0,-1-1 0 0 0,1 1 0 0 0,-1-1 0 0 0,1 0 0 0 0,-1-1-1 0 0,0 1 1 0 0,1 0 0 0 0,-1-1 0 0 0,1 0 0 0 0,-1 0 0 0 0,0 0 0 0 0,1 0 0 0 0,-1 0 0 0 0,4-3 0 0 0,-3 1 0 0 0,1 0 1 0 0,-1-1-1 0 0,0 1 0 0 0,-1-1 1 0 0,1 0-1 0 0,0 0 1 0 0,-1 0-1 0 0,0 0 0 0 0,0-1 1 0 0,3-5-1 0 0,2-8 1 0 0,-1 0 0 0 0,-1 0-1 0 0,0-1 1 0 0,6-36 0 0 0,-11 47-2 0 0,0 0 0 0 0,-1 0 0 0 0,0 0 0 0 0,0 0 1 0 0,0-1-1 0 0,-1 1 0 0 0,0 0 0 0 0,-1 0 0 0 0,0 1 0 0 0,-3-10 1 0 0,3 12 0 0 0,0 1 1 0 0,0-1 0 0 0,0 0-1 0 0,-1 1 1 0 0,0 0 0 0 0,0-1 0 0 0,0 1-1 0 0,0 0 1 0 0,-1 1 0 0 0,1-1 0 0 0,-1 1-1 0 0,0-1 1 0 0,0 1 0 0 0,0 0 0 0 0,-1 0-1 0 0,-7-3 1 0 0,2 2-36 0 0,0 1-1 0 0,1 0 1 0 0,-1 1 0 0 0,0 0 0 0 0,0 0-1 0 0,0 1 1 0 0,0 1 0 0 0,-1 0-1 0 0,1 0 1 0 0,-18 3 0 0 0,-1 3-880 0 0,0 1 1 0 0,-34 13 0 0 0,46-14 182 0 0,6-2-313 0 0,-1 1-1 0 0,1 0 1 0 0,-12 9 0 0 0,15-9-765 0 0,0 0 0 0 0,0 1-1 0 0,1 0 1 0 0,-9 10-1 0 0,13-10-183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1.7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142 13 632 0 0,'-87'26'10073'0'0,"77"-24"-8770"0"0,-32 7 5014 0 0,42-9-6272 0 0,0 0 1 0 0,0 0-1 0 0,0 0 1 0 0,0 0-1 0 0,0 0 1 0 0,0 1-1 0 0,0-1 1 0 0,0 0-1 0 0,0 0 1 0 0,0 0 0 0 0,0 0-1 0 0,0 0 1 0 0,0 0-1 0 0,0 0 1 0 0,0 0-1 0 0,0 1 1 0 0,0-1-1 0 0,0 0 1 0 0,0 0-1 0 0,0 0 1 0 0,0 0-1 0 0,0 0 1 0 0,0 0-1 0 0,0 0 1 0 0,0 0 0 0 0,0 0-1 0 0,0 0 1 0 0,0 1-1 0 0,0-1 1 0 0,0 0-1 0 0,0 0 1 0 0,0 0-1 0 0,0 0 1 0 0,0 0-1 0 0,0 0 1 0 0,0 0-1 0 0,-1 0 1 0 0,1 0 0 0 0,0 0-1 0 0,0 0 1 0 0,0 0-1 0 0,0 0 1 0 0,0 0-1 0 0,0 0 1 0 0,0 0-1 0 0,0 0 1 0 0,0 0-1 0 0,-1 0 1 0 0,1 0-1 0 0,0 0 1 0 0,0 0-1 0 0,0 0 1 0 0,0 0 0 0 0,0 0-1 0 0,24 2 1004 0 0,16-2-900 0 0,1-2 1 0 0,-1-2-1 0 0,0-1 0 0 0,-1-2 1 0 0,54-17-1 0 0,-89 22-340 0 0,1 1-1 0 0,-1-1 1 0 0,1 1-1 0 0,-1 0 0 0 0,1 0 1 0 0,-1 1-1 0 0,7-1 1 0 0,6-2-8012 0 0,-29 6 3637 0 0,-30 21-897 0 0,24-14 3421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2.0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93 1892 0 0,'15'0'2620'0'0,"-15"8"3261"0"0,15-8-205 0 0,0 0-5167 0 0,0 0-269 0 0,0-8-176 0 0,-1-1-324 0 0,16 1-585 0 0,0 0-731 0 0,0-1-776 0 0,14 1-376 0 0,-14-9-148 0 0,15 0 159 0 0,-1 1 497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8.7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507 57 1456 0 0,'3'13'6396'0'0,"5"-15"-2675"0"0,-6 1-4242 0 0,0-1 1407 0 0,-2 0-663 0 0,1 0 0 0 0,-1 0-1 0 0,0 0 1 0 0,0 0 0 0 0,0 0-1 0 0,-1 0 1 0 0,1 0-1 0 0,0 0 1 0 0,-1 0 0 0 0,0-3-1 0 0,-4 1-6 0 0,0 0 0 0 0,0 1 0 0 0,-1-1 0 0 0,1 1 0 0 0,-1 0 0 0 0,0 0 0 0 0,0 1 0 0 0,0 0-1 0 0,0 0 1 0 0,0 0 0 0 0,0 1 0 0 0,0 0 0 0 0,-7-1 0 0 0,-1 0 23 0 0,-1 1 1 0 0,1 1 0 0 0,-1 0-1 0 0,1 1 1 0 0,-16 2-1 0 0,29-2-229 0 0,-18 2 94 0 0,0 1 0 0 0,-18 7-1 0 0,31-9-95 0 0,0 1 0 0 0,0 0 0 0 0,1 0-1 0 0,-1 0 1 0 0,1 1 0 0 0,0 0 0 0 0,0 0-1 0 0,0 0 1 0 0,-6 7 0 0 0,5-5-11 0 0,1 1 1 0 0,0-1 0 0 0,1 1 0 0 0,0 0-1 0 0,0 0 1 0 0,0 0 0 0 0,-3 11 0 0 0,6-15-1 0 0,0 0 1 0 0,0 0-1 0 0,0 1 0 0 0,1-1 1 0 0,-1 0-1 0 0,1 1 1 0 0,0-1-1 0 0,0 0 1 0 0,0 1-1 0 0,0-1 1 0 0,1 0-1 0 0,0 1 1 0 0,-1-1-1 0 0,1 0 1 0 0,0 0-1 0 0,1 0 1 0 0,-1 1-1 0 0,0-1 0 0 0,1 0 1 0 0,2 3-1 0 0,6 10 0 0 0,12 15-1 0 0,92 86 77 0 0,-108-112-41 0 0,-1 1 0 0 0,-1-1 0 0 0,1 1 0 0 0,-1 0 0 0 0,0 0 0 0 0,0 0 0 0 0,-1 0 0 0 0,1 1 0 0 0,2 10 0 0 0,-4-14 30 0 0,-2 0-1 0 0,1 1 0 0 0,0-1 1 0 0,-1 0-1 0 0,1 0 0 0 0,-1 0 1 0 0,0 1-1 0 0,0-1 0 0 0,0 0 0 0 0,0 0 1 0 0,-1 0-1 0 0,0 1 0 0 0,1-1 1 0 0,-1 0-1 0 0,0 0 0 0 0,0 0 1 0 0,-1 0-1 0 0,1 0 0 0 0,-1 0 1 0 0,1-1-1 0 0,-1 1 0 0 0,-2 3 1 0 0,-9 6 315 0 0,0 0 0 0 0,-1-1 0 0 0,0-1 0 0 0,0 0 0 0 0,-20 9 0 0 0,28-16-348 0 0,0-1-1 0 0,1 0 1 0 0,-1 0-1 0 0,0-1 1 0 0,0 1-1 0 0,-1-1 1 0 0,1 0-1 0 0,0-1 1 0 0,0 0-1 0 0,0 0 1 0 0,-1 0-1 0 0,1 0 1 0 0,-10-3 0 0 0,7 1-41 0 0,1 0 1 0 0,-1-1-1 0 0,0 1 1 0 0,1-2 0 0 0,-1 1-1 0 0,1-1 1 0 0,0-1 0 0 0,-8-5-1 0 0,10 5-114 0 0,0 0-1 0 0,0-1 1 0 0,1 0-1 0 0,-1 0 1 0 0,1 0-1 0 0,0-1 1 0 0,-4-8-1 0 0,7 11-94 0 0,0 1 0 0 0,0 0 0 0 0,0-1-1 0 0,1 1 1 0 0,0-1 0 0 0,0 0-1 0 0,0 1 1 0 0,0-1 0 0 0,0 0-1 0 0,1 0 1 0 0,0 0 0 0 0,0 1 0 0 0,0-1-1 0 0,0 0 1 0 0,0 0 0 0 0,1 0-1 0 0,1-4 1 0 0,2-7-1087 0 0,-3 10 784 0 0,0 1-1 0 0,0 0 0 0 0,1-1 0 0 0,0 1 1 0 0,-1 0-1 0 0,1 0 0 0 0,0 0 1 0 0,1 0-1 0 0,-1 1 0 0 0,7-8 1 0 0,6-3-1306 0 0,8-9-2124 0 0,43-30-1 0 0,-24 27 2410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9.5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1148 0 0,'2'0'598'0'0,"0"0"0"0"0,0 0 0 0 0,0 1 1 0 0,0-1-1 0 0,-1 0 0 0 0,1 1 0 0 0,0 0 0 0 0,0-1 0 0 0,-1 1 0 0 0,1 0 0 0 0,0 0 1 0 0,2 2-1 0 0,17 19 3141 0 0,13 39-1590 0 0,-26-43-1299 0 0,10 21 170 0 0,-11-22-553 0 0,1 0-1 0 0,1-1 1 0 0,11 18-1 0 0,-16-30-387 0 0,0 1-1 0 0,-1 0 0 0 0,0-1 0 0 0,0 1 0 0 0,0 1 0 0 0,-1-1 0 0 0,0 0 0 0 0,0 1 1 0 0,2 7-1 0 0,-1-4 23 0 0,0 0 0 0 0,1 0 0 0 0,7 14 0 0 0,-8-18-26 0 0,0 0-1 0 0,0 0 1 0 0,-1 1 0 0 0,0-1-1 0 0,0 1 1 0 0,0 0 0 0 0,-1 0-1 0 0,0 0 1 0 0,1 11 0 0 0,-4-3 376 0 0,-3-14-3 0 0,4-1-441 0 0,0 0 1 0 0,0 0-1 0 0,1-1 1 0 0,-1 1-1 0 0,0 0 0 0 0,1 0 1 0 0,-1-1-1 0 0,1 1 1 0 0,0-1-1 0 0,-1 1 1 0 0,1 0-1 0 0,0-1 1 0 0,-1-2-1 0 0,2-14-261 0 0,-1-1 0 0 0,2 1 0 0 0,1-1 0 0 0,6-25 0 0 0,-6 35 178 0 0,0 0 0 0 0,0 1 0 0 0,1-1-1 0 0,0 1 1 0 0,0 0 0 0 0,1 0 0 0 0,0 0-1 0 0,1 1 1 0 0,-1 0 0 0 0,10-10 0 0 0,-9 12 56 0 0,0-1 1 0 0,0 1-1 0 0,0 0 1 0 0,1 0-1 0 0,-1 1 1 0 0,1 0-1 0 0,10-5 0 0 0,-15 9 49 0 0,0-1-1 0 0,0 1 1 0 0,1-1-1 0 0,-1 1 0 0 0,0 0 1 0 0,0 0-1 0 0,1 0 0 0 0,-1 0 1 0 0,0 0-1 0 0,0 1 1 0 0,0-1-1 0 0,1 1 0 0 0,-1-1 1 0 0,0 1-1 0 0,0 0 0 0 0,0 0 1 0 0,0 0-1 0 0,0 0 1 0 0,0 0-1 0 0,0 0 0 0 0,-1 1 1 0 0,1-1-1 0 0,0 1 1 0 0,-1-1-1 0 0,1 1 0 0 0,-1-1 1 0 0,1 1-1 0 0,-1 0 0 0 0,0 0 1 0 0,2 3-1 0 0,5 6 366 0 0,-1 1 0 0 0,0 0 0 0 0,-1 1-1 0 0,0-1 1 0 0,7 27 0 0 0,7 4 431 0 0,-17-38-760 0 0,0 0 0 0 0,0 0 0 0 0,-1 1 0 0 0,1 0 0 0 0,-1-1 0 0 0,-1 1 0 0 0,1 0-1 0 0,-1 0 1 0 0,1 7 0 0 0,-2-13-63 0 0,0 1 0 0 0,0 0 1 0 0,0-1-1 0 0,0 1 0 0 0,0 0 0 0 0,0-1 0 0 0,0 1 0 0 0,0 0 1 0 0,1-1-1 0 0,-1 1 0 0 0,0-1 0 0 0,0 1 0 0 0,0 0 0 0 0,1-1 0 0 0,-1 1 1 0 0,0-1-1 0 0,1 1 0 0 0,-1-1 0 0 0,1 1 0 0 0,-1-1 0 0 0,0 1 0 0 0,1-1 1 0 0,-1 1-1 0 0,1-1 0 0 0,0 1 0 0 0,-1-1 0 0 0,2 1 0 0 0,-2-1-2 0 0,1 0 0 0 0,-1 0 0 0 0,0 1 0 0 0,1-1 0 0 0,-1 0 0 0 0,0 0 0 0 0,1 1 0 0 0,-1-1 0 0 0,0 0 0 0 0,1 1 0 0 0,-1-1 0 0 0,0 0 0 0 0,0 1 0 0 0,1-1 0 0 0,-1 0 0 0 0,0 1 0 0 0,0-1 0 0 0,0 1 0 0 0,1-1 0 0 0,-1 0 0 0 0,0 1 0 0 0,0-1 0 0 0,0 1 0 0 0,0-1 0 0 0,0 1 0 0 0,0-1 0 0 0,0 1 0 0 0,0 0-12 0 0,1-1 9 0 0,1-1-1 0 0,-1 1 1 0 0,0-1-1 0 0,0 0 0 0 0,0 1 1 0 0,1-1-1 0 0,-1 0 1 0 0,0 0-1 0 0,0 0 1 0 0,0 0-1 0 0,0 0 1 0 0,0 0-1 0 0,-1 0 0 0 0,1 0 1 0 0,0 0-1 0 0,0-1 1 0 0,-1 1-1 0 0,1 0 1 0 0,-1 0-1 0 0,1-1 1 0 0,-1 1-1 0 0,0 0 0 0 0,1-1 1 0 0,-1 1-1 0 0,0-2 1 0 0,9-19-27 0 0,25-42-38 0 0,-25 45 51 0 0,0 0 0 0 0,2 0-1 0 0,0 1 1 0 0,17-19-1 0 0,-21 29 13 0 0,-2 2 17 0 0,-1 1 0 0 0,1 0-1 0 0,0 0 1 0 0,0 0 0 0 0,1 1-1 0 0,10-8 1 0 0,-14 11 6 0 0,0 1 0 0 0,-1-1 0 0 0,1 1-1 0 0,0-1 1 0 0,0 1 0 0 0,0 0 0 0 0,0 0 0 0 0,-1 0 0 0 0,1 0-1 0 0,0 0 1 0 0,0 0 0 0 0,0 0 0 0 0,0 1 0 0 0,-1-1 0 0 0,1 0-1 0 0,0 1 1 0 0,0 0 0 0 0,-1-1 0 0 0,1 1 0 0 0,0 0 0 0 0,-1 0-1 0 0,1 0 1 0 0,-1 0 0 0 0,1 0 0 0 0,-1 1 0 0 0,1-1 0 0 0,-1 0-1 0 0,0 1 1 0 0,0-1 0 0 0,2 3 0 0 0,0-1 30 0 0,-1 1 1 0 0,0-1-1 0 0,0 0 1 0 0,0 1 0 0 0,0 0-1 0 0,-1-1 1 0 0,1 1-1 0 0,0 5 1 0 0,10 21 201 0 0,-6-18-191 0 0,0 1 0 0 0,-1 0 1 0 0,7 22-1 0 0,6 18-1817 0 0,-16-51 1431 0 0,-1 1-1 0 0,1-1 0 0 0,0 0 0 0 0,0 1 0 0 0,0-1 1 0 0,0 0-1 0 0,0 0 0 0 0,1 0 0 0 0,-1 0 0 0 0,1-1 0 0 0,-1 1 1 0 0,1 0-1 0 0,-1-1 0 0 0,1 0 0 0 0,0 0 0 0 0,0 0 0 0 0,0 0 1 0 0,0 0-1 0 0,0-1 0 0 0,0 1 0 0 0,0-1 0 0 0,0 1 0 0 0,4-1 1 0 0,10 0-2199 0 0,0-1 1 0 0,33-5 0 0 0,-37 4 1875 0 0,119-24-4383 0 0,-126 24 4978 0 0,0 0 1 0 0,0-1-1 0 0,0 1 1 0 0,0-1-1 0 0,0 0 1 0 0,-1-1-1 0 0,8-4 1 0 0,10-7 537 0 0,-19 12-229 0 0,-1 1 0 0 0,1-1 0 0 0,0 0 1 0 0,-1 0-1 0 0,1 0 0 0 0,-1 0 1 0 0,0-1-1 0 0,0 1 0 0 0,0-1 0 0 0,-1 0 1 0 0,1 1-1 0 0,-1-1 0 0 0,0-1 1 0 0,0 1-1 0 0,2-7 0 0 0,-1 0 574 0 0,-1 0 0 0 0,0 0 0 0 0,0 0-1 0 0,-1 0 1 0 0,-1-15 0 0 0,0 21-490 0 0,-1 0 0 0 0,0 0 1 0 0,0-1-1 0 0,0 1 0 0 0,-1 0 0 0 0,1 0 0 0 0,-1 0 1 0 0,0 0-1 0 0,-1 0 0 0 0,1 1 0 0 0,-1-1 0 0 0,0 1 1 0 0,-6-7-1 0 0,8 9-219 0 0,-1 0 0 0 0,0 0 0 0 0,0 0 0 0 0,0 1 0 0 0,0-1-1 0 0,0 1 1 0 0,0-1 0 0 0,0 1 0 0 0,0 0 0 0 0,0 0 0 0 0,-1-1 0 0 0,1 2 0 0 0,0-1 0 0 0,-1 0 0 0 0,1 0 0 0 0,-1 1 0 0 0,1-1 0 0 0,-1 1 0 0 0,1 0 0 0 0,-1 0 0 0 0,1 0 0 0 0,-1 0 0 0 0,1 0 0 0 0,-1 1 0 0 0,1-1 0 0 0,-1 1 0 0 0,1-1 0 0 0,-1 1 0 0 0,1 0 0 0 0,0 0 0 0 0,-4 2-1 0 0,-2 2 63 0 0,0 1 0 0 0,0 0-1 0 0,0 0 1 0 0,0 1-1 0 0,1-1 1 0 0,0 2-1 0 0,1-1 1 0 0,0 1-1 0 0,0 0 1 0 0,-9 16-1 0 0,1 5-27 0 0,1 0-1 0 0,-9 31 1 0 0,15-38-110 0 0,6-20-45 0 0,1-1 0 0 0,-1 0 1 0 0,1 0-1 0 0,-1 1 0 0 0,1-1 1 0 0,0 0-1 0 0,0 1 0 0 0,0-1 1 0 0,0 0-1 0 0,0 1 0 0 0,0-1 1 0 0,0 1-1 0 0,0-1 0 0 0,1 0 1 0 0,-1 1-1 0 0,0-1 0 0 0,1 0 1 0 0,-1 0-1 0 0,1 1 0 0 0,-1-1 1 0 0,1 0-1 0 0,0 0 0 0 0,0 0 1 0 0,-1 0-1 0 0,1 1 0 0 0,0-1 1 0 0,0 0-1 0 0,0-1 0 0 0,0 1 1 0 0,0 0-1 0 0,0 0 0 0 0,2 1 1 0 0,1 0-11 0 0,-1-1 0 0 0,1 1 0 0 0,-1-1 0 0 0,1 0 0 0 0,0 0 0 0 0,-1 0 0 0 0,1 0-1 0 0,0-1 1 0 0,7 1 0 0 0,-1-1-95 0 0,0 1-1 0 0,0 0 0 0 0,0 0 1 0 0,-1 1-1 0 0,1 1 1 0 0,0 0-1 0 0,-1 0 0 0 0,1 1 1 0 0,-1 0-1 0 0,13 7 0 0 0,-19-9-285 0 0,1-1-1 0 0,0 1 0 0 0,0-1 0 0 0,0 0 0 0 0,-1 0 1 0 0,1-1-1 0 0,0 1 0 0 0,0-1 0 0 0,0 0 1 0 0,0 0-1 0 0,0 0 0 0 0,0-1 0 0 0,0 0 1 0 0,0 1-1 0 0,0-1 0 0 0,6-3 0 0 0,-5 3-192 0 0,0-1-1 0 0,-1 0 1 0 0,1 0-1 0 0,-1-1 1 0 0,0 1-1 0 0,1-1 1 0 0,-1 0-1 0 0,0 0 1 0 0,-1-1-1 0 0,1 1 0 0 0,-1-1 1 0 0,1 0-1 0 0,4-6 1 0 0,34-49-3716 0 0,-25 20 2702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5:59.8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 33 2076 0 0,'1'-2'325'0'0,"-1"1"-1"0"0,0 0 1 0 0,0-1-1 0 0,0 1 1 0 0,0 0-1 0 0,0 0 1 0 0,0-1-1 0 0,0 1 0 0 0,0 0 1 0 0,0 0-1 0 0,-1-1 1 0 0,1 1-1 0 0,0 0 1 0 0,-1 0-1 0 0,1 0 1 0 0,-1-1-1 0 0,0 1 1 0 0,1 0-1 0 0,-1 0 1 0 0,0 0-1 0 0,0 0 1 0 0,1 0-1 0 0,-1 0 1 0 0,0 0-1 0 0,0 0 1 0 0,-2-1-1 0 0,2 10 5444 0 0,2 25-4037 0 0,14 58 716 0 0,-12-78-2116 0 0,1 0 0 0 0,9 20 1 0 0,-8-22-173 0 0,-1 1 1 0 0,0 0-1 0 0,3 12 1 0 0,-4-1 8 0 0,11 38 66 0 0,-10-48-421 0 0,-1 0 0 0 0,0 0 0 0 0,-1 1 0 0 0,0-1 0 0 0,-1 1-1 0 0,-1 13 1 0 0,0-22-93 0 0,0-1 0 0 0,1 0-1 0 0,0 0 1 0 0,0 0 0 0 0,0 0 0 0 0,3 7-1 0 0,3 20-5229 0 0,22-49-2691 0 0,-24 11 7439 0 0,0 0 0 0 0,-1 0-1 0 0,0 0 1 0 0,5-13 0 0 0,-6 12 359 0 0,12-25-1117 0 0</inkml:trace>
  <inkml:trace contextRef="#ctx0" brushRef="#br0" timeOffset="1">238 33 808 0 0,'0'-13'3445'0'0,"0"24"2226"0"0,-1 13-102 0 0,-1-10-5185 0 0,-7 26 1549 0 0,2 1-1 0 0,-4 76 0 0 0,4-43-1327 0 0,4-58-735 0 0,1 0 0 0 0,1-1 1 0 0,0 1-1 0 0,2 21 0 0 0,9 60-3590 0 0,-7 2-3537 0 0,-3-79 5678 0 0,1-9 275 0 0,-1 1 1 0 0,0-1-1 0 0,-4 18 1 0 0,-8 12-1273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7.7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35 600 0 0,'2'-17'9825'0'0,"7"2"-6749"0"0,-7 14-2818 0 0,-2 1-162 0 0,0-1 0 0 0,1 1 0 0 0,-1 0 0 0 0,0 0 0 0 0,1 0-1 0 0,-1 0 1 0 0,0 0 0 0 0,1 0 0 0 0,-1-1 0 0 0,0 1 0 0 0,1 0 0 0 0,-1 0 0 0 0,0 0 0 0 0,1 0 0 0 0,-1 0 0 0 0,0 0 0 0 0,1 0 0 0 0,-1 0 0 0 0,0 1 0 0 0,1-1 0 0 0,-1 0 0 0 0,0 0 0 0 0,1 0 0 0 0,-1 0 0 0 0,0 0 0 0 0,1 0 0 0 0,-1 1 0 0 0,0-1 0 0 0,0 0 0 0 0,1 0 0 0 0,-1 1 0 0 0,0-1 0 0 0,0 0 0 0 0,1 0 0 0 0,-1 1 0 0 0,0-1 0 0 0,0 0 0 0 0,0 0 0 0 0,0 1 0 0 0,1-1 0 0 0,-1 0 0 0 0,0 1 0 0 0,0-1 0 0 0,0 0 0 0 0,0 1 0 0 0,0-1 0 0 0,0 1 0 0 0,12 26 95 0 0,-4-9 454 0 0,-3-4-288 0 0,0 0 0 0 0,-1 0 0 0 0,-1 0 1 0 0,0 0-1 0 0,1 19 0 0 0,-1-11 73 0 0,1 16 420 0 0,-2 0 0 0 0,-3 48 0 0 0,-1-14 61 0 0,2-7-197 0 0,-3 0 0 0 0,-12 73 0 0 0,10-100-505 0 0,-2 72-1 0 0,7-107-608 0 0,3-5-362 0 0,0 0 281 0 0,0-1-1 0 0,-1 0 1 0 0,1 0-1 0 0,0 0 1 0 0,-1 0 0 0 0,0 0-1 0 0,1 0 1 0 0,-1-1-1 0 0,0 1 1 0 0,2-8 0 0 0,18-47-3163 0 0,-16 41 2320 0 0,11-37-3199 0 0,14-70 1 0 0,-3-56-1230 0 0,-15 120 4279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8.0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76 1588 0 0,'5'-3'740'0'0,"-3"3"-495"0"0,-1-1 0 0 0,0 1 0 0 0,1-1 0 0 0,-1 1 0 0 0,0-1 0 0 0,1 0 0 0 0,-1 0 0 0 0,0 0 0 0 0,0 1 0 0 0,0-1 0 0 0,0 0 0 0 0,0 0 0 0 0,0-1 0 0 0,0 1 0 0 0,0 0 0 0 0,0 0 0 0 0,-1 0 0 0 0,1 0-1 0 0,0-1 1 0 0,-1 1 0 0 0,1 0 0 0 0,-1-1 0 0 0,1 1 0 0 0,-1-1 0 0 0,0 1 0 0 0,1-2 0 0 0,-1 1 74 0 0,0 1 1 0 0,0-1-1 0 0,0 1 0 0 0,1-1 1 0 0,-1 0-1 0 0,1 1 0 0 0,-1-1 1 0 0,1 1-1 0 0,-1-1 0 0 0,1 1 1 0 0,0-1-1 0 0,2-1 0 0 0,-3 1-97 0 0,1 1-1 0 0,0 0 0 0 0,0 0 1 0 0,-1 0-1 0 0,1-1 0 0 0,0 1 0 0 0,-1 0 1 0 0,0-1-1 0 0,1 1 0 0 0,-1-1 1 0 0,0 1-1 0 0,1-3 0 0 0,-1 3 1465 0 0,15 19-212 0 0,-10-8-1191 0 0,0-1 0 0 0,0 2 0 0 0,-1-1 0 0 0,-1 0-1 0 0,1 1 1 0 0,-2 0 0 0 0,1-1 0 0 0,0 20 0 0 0,7 24 565 0 0,-1-11 40 0 0,5 79 0 0 0,-11-79-481 0 0,16 73 0 0 0,38 128-541 0 0,-43-159-3501 0 0,-11-28-3581 0 0,-3-5-3099 0 0,0-44 7837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7:59.0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1 260 0 0,'-3'1'1354'0'0,"3"0"-833"0"0,-1-1 1 0 0,0 0-1 0 0,0 0 0 0 0,1 1 1 0 0,-1-1-1 0 0,0 0 0 0 0,1 1 1 0 0,-1-1-1 0 0,1 1 0 0 0,-1-1 1 0 0,1 1-1 0 0,-1-1 0 0 0,1 1 0 0 0,-1-1 1 0 0,1 1-1 0 0,-1-1 0 0 0,1 1 1 0 0,-1 0-1 0 0,1-1 0 0 0,0 1 1 0 0,-1 1-1 0 0,13 1 4794 0 0,23-9-4901 0 0,-29 3-2689 0 0,-16 4-9159 0 0,-3-2 10409 0 0,-2-6-1485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29.7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39 952 0 0,'0'0'310'0'0,"0"-1"0"0"0,0 0 0 0 0,1 0 1 0 0,-1 0-1 0 0,0 0 0 0 0,0 1 0 0 0,0-1 0 0 0,0 0 0 0 0,0 0 0 0 0,0 0 0 0 0,0 0 0 0 0,0 0 1 0 0,0 1-1 0 0,-1-1 0 0 0,1 0 0 0 0,0 0 0 0 0,0 0 0 0 0,-1 1 0 0 0,1-1 0 0 0,0 0 0 0 0,-1 0 1 0 0,1 1-1 0 0,-1-1 0 0 0,1 0 0 0 0,-1 1 0 0 0,0-1 0 0 0,1 1 0 0 0,-1-1 0 0 0,1 0 0 0 0,-1 1 1 0 0,0-1-1 0 0,0 1 0 0 0,1 0 0 0 0,-2-1 0 0 0,0 0-5 0 0,-7-7 4379 0 0,3 3-1414 0 0,4 22-270 0 0,11 37-498 0 0,-1-17-1371 0 0,18 68 1142 0 0,-17-72-1428 0 0,11 62 0 0 0,-16-52-429 0 0,-2-18-183 0 0,1-1 0 0 0,8 33 0 0 0,-2-24-28 0 0,-1 1 1 0 0,4 52-1 0 0,13 65 109 0 0,-10-11-253 0 0,-14-119-111 0 0,-1 0 0 0 0,-1 0 1 0 0,0 1-1 0 0,-8 34 0 0 0,4-30-82 0 0,3-16-145 0 0,-1-1 0 0 0,0 1 0 0 0,0-1-1 0 0,-10 18 1 0 0,-3 8-2184 0 0,14-29 1714 0 0,2-4 450 0 0,0-1 0 0 0,0 0 1 0 0,-1 0-1 0 0,1 0 0 0 0,-1 0 0 0 0,1 0 1 0 0,0 0-1 0 0,-1 0 0 0 0,0 0 0 0 0,1 0 1 0 0,-1 0-1 0 0,0 0 0 0 0,0 0 1 0 0,1 0-1 0 0,-1-1 0 0 0,0 1 0 0 0,0 0 1 0 0,-1 0-1 0 0,2-19-8425 0 0,9-7 5238 0 0,6-24-911 0 0,-10-1 1536 0 0,8-7 697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0.0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91 286 532 0 0,'-28'-58'5709'0'0,"-18"-26"6902"0"0,43 80-12202 0 0,1 0-1 0 0,0 0 0 0 0,0 0 0 0 0,1 0 0 0 0,-1 0 0 0 0,1-1 0 0 0,0 1 0 0 0,0 0 1 0 0,1-1-1 0 0,-1 1 0 0 0,1-1 0 0 0,0 1 0 0 0,0-1 0 0 0,1-7 0 0 0,0 9-278 0 0,0 0-1 0 0,0 0 0 0 0,0 0 0 0 0,0 0 0 0 0,0 0 0 0 0,1 0 0 0 0,-1 1 1 0 0,1-1-1 0 0,0 1 0 0 0,0-1 0 0 0,0 1 0 0 0,0 0 0 0 0,0-1 0 0 0,0 1 1 0 0,1 0-1 0 0,-1 0 0 0 0,1 1 0 0 0,-1-1 0 0 0,1 0 0 0 0,5-1 1 0 0,2-1 14 0 0,0 0 0 0 0,1 1 0 0 0,-1 1 0 0 0,0-1 0 0 0,1 2 0 0 0,0 0 1 0 0,-1 0-1 0 0,1 1 0 0 0,0 0 0 0 0,-1 1 0 0 0,1 0 0 0 0,-1 0 1 0 0,1 1-1 0 0,-1 1 0 0 0,1 0 0 0 0,-1 0 0 0 0,0 1 0 0 0,-1 0 1 0 0,1 1-1 0 0,-1 0 0 0 0,1 1 0 0 0,-2-1 0 0 0,1 2 0 0 0,-1-1 0 0 0,1 1 1 0 0,-2 1-1 0 0,12 12 0 0 0,-15-14-108 0 0,0-2-4 0 0,0 0-1 0 0,-1 1 1 0 0,1 0-1 0 0,-1 0 1 0 0,0 0-1 0 0,0 0 1 0 0,-1 0-1 0 0,0 0 1 0 0,0 1-1 0 0,0-1 1 0 0,0 1-1 0 0,-1 0 1 0 0,0-1-1 0 0,0 1 1 0 0,-1 0-1 0 0,1 8 1 0 0,-2 0 16 0 0,0 0-1 0 0,-1-1 1 0 0,-1 1 0 0 0,0-1-1 0 0,-1 0 1 0 0,0 0 0 0 0,-1 0-1 0 0,-10 18 1 0 0,-61 95-73 0 0,68-115-4 0 0,0 0-314 0 0,0 0-1 0 0,-18 16 1 0 0,-6-2-3748 0 0,32-25 3984 0 0,0 0-1 0 0,0 1 1 0 0,0-1-1 0 0,-1 0 1 0 0,1 0-1 0 0,0 0 1 0 0,0 0 0 0 0,0 0-1 0 0,0 0 1 0 0,0 0-1 0 0,0 1 1 0 0,0-1-1 0 0,-1 0 1 0 0,1 0-1 0 0,0 0 1 0 0,0 0-1 0 0,0 0 1 0 0,0 0-1 0 0,0 0 1 0 0,0 0 0 0 0,-1 0-1 0 0,1 0 1 0 0,0 0-1 0 0,0 0 1 0 0,0 0-1 0 0,0 0 1 0 0,-1 0-1 0 0,1 0 1 0 0,0 0-1 0 0,0 0 1 0 0,0 0-1 0 0,0 0 1 0 0,0 0 0 0 0,-1 0-1 0 0,1 0 1 0 0,0 0-1 0 0,0 0 1 0 0,0 0-1 0 0,0 0 1 0 0,0 0-1 0 0,0-1 1 0 0,-1 1-1 0 0,1 0 1 0 0,0 0 0 0 0,0 0-1 0 0,0 0 1 0 0,0 0-1 0 0,0 0 1 0 0,0 0-1 0 0,0-1 1 0 0,0 1-1 0 0,0 0 1 0 0,-1 0-1 0 0,1 0 1 0 0,0 0-1 0 0,0 0 1 0 0,0-1 0 0 0,0 1-1 0 0,0 0 1 0 0,0 0-1 0 0,5-14-4946 0 0,17-18-1946 0 0,22-12 1005 0 0,-16 19 3918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0.3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121 1 676 0 0,'0'0'139'0'0,"1"0"1"0"0,0 1-1 0 0,-1-1 0 0 0,1 0 1 0 0,0 0-1 0 0,-1 1 0 0 0,1-1 0 0 0,-1 1 1 0 0,1-1-1 0 0,-1 1 0 0 0,1-1 1 0 0,-1 1-1 0 0,0-1 0 0 0,1 1 0 0 0,-1-1 1 0 0,1 1-1 0 0,-1-1 0 0 0,0 1 1 0 0,1 0-1 0 0,-1-1 0 0 0,0 1 0 0 0,0-1 1 0 0,0 1-1 0 0,0 0 0 0 0,1-1 1 0 0,-1 1-1 0 0,0 0 0 0 0,0-1 1 0 0,0 1-1 0 0,0 0 0 0 0,0-1 0 0 0,0 1 1 0 0,-1 0-1 0 0,1-1 0 0 0,0 1 1 0 0,0 0-1 0 0,-1 1 0 0 0,-20 22 4343 0 0,3-3-1996 0 0,1 7-637 0 0,5-10-1163 0 0,1 1-1 0 0,0 0 0 0 0,2 0 0 0 0,0 1 1 0 0,-9 31-1 0 0,17-45-597 0 0,0 0 0 0 0,0 0 1 0 0,1 0-1 0 0,-1 0 0 0 0,1 0 1 0 0,1 0-1 0 0,-1 0 0 0 0,1 0 1 0 0,0 0-1 0 0,0 0 0 0 0,1 0 1 0 0,0 0-1 0 0,0 0 0 0 0,4 7 1 0 0,-3-9-94 0 0,0 0 0 0 0,0 1 1 0 0,0-1-1 0 0,0 0 1 0 0,1-1-1 0 0,0 1 1 0 0,0-1-1 0 0,0 0 1 0 0,0 1-1 0 0,1-2 1 0 0,-1 1-1 0 0,1 0 0 0 0,-1-1 1 0 0,1 0-1 0 0,0 0 1 0 0,7 1-1 0 0,-2 0-160 0 0,1 0 0 0 0,-1-1-1 0 0,1-1 1 0 0,0 1-1 0 0,0-2 1 0 0,-1 1 0 0 0,1-2-1 0 0,15-1 1 0 0,-22 1 58 0 0,0 0 0 0 0,0 0 1 0 0,1 0-1 0 0,-1-1 0 0 0,0 0 0 0 0,0 1 0 0 0,0-1 0 0 0,0-1 0 0 0,-1 1 0 0 0,1-1 1 0 0,-1 1-1 0 0,1-1 0 0 0,-1 0 0 0 0,0 0 0 0 0,0-1 0 0 0,0 1 0 0 0,0 0 0 0 0,-1-1 1 0 0,0 0-1 0 0,1 0 0 0 0,-1 0 0 0 0,0 0 0 0 0,1-5 0 0 0,-1 3-329 0 0,-1 0 0 0 0,0 0 0 0 0,0 0 0 0 0,-1-1 0 0 0,1 1 0 0 0,-1 0 0 0 0,-1 0 0 0 0,1-1 0 0 0,-1 1 0 0 0,0 0 0 0 0,-1 0 0 0 0,1 0 0 0 0,-1 0 0 0 0,-1 0 0 0 0,-4-11 0 0 0,4 13-34 0 0,1 0 0 0 0,0-1 0 0 0,0 0 0 0 0,1 1 1 0 0,-1-1-1 0 0,1 0 0 0 0,0 0 0 0 0,0 0 0 0 0,1 0 0 0 0,-1 0 0 0 0,1 0 0 0 0,1-8 0 0 0,-1 11 318 0 0,0-16-1555 0 0</inkml:trace>
  <inkml:trace contextRef="#ctx0" brushRef="#br0" timeOffset="1">299 51 428 0 0,'0'1'255'0'0,"1"0"1"0"0,-1 0-1 0 0,0 0 1 0 0,0 0-1 0 0,0 0 1 0 0,1-1-1 0 0,-1 1 1 0 0,0 0-1 0 0,1 0 0 0 0,-1 0 1 0 0,1 0-1 0 0,-1-1 1 0 0,1 1-1 0 0,-1 0 1 0 0,1 0-1 0 0,0 0 0 0 0,0 0-17 0 0,0 0-1 0 0,0 0 0 0 0,-1-1 1 0 0,1 1-1 0 0,0 0 0 0 0,-1 0 1 0 0,1 0-1 0 0,-1 0 0 0 0,1 0 1 0 0,-1 0-1 0 0,0 0 0 0 0,1 0 1 0 0,-1 0-1 0 0,0 0 0 0 0,0 1 0 0 0,0 0 1 0 0,-2 64 8766 0 0,-8 28-4112 0 0,6-47-3239 0 0,1 0 0 0 0,5 55 1 0 0,0-12-450 0 0,12 67-274 0 0,-10-125-924 0 0,21 85-832 0 0,-23-99-91 0 0,0 0 0 0 0,2 0 0 0 0,0-1 0 0 0,1 0 0 0 0,10 22 0 0 0,-13-33 16 0 0,1-1-1 0 0,-1 1 1 0 0,0 0-1 0 0,-1-1 1 0 0,1 1-1 0 0,-1 0 1 0 0,1 12-1 0 0,-2-17 618 0 0,-1 0-1 0 0,1 0 0 0 0,0 0 0 0 0,0 0 0 0 0,0 0 1 0 0,1 0-1 0 0,-1 0 0 0 0,0 0 0 0 0,0 0 0 0 0,0 0 1 0 0,1 0-1 0 0,-1 0 0 0 0,0 0 0 0 0,1-1 0 0 0,-1 1 1 0 0,1 0-1 0 0,-1 0 0 0 0,1 0 0 0 0,0 0 0 0 0,-1 0 0 0 0,1-1 1 0 0,0 1-1 0 0,0 0 0 0 0,-1-1 0 0 0,1 1 0 0 0,0-1 1 0 0,1 2-1 0 0,1-20-5662 0 0,-3 18 5860 0 0,0-31-1942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0.7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61 259 824 0 0,'-23'-53'4189'0'0,"17"40"-2604"0"0,0 1-1 0 0,1-1 1 0 0,0 0 0 0 0,1-1 0 0 0,0 1-1 0 0,1-1 1 0 0,-1-16 0 0 0,4 17-651 0 0,0 8-448 0 0,-1 0 0 0 0,1 0-1 0 0,1 0 1 0 0,-1 0 0 0 0,1 0-1 0 0,0 0 1 0 0,2-8 0 0 0,-2 12-372 0 0,0-1 0 0 0,0 0 0 0 0,1 1-1 0 0,-1-1 1 0 0,0 1 0 0 0,1 0 0 0 0,-1-1 0 0 0,1 1 0 0 0,-1 0 0 0 0,1 0 0 0 0,-1 0 0 0 0,1 0-1 0 0,0 0 1 0 0,0 0 0 0 0,0 0 0 0 0,-1 1 0 0 0,1-1 0 0 0,0 1 0 0 0,0-1 0 0 0,0 1 0 0 0,0 0-1 0 0,3 0 1 0 0,1-1 173 0 0,0 1 1 0 0,0 1-1 0 0,0 0 0 0 0,0-1 0 0 0,0 2 0 0 0,0-1 0 0 0,0 1 0 0 0,0 0 1 0 0,9 4-1 0 0,47 28 1440 0 0,-50-25-1540 0 0,-1-1 0 0 0,-1 2 0 0 0,1 0-1 0 0,-1 0 1 0 0,-1 0 0 0 0,0 1 0 0 0,-1 1-1 0 0,0-1 1 0 0,8 17 0 0 0,-13-22-162 0 0,0-1 0 0 0,0 1 1 0 0,-1 0-1 0 0,0 0 0 0 0,0 0 1 0 0,0 0-1 0 0,-1 0 1 0 0,0 1-1 0 0,0-1 0 0 0,0 0 1 0 0,-1 0-1 0 0,0 1 0 0 0,-1-1 1 0 0,1 0-1 0 0,-1 1 0 0 0,0-1 1 0 0,-1 0-1 0 0,1 0 0 0 0,-1 0 1 0 0,0 0-1 0 0,-1 0 0 0 0,-5 9 1 0 0,5-10-27 0 0,-10 15-314 0 0,0 0 0 0 0,-2-1-1 0 0,0-1 1 0 0,-27 26 0 0 0,13-19-1130 0 0,-14 12-3002 0 0,13-17-3370 0 0,42-32 397 0 0,5-17 3556 0 0,-1 2 1304 0 0,11-12 438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1.0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0 190 2128 0 0,'0'1'211'0'0,"0"-1"0"0"0,1 0 0 0 0,-1 1 0 0 0,0-1 0 0 0,0 0 0 0 0,0 1 0 0 0,0-1 0 0 0,0 0 0 0 0,0 0 0 0 0,1 1 0 0 0,-1-1 0 0 0,0 0 0 0 0,0 1 0 0 0,1-1 0 0 0,-1 0 0 0 0,0 0 0 0 0,0 1 0 0 0,1-1 0 0 0,-1 0 0 0 0,0 0 0 0 0,0 0 0 0 0,1 0 0 0 0,-1 1 0 0 0,0-1 0 0 0,1 0 0 0 0,-1 0 0 0 0,0 0 0 0 0,1 0 0 0 0,-1 0 0 0 0,0 0 0 0 0,1 0 0 0 0,-1 0-1 0 0,0 0 1 0 0,1 0 0 0 0,-1 0 0 0 0,0 0 0 0 0,1 0 0 0 0,-1 0 0 0 0,0 0 0 0 0,1 0 0 0 0,-1 0 0 0 0,0 0 0 0 0,1-1 0 0 0,-1 1 0 0 0,0 0 0 0 0,1 0 0 0 0,-1 0 0 0 0,0-1 0 0 0,0 1 0 0 0,1 0 0 0 0,-1 0 0 0 0,0-1 0 0 0,0 1 0 0 0,1 0 0 0 0,-1 0 0 0 0,0-1 0 0 0,-1 55 4379 0 0,-1-33-3794 0 0,1 0-1 0 0,1 0 0 0 0,1 0 1 0 0,1-1-1 0 0,1 1 1 0 0,10 39-1 0 0,19 32 65 0 0,-28-87-943 0 0,-1-1 0 0 0,1 1 0 0 0,0-1 0 0 0,0 0 0 0 0,0 0-1 0 0,1 0 1 0 0,0 0 0 0 0,-1-1 0 0 0,1 0 0 0 0,10 5 0 0 0,-13-7 12 0 0,-1 0 0 0 0,0 0 1 0 0,0-1-1 0 0,1 1 0 0 0,-1 0 1 0 0,0-1-1 0 0,1 0 0 0 0,-1 1 1 0 0,1-1-1 0 0,-1 0 0 0 0,0 0 1 0 0,1 1-1 0 0,-1-1 0 0 0,1 0 1 0 0,-1-1-1 0 0,1 1 1 0 0,-1 0-1 0 0,0 0 0 0 0,1-1 1 0 0,-1 1-1 0 0,1 0 0 0 0,-1-1 1 0 0,0 1-1 0 0,1-1 0 0 0,-1 0 1 0 0,0 0-1 0 0,0 1 0 0 0,1-1 1 0 0,-1 0-1 0 0,1-1 0 0 0,2-3-264 0 0,0 1-1 0 0,-1-1 0 0 0,0 0 0 0 0,0 0 0 0 0,5-10 0 0 0,-1 2-59 0 0,23-64-1073 0 0,-28 72 1460 0 0,0 1 0 0 0,0-1 0 0 0,0 0 0 0 0,0 0 0 0 0,-1 0 0 0 0,0 0 0 0 0,0-1 1 0 0,0 1-1 0 0,-1-7 0 0 0,1 9 57 0 0,-1 0 0 0 0,0 0 1 0 0,1 0-1 0 0,-1 0 0 0 0,1 1 1 0 0,0-1-1 0 0,0 0 0 0 0,2-4 1 0 0,-2 5 248 0 0,0-1-1 0 0,0 1 1 0 0,0-1 0 0 0,0 1 0 0 0,0-1 0 0 0,-1 0-1 0 0,1 0 1 0 0,-1-3 0 0 0,4 8 1841 0 0,-3-1-2062 0 0,-1-1-1 0 0,1 0 0 0 0,0 0 0 0 0,-1 1 1 0 0,1-1-1 0 0,-1 0 0 0 0,1 1 0 0 0,-1-1 1 0 0,1 1-1 0 0,-1-1 0 0 0,1 0 0 0 0,-1 1 1 0 0,1-1-1 0 0,-1 1 0 0 0,1-1 0 0 0,-1 1 1 0 0,0 0-1 0 0,1-1 0 0 0,-1 1 0 0 0,0-1 1 0 0,0 1-1 0 0,1 0 0 0 0,-1-1 1 0 0,0 1-1 0 0,0 0 0 0 0,0 0 0 0 0,1 19 950 0 0,0-1-1 0 0,2 1 0 0 0,5 20 0 0 0,-7-31-866 0 0,0-1-1 0 0,-1 1 0 0 0,0 15 0 0 0,-1-16-179 0 0,1 0 0 0 0,0-1-1 0 0,1 1 1 0 0,2 10 0 0 0,-3-15-79 0 0,20 59-2810 0 0,-4-36-1894 0 0,-15-25 4294 0 0,-1 0 1 0 0,1 0 0 0 0,0 0 0 0 0,0 0-1 0 0,0 0 1 0 0,0-1 0 0 0,0 1-1 0 0,0 0 1 0 0,0-1 0 0 0,0 1 0 0 0,1-1-1 0 0,-1 1 1 0 0,0-1 0 0 0,0 0-1 0 0,0 1 1 0 0,0-1 0 0 0,3 0 0 0 0,-3 0 174 0 0,1 0 0 0 0,0-1 0 0 0,0 1 1 0 0,0 0-1 0 0,-1-1 0 0 0,1 0 1 0 0,0 1-1 0 0,-1-1 0 0 0,1 0 0 0 0,-1 0 1 0 0,1 0-1 0 0,-1 0 0 0 0,1 0 1 0 0,-1 0-1 0 0,1-1 0 0 0,-1 1 0 0 0,0 0 1 0 0,0-1-1 0 0,0 1 0 0 0,0-1 1 0 0,0 1-1 0 0,0-1 0 0 0,1-1 0 0 0,10-14-1395 0 0,15-8-477 0 0</inkml:trace>
  <inkml:trace contextRef="#ctx0" brushRef="#br0" timeOffset="1">640 65 1096 0 0,'1'-12'1507'0'0,"-2"-22"4469"0"0,1 33-5722 0 0,0 1-1 0 0,0-1 0 0 0,0 0 1 0 0,0 0-1 0 0,0 1 1 0 0,0-1-1 0 0,0 0 1 0 0,0 1-1 0 0,0-1 0 0 0,-1 0 1 0 0,1 0-1 0 0,0 1 1 0 0,0-1-1 0 0,-1 0 1 0 0,1 1-1 0 0,-1-1 0 0 0,1 1 1 0 0,0-1-1 0 0,-1 1 1 0 0,1-1-1 0 0,-1 0 1 0 0,1 1-1 0 0,-1 0 0 0 0,0-1 1 0 0,1 1-1 0 0,-1-1 1 0 0,1 1-1 0 0,-1 0 1 0 0,0-1-1 0 0,1 1 0 0 0,-2-1 1 0 0,-3 14 6847 0 0,-8 14-4561 0 0,9-19-2108 0 0,0 1 0 0 0,1 0 0 0 0,0 1-1 0 0,0-1 1 0 0,1 1 0 0 0,0-1 0 0 0,0 13-1 0 0,-2 2 54 0 0,-1 75 508 0 0,4-84-942 0 0,0 1 0 0 0,0-1 0 0 0,4 25 0 0 0,0 16-392 0 0,-2-36-656 0 0,0 1 0 0 0,2-1 1 0 0,9 35-1 0 0,-10-50 536 0 0,0-1 0 0 0,0 1 0 0 0,1-1 0 0 0,-1 0 0 0 0,1 0 0 0 0,0 0 0 0 0,0 0 0 0 0,1 0 0 0 0,-1-1 0 0 0,1 1 0 0 0,0-1 1 0 0,0 0-1 0 0,0 0 0 0 0,0 0 0 0 0,0-1 0 0 0,6 3 0 0 0,-1 0-683 0 0,1 0-1 0 0,0-1 1 0 0,0-1 0 0 0,0 0 0 0 0,0 0 0 0 0,16 2-1 0 0,-2-3-563 0 0,-1-2 0 0 0,0 0-1 0 0,1-1 1 0 0,34-7-1 0 0,-1 0-229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1.4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404 384 2012 0 0,'-18'-21'3289'0'0,"14"15"-2544"0"0,1 1 0 0 0,-1 0 1 0 0,-1 0-1 0 0,1 0 0 0 0,-1 0 1 0 0,0 1-1 0 0,0 0 1 0 0,0 0-1 0 0,0 0 0 0 0,-1 1 1 0 0,0-1-1 0 0,1 1 0 0 0,-1 1 1 0 0,0-1-1 0 0,-1 1 0 0 0,1 0 1 0 0,-10-2-1 0 0,5 3-62 0 0,0 1 1 0 0,1 0-1 0 0,-1 0 0 0 0,1 1 0 0 0,-1 0 1 0 0,1 1-1 0 0,-1 0 0 0 0,1 0 0 0 0,0 1 1 0 0,0 1-1 0 0,-16 7 0 0 0,15-4-299 0 0,0-1 1 0 0,1 1-1 0 0,-1 1 0 0 0,2 0 0 0 0,-1 1 1 0 0,1-1-1 0 0,1 2 0 0 0,-1-1 1 0 0,-10 19-1 0 0,14-22-330 0 0,1 2 1 0 0,0-1 0 0 0,0 0 0 0 0,1 1-1 0 0,0 0 1 0 0,0-1 0 0 0,1 1-1 0 0,0 0 1 0 0,0 1 0 0 0,1-1-1 0 0,0 0 1 0 0,0 0 0 0 0,1 1-1 0 0,0-1 1 0 0,1 0 0 0 0,0 0-1 0 0,2 9 1 0 0,-2-14-91 0 0,1 0-1 0 0,-1 0 1 0 0,1 0 0 0 0,0-1 0 0 0,0 1 0 0 0,0-1-1 0 0,0 1 1 0 0,0-1 0 0 0,1 0 0 0 0,-1 0-1 0 0,1 0 1 0 0,-1 0 0 0 0,1 0 0 0 0,0-1-1 0 0,0 1 1 0 0,0-1 0 0 0,0 1 0 0 0,0-1 0 0 0,0 0-1 0 0,0 0 1 0 0,0-1 0 0 0,0 1 0 0 0,4 0-1 0 0,1 0-265 0 0,1 0 0 0 0,-1 0 0 0 0,1-1-1 0 0,-1 0 1 0 0,1-1 0 0 0,0 0 0 0 0,14-3-1 0 0,-11 0-479 0 0,0 0-1 0 0,0-1 1 0 0,-1-1 0 0 0,1 0-1 0 0,-1 0 1 0 0,-1-1-1 0 0,1-1 1 0 0,14-13 0 0 0,-2-1-1810 0 0,-1-2 1 0 0,23-32 0 0 0,-38 46 1747 0 0,-1-1 1 0 0,0 1 0 0 0,0-2-1 0 0,5-17 1 0 0,17-33-2431 0 0,-14 38 2039 0 0,-2-1 0 0 0,-1 0 0 0 0,9-35 0 0 0,2 9 494 0 0,-15 38 1374 0 0,-1 0 0 0 0,7-24-1 0 0,4 3 3260 0 0,5 9 4657 0 0,-20 39 231 0 0,-1 14-6334 0 0,14 96 2434 0 0,-14-100-4627 0 0,1 0 1 0 0,1-1 0 0 0,10 38-1 0 0,27 70 511 0 0,-25-85-688 0 0,27 63-461 0 0,-41-103-148 0 0,1 0-1 0 0,0 0 0 0 0,0 0 0 0 0,0-1 1 0 0,4 7-1 0 0,-4-6-214 0 0,-1 2-4927 0 0,-8-39-10938 0 0,1 15 14550 0 0,4-16-750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1.8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45 319 1964 0 0,'0'-1'422'0'0,"0"-1"0"0"0,0 1-1 0 0,-1 0 1 0 0,1 0 0 0 0,-1-1 0 0 0,1 1-1 0 0,-1 0 1 0 0,1 0 0 0 0,-1-1 0 0 0,0 1-1 0 0,1 0 1 0 0,-1 0 0 0 0,0 0 0 0 0,0 0-1 0 0,0 0 1 0 0,0 0 0 0 0,0 0 0 0 0,0 0-1 0 0,0 1 1 0 0,0-1 0 0 0,0 0 0 0 0,0 1-1 0 0,-1-1 1 0 0,1 0 0 0 0,0 1-1 0 0,-3-1 1 0 0,3 1 39 0 0,0-1 1 0 0,0 1-1 0 0,0 0 0 0 0,0-1 0 0 0,0 1 0 0 0,0-1 0 0 0,0 1 0 0 0,0-1 1 0 0,0 0-1 0 0,0 1 0 0 0,0-1 0 0 0,0 0 0 0 0,0 0 0 0 0,1 0 0 0 0,-1 1 1 0 0,0-1-1 0 0,1 0 0 0 0,-1 0 0 0 0,0 0 0 0 0,1 0 0 0 0,-1 0 0 0 0,1 0 1 0 0,0 0-1 0 0,-1 0 0 0 0,1-4 2824 0 0,33 5-3006 0 0,0 2 0 0 0,0 1 0 0 0,37 9 0 0 0,-51-7-786 0 0,0 0-1 0 0,-1 1 0 0 0,0 1 1 0 0,0 1-1 0 0,0 0 0 0 0,30 21 1 0 0,-48-29 498 0 0,10 7-784 0 0,0 0 1 0 0,0 1-1 0 0,-1 0 0 0 0,15 16 0 0 0,-23-22 395 0 0,1 0-1 0 0,-1 1 1 0 0,1-1 0 0 0,-1 0-1 0 0,0 1 1 0 0,0-1-1 0 0,0 1 1 0 0,0 0 0 0 0,0-1-1 0 0,-1 1 1 0 0,1 4 0 0 0,-1-5-79 0 0,0 0 1 0 0,0 0-1 0 0,0 0 1 0 0,-1 1-1 0 0,1-1 1 0 0,-1 0 0 0 0,1 0-1 0 0,-1 0 1 0 0,0 0-1 0 0,0 0 1 0 0,0 0 0 0 0,0 0-1 0 0,0 0 1 0 0,0-1-1 0 0,-1 1 1 0 0,-1 2-1 0 0,2-2-552 0 0,-3 3-3567 0 0,-8-12 2426 0 0</inkml:trace>
  <inkml:trace contextRef="#ctx0" brushRef="#br0" timeOffset="1">417 93 2268 0 0,'-15'-8'3040'0'0,"0"-9"273"0"0,1 0-5 0 0,-1 9-264 0 0,-15-9-1527 0 0,30 9-1373 0 0,-15-1-1041 0 0,15 1-755 0 0,15 8-5776 0 0,15 0 4971 0 0,-15 0 381 0 0,14 8 452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2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 0 576 0 0,'0'12'779'0'0,"0"9"483"0"0,0 0 1 0 0,-1 0-1 0 0,-1 0 1 0 0,-1 0-1 0 0,-6 21 0 0 0,-5 25 2819 0 0,11-46-2310 0 0,-10 35 1 0 0,10-46-1450 0 0,0 0-1 0 0,1 0 1 0 0,0 0 0 0 0,0 0 0 0 0,1 0 0 0 0,1 1-1 0 0,0-1 1 0 0,0 0 0 0 0,3 17 0 0 0,-2-24-224 0 0,-1 0 0 0 0,1 1 1 0 0,0-1-1 0 0,1 0 0 0 0,-1 0 0 0 0,0 0 1 0 0,1 0-1 0 0,0 0 0 0 0,0 0 1 0 0,0 0-1 0 0,0 0 0 0 0,0-1 0 0 0,0 1 1 0 0,1-1-1 0 0,-1 0 0 0 0,1 0 1 0 0,0 1-1 0 0,0-2 0 0 0,-1 1 0 0 0,1 0 1 0 0,0-1-1 0 0,1 1 0 0 0,-1-1 1 0 0,0 0-1 0 0,0 0 0 0 0,1 0 0 0 0,-1 0 1 0 0,0-1-1 0 0,1 1 0 0 0,-1-1 1 0 0,1 0-1 0 0,4 0 0 0 0,-4 0-80 0 0,1 0-1 0 0,-1-1 0 0 0,1 1 1 0 0,0-1-1 0 0,-1 0 1 0 0,1 0-1 0 0,-1-1 0 0 0,0 1 1 0 0,1-1-1 0 0,-1 0 1 0 0,0 0-1 0 0,0 0 0 0 0,0-1 1 0 0,0 1-1 0 0,0-1 1 0 0,-1 0-1 0 0,1 0 0 0 0,-1-1 1 0 0,5-5-1 0 0,-6 6-105 0 0,0 0 0 0 0,0 0 0 0 0,-1-1 0 0 0,1 1 0 0 0,-1 0 0 0 0,0-1 0 0 0,0 1 0 0 0,0-1-1 0 0,0 1 1 0 0,0-1 0 0 0,-1 1 0 0 0,0-1 0 0 0,0 1 0 0 0,0-1 0 0 0,0 1 0 0 0,0-1 0 0 0,-1 1 0 0 0,0-1 0 0 0,1 1-1 0 0,-1-1 1 0 0,-1 1 0 0 0,1 0 0 0 0,0-1 0 0 0,-1 1 0 0 0,-2-4 0 0 0,-42-87-6566 0 0,17 30 503 0 0,27 60 5655 0 0,0 0 0 0 0,0 0 0 0 0,1 0 0 0 0,-1 0 0 0 0,1 0-1 0 0,0 0 1 0 0,0 0 0 0 0,0-1 0 0 0,0 1 0 0 0,1-7 0 0 0,0-14-1546 0 0</inkml:trace>
  <inkml:trace contextRef="#ctx0" brushRef="#br0" timeOffset="1">237 109 180 0 0,'0'11'1705'0'0,"0"0"-1"0"0,-1 0 0 0 0,-1 0 1 0 0,0 0-1 0 0,-5 18 1 0 0,2 28 6687 0 0,2-46-6936 0 0,0 0-1 0 0,1 1 1 0 0,0-1 0 0 0,0 19-1 0 0,3-26-1244 0 0,-1 1 0 0 0,1 0 0 0 0,0-1-1 0 0,0 1 1 0 0,0-1 0 0 0,0 0-1 0 0,1 1 1 0 0,0-1 0 0 0,0 0-1 0 0,0 0 1 0 0,1 0 0 0 0,-1 0 0 0 0,1 0-1 0 0,4 5 1 0 0,-1-3-250 0 0,0 0 1 0 0,1 0-1 0 0,-1 0 1 0 0,1 0-1 0 0,0-1 0 0 0,1 0 1 0 0,-1-1-1 0 0,1 0 1 0 0,0 0-1 0 0,0 0 0 0 0,15 3 1 0 0,-3-3-562 0 0,0 0 0 0 0,0-2 1 0 0,0 0-1 0 0,23-2 0 0 0,92 5-3780 0 0,-93-1-1237 0 0,51 12 1 0 0,6 1-597 0 0,-52-9 3767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2.5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405 135 2324 0 0,'-11'0'954'0'0,"4"0"891"0"0,-1 0 1 0 0,1 0-1 0 0,0-1 0 0 0,-1 0 0 0 0,1 0 1 0 0,0-1-1 0 0,-8-2 0 0 0,-40-14 3793 0 0,47 14-5245 0 0,0 1 0 0 0,-1 0 0 0 0,0 1 0 0 0,0-1 0 0 0,1 2 1 0 0,-1-1-1 0 0,0 1 0 0 0,0 1 0 0 0,-1-1 0 0 0,1 2 0 0 0,0-1 1 0 0,-15 4-1 0 0,18-3-342 0 0,-1 0 0 0 0,1 0 0 0 0,0 1-1 0 0,0 0 1 0 0,0 0 0 0 0,0 0 0 0 0,0 1 0 0 0,0 0 0 0 0,0 0 0 0 0,1 0 0 0 0,-1 1 0 0 0,1 0 0 0 0,0 0 0 0 0,0 0-1 0 0,1 1 1 0 0,-1 0 0 0 0,1 0 0 0 0,-6 9 0 0 0,4-2-67 0 0,0 0-1 0 0,1 0 1 0 0,1 1-1 0 0,-5 20 1 0 0,8-29-17 0 0,1 1 1 0 0,-1-1-1 0 0,1 1 1 0 0,-1 0-1 0 0,2-1 1 0 0,-1 1-1 0 0,0 0 1 0 0,1-1-1 0 0,0 1 1 0 0,0 0-1 0 0,0-1 1 0 0,1 1-1 0 0,-1-1 1 0 0,1 0-1 0 0,0 1 1 0 0,4 5-1 0 0,-4-7 0 0 0,0-1 0 0 0,1 1-1 0 0,-1 0 1 0 0,1-1-1 0 0,0 0 1 0 0,-1 1 0 0 0,1-1-1 0 0,0 0 1 0 0,1-1-1 0 0,-1 1 1 0 0,0 0 0 0 0,0-1-1 0 0,1 0 1 0 0,-1 0-1 0 0,0 0 1 0 0,1 0 0 0 0,-1 0-1 0 0,1-1 1 0 0,0 1-1 0 0,-1-1 1 0 0,1 0 0 0 0,-1 0-1 0 0,1 0 1 0 0,0-1-1 0 0,-1 1 1 0 0,7-3 0 0 0,-3 1-50 0 0,1-1 0 0 0,-1 1 0 0 0,1-2 0 0 0,-1 1 0 0 0,0-1 0 0 0,0 0 0 0 0,-1 0 0 0 0,1-1 0 0 0,-1 0 0 0 0,0 0 0 0 0,7-8 0 0 0,42-53-2209 0 0,-44 52 765 0 0,-2 0 0 0 0,0-1-1 0 0,9-18 1 0 0,-14 22 331 0 0,1 1 1 0 0,0 0-1 0 0,1 0 0 0 0,0 1 1 0 0,1 0-1 0 0,0 0 0 0 0,0 0 1 0 0,1 1-1 0 0,0 0 0 0 0,0 1 1 0 0,12-9-1 0 0,20-4-1354 0 0,-8-3 645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2.9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298 176 1808 0 0,'-12'-42'4554'0'0,"11"36"-3645"0"0,0 0 1 0 0,-1 0 0 0 0,1 1 0 0 0,-1-1 0 0 0,0 1-1 0 0,-1 0 1 0 0,1-1 0 0 0,-1 1 0 0 0,0 0 0 0 0,0 0-1 0 0,-1 1 1 0 0,-4-6 0 0 0,0 3 48 0 0,-1 0 0 0 0,0 0 0 0 0,0 0 0 0 0,0 1 0 0 0,-1 1 1 0 0,0 0-1 0 0,0 0 0 0 0,-15-4 0 0 0,23 8-887 0 0,1 1 1 0 0,-1 0 0 0 0,0 0-1 0 0,0 0 1 0 0,0 0 0 0 0,0 0-1 0 0,1 0 1 0 0,-1 0 0 0 0,0 0-1 0 0,0 1 1 0 0,1-1-1 0 0,-1 1 1 0 0,0 0 0 0 0,1-1-1 0 0,-1 1 1 0 0,0 0 0 0 0,1 0-1 0 0,-1 0 1 0 0,1 0 0 0 0,-1 0-1 0 0,1 0 1 0 0,0 0 0 0 0,-1 1-1 0 0,1-1 1 0 0,0 0-1 0 0,0 1 1 0 0,0-1 0 0 0,0 1-1 0 0,0-1 1 0 0,-1 4 0 0 0,-1 3 94 0 0,0 0 1 0 0,0 0 0 0 0,1 0 0 0 0,0 1-1 0 0,0 8 1 0 0,1-8-17 0 0,-3 11 77 0 0,1-7-104 0 0,1-1 0 0 0,1 0 0 0 0,0 1 0 0 0,1-1 0 0 0,1 15 0 0 0,118 681 1275 0 0,-105-647-1375 0 0,1-2-111 0 0,10 91 0 0 0,-23-132 10 0 0,5 107-791 0 0,-8-109 308 0 0,0 1-1 0 0,-1-1 1 0 0,0 1 0 0 0,-2-1 0 0 0,-7 24 0 0 0,9-35 70 0 0,0-1 1 0 0,0 1-1 0 0,0 0 0 0 0,-1-1 0 0 0,0 1 0 0 0,0-1 0 0 0,0 0 1 0 0,0 0-1 0 0,-1 0 0 0 0,1-1 0 0 0,-1 1 0 0 0,0-1 0 0 0,0 0 1 0 0,-1 0-1 0 0,1 0 0 0 0,0 0 0 0 0,-1-1 0 0 0,-6 3 0 0 0,8-4 23 0 0,-1 0 0 0 0,0 0 0 0 0,1 0 1 0 0,-1-1-1 0 0,0 1 0 0 0,0-1 0 0 0,0 0 0 0 0,1 0 0 0 0,-1 0 0 0 0,0-1 0 0 0,0 1 0 0 0,0-1 0 0 0,1 0 0 0 0,-1 0 0 0 0,0 0 0 0 0,1 0 0 0 0,-1-1 0 0 0,1 0 0 0 0,0 0 0 0 0,-1 1 0 0 0,1-2 0 0 0,0 1 1 0 0,0 0-1 0 0,-4-5 0 0 0,-1-1-266 0 0,0-1 0 0 0,0-1 0 0 0,1 0 0 0 0,0 0 0 0 0,1 0 0 0 0,-7-15 0 0 0,-4-25-1007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3.2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62 385 628 0 0,'-13'-20'2862'0'0,"8"11"-854"0"0,-1 1 0 0 0,1-1 0 0 0,1 0 0 0 0,-5-11 0 0 0,4 4 2336 0 0,1 7-1833 0 0,2 0 0 0 0,-1 0 1 0 0,-2-18-1 0 0,5 25-2394 0 0,0 0-1 0 0,0-1 1 0 0,0 1-1 0 0,0 0 1 0 0,0 0 0 0 0,0 0-1 0 0,1-1 1 0 0,-1 1 0 0 0,1 0-1 0 0,-1 0 1 0 0,1 0 0 0 0,0 0-1 0 0,0 0 1 0 0,0 0-1 0 0,0 0 1 0 0,0 0 0 0 0,1 0-1 0 0,-1 1 1 0 0,0-1 0 0 0,1 0-1 0 0,0 1 1 0 0,1-2-1 0 0,19-12-1467 0 0,1 2 0 0 0,1 0 0 0 0,0 2-1 0 0,0 1 1 0 0,1 0 0 0 0,34-7 0 0 0,5-3-2395 0 0,22-5-3955 0 0,156-24 1 0 0,-168 39 5736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3.7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358 1 428 0 0,'0'1'178'0'0,"0"-1"0"0"0,0 1 0 0 0,-1-1 0 0 0,1 1-1 0 0,-1-1 1 0 0,1 1 0 0 0,0-1 0 0 0,-1 1 0 0 0,1-1 0 0 0,-1 1 0 0 0,1-1 0 0 0,-1 1 0 0 0,0-1-1 0 0,1 0 1 0 0,-1 1 0 0 0,1-1 0 0 0,-1 0 0 0 0,0 0 0 0 0,1 1 0 0 0,-1-1 0 0 0,0 0 0 0 0,1 0-1 0 0,-1 0 1 0 0,0 0 0 0 0,1 0 0 0 0,-1 0 0 0 0,0 0 0 0 0,1 0 0 0 0,-2 0 0 0 0,-28 0 4758 0 0,18-1 8577 0 0,9 10-12151 0 0,-70 62 2584 0 0,45-47-3394 0 0,0-2 1 0 0,-46 27-1 0 0,63-43-589 0 0,0 1 1 0 0,1 1-1 0 0,0 0 0 0 0,0 0 1 0 0,-12 15-1 0 0,21-23 8 0 0,1 1 1 0 0,-1 0-1 0 0,1-1 1 0 0,-1 1-1 0 0,1 0 1 0 0,0 0-1 0 0,-1 0 1 0 0,1-1 0 0 0,0 1-1 0 0,-1 0 1 0 0,1 0-1 0 0,0 0 1 0 0,0 0-1 0 0,0-1 1 0 0,0 1-1 0 0,0 0 1 0 0,0 0-1 0 0,0 0 1 0 0,0 0-1 0 0,0-1 1 0 0,1 1-1 0 0,-1 0 1 0 0,0 0-1 0 0,0 0 1 0 0,1 0-1 0 0,-1-1 1 0 0,0 1-1 0 0,1 0 1 0 0,-1 0 0 0 0,1-1-1 0 0,-1 1 1 0 0,1 0-1 0 0,-1-1 1 0 0,1 1-1 0 0,0-1 1 0 0,-1 1-1 0 0,1-1 1 0 0,0 1-1 0 0,0-1 1 0 0,-1 1-1 0 0,2 0 1 0 0,35 18-577 0 0,4-3 582 0 0,-1 2-1 0 0,-1 2 1 0 0,0 1-1 0 0,-2 2 1 0 0,48 38-1 0 0,-38-15 291 0 0,-44-43-225 0 0,0 0 0 0 0,-1 0-1 0 0,1 0 1 0 0,-1 0-1 0 0,0 1 1 0 0,0-1 0 0 0,0 1-1 0 0,0-1 1 0 0,-1 1-1 0 0,0 0 1 0 0,0 0 0 0 0,0 0-1 0 0,1 4 1 0 0,-2-4 38 0 0,0-1 0 0 0,0 1 1 0 0,0 0-1 0 0,0-1 0 0 0,-1 1 1 0 0,1 0-1 0 0,-1-1 0 0 0,0 1 1 0 0,0-1-1 0 0,-1 1 0 0 0,-1 3 1 0 0,-1-3 20 0 0,1 0 0 0 0,-1 0 0 0 0,0 0 0 0 0,0 0 0 0 0,-1-1 0 0 0,-7 5 0 0 0,-16 9 67 0 0,-1-2 1 0 0,-1 0-1 0 0,-1-2 0 0 0,-42 11 0 0 0,59-19-226 0 0,6-2-206 0 0,0-1 0 0 0,0 0 0 0 0,-1 0 0 0 0,1-1 0 0 0,0 0 0 0 0,0 0 0 0 0,-1-1 0 0 0,1 0 0 0 0,0-1 0 0 0,0 1 0 0 0,-1-2 0 0 0,-12-3 0 0 0,18 4-87 0 0,0 0 0 0 0,0 0 0 0 0,1-1 0 0 0,-1 1 0 0 0,0-1 0 0 0,1 0 0 0 0,-1 1 0 0 0,1-1 0 0 0,0 0-1 0 0,0-1 1 0 0,-1 1 0 0 0,2 0 0 0 0,-1-1 0 0 0,0 1 0 0 0,-2-4 0 0 0,3 3-258 0 0,-1-1 0 0 0,1 0-1 0 0,0 0 1 0 0,0 0 0 0 0,0 0 0 0 0,1 0-1 0 0,-1 0 1 0 0,1 0 0 0 0,0 0 0 0 0,0 0-1 0 0,1-1 1 0 0,-1 1 0 0 0,1 0 0 0 0,1-4-1 0 0,3-12-1977 0 0,2 1 0 0 0,0 0 0 0 0,18-36 0 0 0,3 20 258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4.1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84 1032 0 0,'45'8'12701'0'0,"54"-10"-4053"0"0,-3-4-5192 0 0,93-2-1721 0 0,-106 4-2550 0 0,3-1-4930 0 0,-79 5 4335 0 0,-1 0 0 0 0,0-1 0 0 0,1 0 0 0 0,-1 0 0 0 0,0-1 0 0 0,12-3 0 0 0,-15 3 836 0 0,0 1-1 0 0,0-1 1 0 0,0 1-1 0 0,0-1 1 0 0,0 0 0 0 0,0 0-1 0 0,-1 0 1 0 0,1-1 0 0 0,0 1-1 0 0,-1 0 1 0 0,0-1 0 0 0,0 0-1 0 0,0 0 1 0 0,0 1 0 0 0,2-6-1 0 0,-1-9-1241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4.4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147 16 1592 0 0,'-4'-2'1118'0'0,"1"0"0"0"0,-1 0-1 0 0,0 0 1 0 0,0 1 0 0 0,0-1 0 0 0,-1 1 0 0 0,1 0-1 0 0,0 0 1 0 0,0 0 0 0 0,-1 1 0 0 0,1 0 0 0 0,-7 0-1 0 0,9 0-638 0 0,0 1 0 0 0,0-1 0 0 0,0 1 0 0 0,0-1-1 0 0,0 1 1 0 0,0 0 0 0 0,1 0 0 0 0,-1 0 0 0 0,0 0 0 0 0,0 0-1 0 0,1 0 1 0 0,-1 0 0 0 0,1 1 0 0 0,-3 2 0 0 0,-9 20 771 0 0,5 2-93 0 0,1 0 1 0 0,2 0-1 0 0,0 1 1 0 0,-2 44-1 0 0,0 8 0 0 0,4-61-951 0 0,1 0 1 0 0,1 0-1 0 0,2 32 1 0 0,3-17-60 0 0,4 58 66 0 0,-6-56-484 0 0,0 0 0 0 0,14 56 0 0 0,-9-48-717 0 0,-5-32 512 0 0,10 39-2574 0 0,-10-47 2485 0 0,-1 0 0 0 0,0 0 0 0 0,1 0 0 0 0,0 0 0 0 0,0-1 0 0 0,0 1-1 0 0,0-1 1 0 0,0 1 0 0 0,0-1 0 0 0,0 1 0 0 0,1-1 0 0 0,0 0 0 0 0,5 3 0 0 0,-6-4 73 0 0,0-1 0 0 0,0 1 0 0 0,0-1 1 0 0,0 0-1 0 0,0 1 0 0 0,0-1 0 0 0,0 0 0 0 0,0 0 1 0 0,0 0-1 0 0,1-1 0 0 0,-1 1 0 0 0,0 0 1 0 0,0-1-1 0 0,0 1 0 0 0,0-1 0 0 0,0 0 0 0 0,0 0 1 0 0,0 0-1 0 0,0 0 0 0 0,-1 0 0 0 0,4-2 0 0 0,1-1-276 0 0,-1 0-1 0 0,1 0 0 0 0,-1-1 0 0 0,0 1 0 0 0,7-10 0 0 0,6-18-1714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5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47 269 252 0 0,'0'-1'202'0'0,"0"0"0"0"0,0 0 0 0 0,-1 0 0 0 0,1-1 0 0 0,0 1 0 0 0,-1 0 0 0 0,1 0 0 0 0,0 0 0 0 0,-1 0 0 0 0,1 0 0 0 0,-1 0 0 0 0,0 0 0 0 0,1 0 0 0 0,-1 0 0 0 0,0 0 0 0 0,0-1 0 0 0,-8-10 9886 0 0,1 16-8676 0 0,6-2-340 0 0,-1 1-741 0 0,1 1 1 0 0,0-1-1 0 0,0 0 0 0 0,0 1 0 0 0,0 0 0 0 0,1-1 1 0 0,0 1-1 0 0,-1 0 0 0 0,1 0 0 0 0,1 0 0 0 0,-1 0 0 0 0,0 0 1 0 0,1 0-1 0 0,0 0 0 0 0,0 0 0 0 0,0 0 0 0 0,1 0 1 0 0,-1 0-1 0 0,1 0 0 0 0,2 6 0 0 0,-2-4-186 0 0,2 1 0 0 0,-1-1 0 0 0,1 1 0 0 0,-1-1-1 0 0,2 0 1 0 0,-1 0 0 0 0,1 0 0 0 0,0 0 0 0 0,0-1-1 0 0,5 6 1 0 0,-1-4-120 0 0,0 1-1 0 0,1-1 0 0 0,-1-1 0 0 0,1 1 1 0 0,19 8-1 0 0,-22-12-142 0 0,0-1-1 0 0,0-1 1 0 0,0 1 0 0 0,0-1 0 0 0,1 0-1 0 0,-1 0 1 0 0,0-1 0 0 0,1 0 0 0 0,-1 0-1 0 0,1-1 1 0 0,6-1 0 0 0,12-3-1007 0 0,0-1 0 0 0,26-10 0 0 0,-33 9 154 0 0,1 2 1 0 0,-1 0-1 0 0,1 0 0 0 0,0 2 1 0 0,25-2-1 0 0,-30 5 416 0 0,1 1 1 0 0,0 0-1 0 0,-1 1 0 0 0,1 1 0 0 0,-1 0 1 0 0,0 1-1 0 0,0 0 0 0 0,0 1 1 0 0,-1 1-1 0 0,26 14 0 0 0,-26-13 647 0 0,0-1-1 0 0,0 0 1 0 0,17 4-1 0 0,-24-8 94 0 0,0-1 0 0 0,0 1 0 0 0,1-1 0 0 0,-1 0 1 0 0,1-1-1 0 0,-1 0 0 0 0,0 0 0 0 0,1 0 0 0 0,-1 0 0 0 0,8-3 0 0 0,-11 2-95 0 0,0 0 0 0 0,-1-1 0 0 0,1 1 0 0 0,-1-1 0 0 0,1 1 0 0 0,-1-1-1 0 0,0 0 1 0 0,0 0 0 0 0,1-1 0 0 0,-1 1 0 0 0,-1 0 0 0 0,1-1 0 0 0,0 1 0 0 0,-1-1 0 0 0,1 1-1 0 0,-1-1 1 0 0,0 0 0 0 0,0 1 0 0 0,0-1 0 0 0,0 0 0 0 0,0 0 0 0 0,0-3 0 0 0,0 2 92 0 0,0 1 0 0 0,-1-1 0 0 0,1 1 0 0 0,-1-1 0 0 0,0 1 0 0 0,0-1 0 0 0,0 1 0 0 0,0-1 0 0 0,-1 0 0 0 0,0 1 0 0 0,1-1 0 0 0,-1 1 0 0 0,-1 0 0 0 0,1-1 0 0 0,0 1 0 0 0,-1 0-1 0 0,1 0 1 0 0,-4-5 0 0 0,1 4 177 0 0,0 0 0 0 0,0 0 0 0 0,-1 0-1 0 0,1 1 1 0 0,-1 0 0 0 0,0-1 0 0 0,0 2 0 0 0,0-1-1 0 0,0 0 1 0 0,0 1 0 0 0,-1 0 0 0 0,1 0-1 0 0,-8-1 1 0 0,2 2 33 0 0,1 0 0 0 0,-1 0 0 0 0,0 1 0 0 0,1 1 0 0 0,-1-1 0 0 0,-16 5 0 0 0,23-4-398 0 0,0 0 0 0 0,0 1 0 0 0,0-1 0 0 0,0 1 0 0 0,0 0 1 0 0,0 1-1 0 0,1-1 0 0 0,-1 0 0 0 0,1 1 0 0 0,-1 0 0 0 0,1 0 1 0 0,0 0-1 0 0,0 0 0 0 0,1 0 0 0 0,-1 1 0 0 0,1-1 0 0 0,-1 1 1 0 0,1 0-1 0 0,0-1 0 0 0,1 1 0 0 0,-1 0 0 0 0,1 0 0 0 0,-1 1 1 0 0,1-1-1 0 0,0 0 0 0 0,1 0 0 0 0,-1 0 0 0 0,1 1 0 0 0,0-1 1 0 0,0 0-1 0 0,0 1 0 0 0,0-1 0 0 0,1 0 0 0 0,0 0 0 0 0,1 6 1 0 0,3 5-276 0 0,-5-11 179 0 0,1 0 0 0 0,0 0-1 0 0,0-1 1 0 0,0 1-1 0 0,1 0 1 0 0,0-1 0 0 0,-1 1-1 0 0,1-1 1 0 0,0 1-1 0 0,1-1 1 0 0,-1 0-1 0 0,5 5 1 0 0,-2-5-16 0 0,-1 1 0 0 0,1-1 0 0 0,0 0 0 0 0,0 0 0 0 0,0-1 0 0 0,0 0 0 0 0,1 0 0 0 0,-1 0 0 0 0,1 0 0 0 0,-1-1-1 0 0,1 0 1 0 0,-1 0 0 0 0,1 0 0 0 0,0-1 0 0 0,0 0 0 0 0,-1 0 0 0 0,1-1 0 0 0,0 1 0 0 0,-1-1 0 0 0,1 0 0 0 0,-1-1 0 0 0,1 1 0 0 0,-1-1 0 0 0,1 0 0 0 0,-1-1 0 0 0,0 1 0 0 0,0-1 0 0 0,0 0-1 0 0,0 0 1 0 0,-1-1 0 0 0,8-6 0 0 0,15-13-310 0 0,23-26-1 0 0,-41 40 358 0 0,-1-1 0 0 0,-1 0 0 0 0,0 0 1 0 0,0-1-1 0 0,-1 0 0 0 0,7-17 0 0 0,-5 8 21 0 0,-1 5 127 0 0,-1 0 1 0 0,0-1-1 0 0,-1 0 1 0 0,-1 0-1 0 0,-1 0 1 0 0,3-26-1 0 0,-6 22 234 0 0,-3-62 1191 0 0,2 74-1134 0 0,-1 0 0 0 0,0 0-1 0 0,0 0 1 0 0,0 0-1 0 0,-1 0 1 0 0,0 0 0 0 0,-7-10-1 0 0,10 18-322 0 0,0-1-1 0 0,0 1 0 0 0,0-1 1 0 0,0 0-1 0 0,0 1 0 0 0,-1-1 1 0 0,1 1-1 0 0,0 0 0 0 0,-1-1 1 0 0,1 1-1 0 0,0-1 0 0 0,-1 1 1 0 0,1-1-1 0 0,0 1 0 0 0,-1 0 1 0 0,1-1-1 0 0,-1 1 0 0 0,1 0 1 0 0,0-1-1 0 0,-1 1 0 0 0,1 0 1 0 0,-1 0-1 0 0,1-1 0 0 0,-1 1 1 0 0,1 0-1 0 0,-1 0 0 0 0,0 0 1 0 0,1 0-1 0 0,-1 0 0 0 0,1 0 1 0 0,-1 0-1 0 0,1 0 0 0 0,-1 0 1 0 0,1 0-1 0 0,-1 0 0 0 0,1 0 1 0 0,-1 0-1 0 0,1 0 0 0 0,-1 0 1 0 0,1 1-1 0 0,-1-1 0 0 0,0 0 1 0 0,-1 2 43 0 0,0 0 0 0 0,1 0 0 0 0,-1 0 0 0 0,1 1 0 0 0,0-1 0 0 0,-1 0 0 0 0,1 1 0 0 0,0-1 0 0 0,-1 5 0 0 0,-2 5 109 0 0,1 1-1 0 0,1-1 0 0 0,-3 24 1 0 0,5 9 248 0 0,2 64 351 0 0,-1-97-731 0 0,1 1 1 0 0,1-1-1 0 0,0 0 1 0 0,0 0-1 0 0,1 0 1 0 0,11 20-1 0 0,-11-24-45 0 0,0 2 2 0 0,1-1 0 0 0,0 0 0 0 0,1 1 0 0 0,0-2 0 0 0,1 1 0 0 0,0-1 0 0 0,0 0 0 0 0,16 14 0 0 0,-12-15-29 0 0,0 0 0 0 0,0-1 0 0 0,1 0 0 0 0,0 0 1 0 0,0-1-1 0 0,1-1 0 0 0,-1 0 0 0 0,1-1 1 0 0,0 0-1 0 0,0-1 0 0 0,18 1 0 0 0,-7-4-102 0 0,-1-1-1 0 0,1-1 0 0 0,0 0 1 0 0,-1-2-1 0 0,28-9 0 0 0,-40 10 77 0 0,1 0-1 0 0,-1-1 0 0 0,0 0 0 0 0,0 0 0 0 0,0-1 1 0 0,-1-1-1 0 0,0 0 0 0 0,0 0 0 0 0,-1-1 0 0 0,0 0 0 0 0,0-1 1 0 0,8-10-1 0 0,-16 18 54 0 0,0-1-1 0 0,0 0 1 0 0,0 1 0 0 0,0-1 0 0 0,0 0 0 0 0,0 0-1 0 0,0 1 1 0 0,0-1 0 0 0,-1 0 0 0 0,1 0 0 0 0,-1 0-1 0 0,1 0 1 0 0,-1 0 0 0 0,0 0 0 0 0,0 0 0 0 0,0 0-1 0 0,0 0 1 0 0,0 0 0 0 0,0 0 0 0 0,-1 0 0 0 0,1 0 0 0 0,-1 0-1 0 0,1 0 1 0 0,-1 0 0 0 0,0 0 0 0 0,0 1 0 0 0,0-1-1 0 0,0 0 1 0 0,0 0 0 0 0,-1-1 0 0 0,-1 0 83 0 0,0 1 1 0 0,1-1-1 0 0,-1 1 0 0 0,0 0 1 0 0,-1 0-1 0 0,1 0 0 0 0,0 0 1 0 0,0 1-1 0 0,-1 0 1 0 0,1-1-1 0 0,-1 1 0 0 0,1 0 1 0 0,-1 0-1 0 0,0 1 1 0 0,1-1-1 0 0,-1 1 0 0 0,-6 0 1 0 0,-1 1 146 0 0,-1 0 0 0 0,0 1 0 0 0,1 0 0 0 0,0 1 0 0 0,-1 1 1 0 0,1-1-1 0 0,1 2 0 0 0,-18 8 0 0 0,22-10-199 0 0,0 0 1 0 0,0 1-1 0 0,0-1 1 0 0,1 2-1 0 0,-1-1 1 0 0,1 0-1 0 0,0 1 1 0 0,0 0-1 0 0,1 0 1 0 0,-1 0-1 0 0,1 1 1 0 0,0 0-1 0 0,1 0 1 0 0,-1 0-1 0 0,1 0 0 0 0,-3 8 1 0 0,4-5-39 0 0,0-1 0 0 0,1 1 0 0 0,-1 0 0 0 0,2 0 0 0 0,-1 0 0 0 0,1 0-1 0 0,2 15 1 0 0,-1-20-28 0 0,0 0-1 0 0,0 0 0 0 0,0-1 1 0 0,0 1-1 0 0,1 0 0 0 0,0-1 1 0 0,-1 1-1 0 0,1-1 0 0 0,1 0 1 0 0,-1 1-1 0 0,0-1 0 0 0,1 0 1 0 0,-1 0-1 0 0,1-1 1 0 0,0 1-1 0 0,0-1 0 0 0,0 1 1 0 0,7 3-1 0 0,10 7-309 0 0,-18-12 265 0 0,1 1-1 0 0,-1-1 1 0 0,0 1-1 0 0,0-1 1 0 0,1 0-1 0 0,-1 0 1 0 0,1 0-1 0 0,-1 0 1 0 0,1 0 0 0 0,-1-1-1 0 0,1 1 1 0 0,-1-1-1 0 0,1 0 1 0 0,5 0-1 0 0,-1 0-187 0 0,0 0-1 0 0,0-1 1 0 0,0 0-1 0 0,0 0 1 0 0,0 0-1 0 0,-1-1 0 0 0,1 0 1 0 0,0-1-1 0 0,7-3 1 0 0,0-2-362 0 0,-2-1 1 0 0,22-17 0 0 0,-4 3 84 0 0,32-14 11 0 0,-37 23 543 0 0,-20 12 51 0 0,0 0 0 0 0,0 0 1 0 0,1 1-1 0 0,-1 0 0 0 0,1 0 0 0 0,-1 0 0 0 0,1 0 0 0 0,-1 1 0 0 0,1 0 0 0 0,-1 0 0 0 0,1 0 0 0 0,-1 1 0 0 0,1 0 0 0 0,9 3 0 0 0,-4-1 240 0 0,-1 0 0 0 0,0 1 0 0 0,0 0 0 0 0,0 0 0 0 0,0 1 0 0 0,14 11 0 0 0,-22-15-260 0 0,0 1 0 0 0,0 0 0 0 0,-1-1 1 0 0,1 1-1 0 0,-1 0 0 0 0,1 0 1 0 0,-1 0-1 0 0,0 0 0 0 0,1 0 0 0 0,0 3 1 0 0,12 15 364 0 0,3-1-404 0 0,-16-18-185 0 0,0 0-1 0 0,-1 0 0 0 0,1 0 0 0 0,0 0 0 0 0,0 0 1 0 0,0 0-1 0 0,0 0 0 0 0,0 0 0 0 0,0 0 0 0 0,0-1 0 0 0,0 1 1 0 0,0 0-1 0 0,2 0 0 0 0,-1-1-146 0 0,0 0 1 0 0,-1 0-1 0 0,1 0 1 0 0,0 0-1 0 0,0 0 0 0 0,-1-1 1 0 0,1 1-1 0 0,0-1 1 0 0,0 1-1 0 0,-1-1 0 0 0,1 0 1 0 0,-1 0-1 0 0,1 1 1 0 0,2-3-1 0 0,-2 1-264 0 0,1 1 1 0 0,0-1-1 0 0,-1 0 0 0 0,0 0 1 0 0,1 0-1 0 0,-1 0 0 0 0,0-1 1 0 0,0 1-1 0 0,0-1 0 0 0,2-3 0 0 0,16-19-4245 0 0,69-58-4644 0 0,-47 42 7528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5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12 1836 0 0,'-8'-12'11409'0'0,"2"22"-4039"0"0,5 0-7065 0 0,0-3 387 0 0,1-1 1 0 0,-1 0-1 0 0,0 0 1 0 0,0 0-1 0 0,-3 6 1 0 0,2-7-391 0 0,1 1 0 0 0,0 0 0 0 0,-1 0 0 0 0,2 0-1 0 0,-1 6 1 0 0,1 33 1059 0 0,2 0-1 0 0,9 46 0 0 0,-7-69-1840 0 0,1-1-1 0 0,1 1 0 0 0,1-1 1 0 0,1-1-1 0 0,1 1 0 0 0,13 23 1 0 0,6 6-8405 0 0,-25-45 3551 0 0,-15-15-7563 0 0,8 7 14329 0 0,-11-14-3223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5.7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29 212 636 0 0,'-4'-4'856'0'0,"1"0"0"0"0,0 0 1 0 0,1-1-1 0 0,-1 1 0 0 0,1-1 0 0 0,-1 0 1 0 0,2 0-1 0 0,-1 1 0 0 0,-2-9 0 0 0,4 10-500 0 0,-1 1-1 0 0,1-1 1 0 0,-1 0-1 0 0,1 1 1 0 0,0-1-1 0 0,0 0 1 0 0,0 0-1 0 0,1 1 1 0 0,-1-1-1 0 0,1 0 1 0 0,-1 1-1 0 0,1-1 1 0 0,0 0-1 0 0,0 1 1 0 0,0-1-1 0 0,0 1 1 0 0,0-1-1 0 0,1 1 1 0 0,2-4-1 0 0,2-1-121 0 0,-2 2-365 0 0,1 0 0 0 0,-1 0 0 0 0,0 0 0 0 0,1 1 0 0 0,0 0 0 0 0,0 0 0 0 0,1 0 0 0 0,-1 1 0 0 0,1-1 0 0 0,-1 1 0 0 0,12-4 0 0 0,-11 5 16 0 0,16-5-1167 0 0,0 0 0 0 0,44-7 0 0 0,-31 10 145 0 0,-9 0 758 0 0,0 2 0 0 0,0 0 0 0 0,1 2 0 0 0,-1 1 0 0 0,0 1 0 0 0,35 7 0 0 0,-60-9 419 0 0,-1 0-1 0 0,0 0 1 0 0,0 0 0 0 0,1 0-1 0 0,-1 0 1 0 0,0 0-1 0 0,0 0 1 0 0,0 0 0 0 0,1 0-1 0 0,-1 0 1 0 0,0 0-1 0 0,0 0 1 0 0,1 0-1 0 0,-1 1 1 0 0,0-1 0 0 0,0 0-1 0 0,0 0 1 0 0,0 0-1 0 0,1 0 1 0 0,-1 0-1 0 0,0 1 1 0 0,0-1 0 0 0,0 0-1 0 0,0 0 1 0 0,0 0-1 0 0,1 1 1 0 0,-1-1-1 0 0,0 0 1 0 0,0 0 0 0 0,0 1-1 0 0,0-1 1 0 0,0 0-1 0 0,0 0 1 0 0,0 0-1 0 0,0 1 1 0 0,0-1 0 0 0,0 0-1 0 0,0 1 1 0 0,-8 8 1222 0 0,-31 15 717 0 0,6-5-307 0 0,28-14-1405 0 0,-1 0-1 0 0,1 0 1 0 0,1 0 0 0 0,-1 0-1 0 0,1 1 1 0 0,-4 6 0 0 0,6-9-213 0 0,1-1 0 0 0,0 0 0 0 0,0 1 0 0 0,0-1 0 0 0,0 1 0 0 0,0-1 0 0 0,0 1 0 0 0,1-1 0 0 0,0 1 0 0 0,-1 0 0 0 0,1-1 0 0 0,0 1 0 0 0,0 0 0 0 0,0-1 0 0 0,1 1 0 0 0,-1 0 0 0 0,1-1 0 0 0,-1 1 0 0 0,3 4 1 0 0,5 12 156 0 0,-6-12-130 0 0,0 0-1 0 0,1-1 0 0 0,0 0 0 0 0,1 1 1 0 0,-1-1-1 0 0,1 0 0 0 0,0-1 0 0 0,7 9 1 0 0,2-4 72 0 0,-9-7-59 0 0,0 1-1 0 0,0 0 1 0 0,0 0-1 0 0,-1 0 1 0 0,0 0-1 0 0,5 6 1 0 0,-5-5 67 0 0,0-1-1 0 0,1 0 1 0 0,-1 1 0 0 0,1-1 0 0 0,0 0 0 0 0,0-1 0 0 0,9 7-1 0 0,-9-7-44 0 0,-2-1 34 0 0,0 0-1 0 0,0 0 1 0 0,0 0-1 0 0,0 0 0 0 0,0 1 1 0 0,-1-1-1 0 0,1 1 0 0 0,-1-1 1 0 0,1 1-1 0 0,-1 0 0 0 0,2 5 1 0 0,5 9 1286 0 0,-8-16-1369 0 0,0-1 0 0 0,0 1 0 0 0,0 0 0 0 0,0-1 0 0 0,1 1 0 0 0,-1-1 0 0 0,0 1 0 0 0,0-1-1 0 0,0 1 1 0 0,0 0 0 0 0,0-1 0 0 0,0 1 0 0 0,0-1 0 0 0,-1 1 0 0 0,1 0 0 0 0,0-1 0 0 0,0 1-1 0 0,0-1 1 0 0,-1 1 0 0 0,1-1 0 0 0,0 1 0 0 0,0-1 0 0 0,-1 1 0 0 0,1-1 0 0 0,-1 1-1 0 0,1-1 1 0 0,0 1 0 0 0,-1 0 0 0 0,-21 15 1646 0 0,-24 7 50 0 0,46-23-1762 0 0,-10 4-10 0 0,1-1 0 0 0,-1 0 1 0 0,0-1-1 0 0,-19 2 0 0 0,-37-2-4284 0 0,53-2 2775 0 0,11 0 815 0 0,0 0 0 0 0,-1 0 1 0 0,1 0-1 0 0,-1 0 0 0 0,1-1 0 0 0,0 1 1 0 0,0-1-1 0 0,-1 0 0 0 0,1 0 0 0 0,0 0 1 0 0,-2-1-1 0 0,16-14-7080 0 0,5 4 4146 0 0,11-3 1323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28.4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45 244 496 0 0,'0'1'197'0'0,"0"-1"0"0"0,0 1 0 0 0,0 0 1 0 0,0 0-1 0 0,0 0 0 0 0,0 0 0 0 0,0 0 0 0 0,0 0 0 0 0,-1 0 0 0 0,1-1 0 0 0,0 1 0 0 0,-1 0 1 0 0,1 0-1 0 0,0 0 0 0 0,-1 0 0 0 0,1-1 0 0 0,-1 1 0 0 0,1 0 0 0 0,-1-1 0 0 0,0 1 1 0 0,1 0-1 0 0,-1-1 0 0 0,0 1 0 0 0,1-1 0 0 0,-1 1 0 0 0,0-1 0 0 0,0 1 0 0 0,0 0 0 0 0,-32 2 17871 0 0,63-2-17835 0 0,9 7 193 0 0,-1-1 1 0 0,1-2 0 0 0,68-1-1 0 0,15 4 132 0 0,-76-4-494 0 0,-30-2-47 0 0,0-1 1 0 0,22-1-1 0 0,284-7 590 0 0,-227 7-375 0 0,30 8 66 0 0,6 1-30 0 0,11-1-64 0 0,13 1-49 0 0,378 9 53 0 0,-235 7-166 0 0,-215-18-35 0 0,40 1-7 0 0,-45-7 1 0 0,8 0 10 0 0,92-11 1 0 0,30-7 145 0 0,-131 11 108 0 0,99 3 0 0 0,-96 4-62 0 0,272 21 464 0 0,-126-4-399 0 0,738-32-112 0 0,-721 6-153 0 0,2 10-7 0 0,-73 3 1 0 0,213 3 5 0 0,493-8 419 0 0,-710 9-269 0 0,8-1-92 0 0,-52-4-36 0 0,65-1 9 0 0,671-69 1 0 0,-699 55-32 0 0,23-3-3 0 0,9 2 5 0 0,16-1-1 0 0,71-13 1 0 0,-141 17 43 0 0,181-6 239 0 0,82 23 74 0 0,89-26-155 0 0,-295 2-82 0 0,-35-1-31 0 0,-124 13-210 0 0,1-2 1 0 0,-1-1-1 0 0,-1-2 0 0 0,39-14 0 0 0,-70 21-369 0 0,0 0 0 0 0,-1 0 0 0 0,1-1 0 0 0,-1 1 1 0 0,1-1-1 0 0,-1 0 0 0 0,0 0 0 0 0,0-1 0 0 0,0 1 0 0 0,4-6 0 0 0,-7 7-69 0 0,1 0 0 0 0,-1 0 0 0 0,0 1-1 0 0,0-1 1 0 0,0-1 0 0 0,0 1-1 0 0,0 0 1 0 0,0 0 0 0 0,0 0-1 0 0,-1 0 1 0 0,1-1 0 0 0,-1 1-1 0 0,0 0 1 0 0,0 0 0 0 0,1-1 0 0 0,-2 1-1 0 0,1 0 1 0 0,0-1 0 0 0,0 1-1 0 0,-1 0 1 0 0,1 0 0 0 0,-1-1-1 0 0,0 1 1 0 0,0-2 0 0 0,-2-3-951 0 0,0 1-256 0 0,0-1 0 0 0,0 0 1 0 0,-1 1-1 0 0,-8-11 0 0 0,-2 0-362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28.8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268 25 432 0 0,'-16'0'1834'0'0,"10"1"-777"0"0,0-1 0 0 0,0 0 0 0 0,0-1 0 0 0,0 1 1 0 0,0-1-1 0 0,0-1 0 0 0,0 1 0 0 0,-7-3 0 0 0,5 1-211 0 0,-26-11 13438 0 0,36 17-13223 0 0,6 4-624 0 0,1 0 0 0 0,-1-1 0 0 0,1 0 0 0 0,0 0 0 0 0,13 6 0 0 0,27 18 436 0 0,-6 3-454 0 0,-2 2 1 0 0,42 46 0 0 0,-79-76-419 0 0,0-1 1 0 0,0 1-1 0 0,-1 0 0 0 0,1 0 1 0 0,-1 1-1 0 0,0-1 0 0 0,-1 1 1 0 0,1-1-1 0 0,-1 1 1 0 0,0 0-1 0 0,0 0 0 0 0,-1 0 1 0 0,0 0-1 0 0,0 0 0 0 0,0 0 1 0 0,-1 1-1 0 0,0-1 0 0 0,0 0 1 0 0,-1 0-1 0 0,1 0 0 0 0,-1 0 1 0 0,-1 1-1 0 0,1-2 1 0 0,-1 1-1 0 0,0 0 0 0 0,0 0 1 0 0,-1 0-1 0 0,0-1 0 0 0,0 1 1 0 0,-5 6-1 0 0,-5 4-111 0 0,0 0 0 0 0,-1-1 0 0 0,-1 0 0 0 0,0-2 0 0 0,-26 19-1 0 0,18-15-145 0 0,14-10-232 0 0,-1-1 0 0 0,0 0 0 0 0,0 0 0 0 0,0-1 0 0 0,-1-1 0 0 0,1 0 0 0 0,-17 4 0 0 0,19-6-377 0 0,1 0 1 0 0,-1-1 0 0 0,0 0-1 0 0,1 0 1 0 0,-1-1-1 0 0,0 0 1 0 0,1-1 0 0 0,-1 1-1 0 0,0-1 1 0 0,1-1 0 0 0,-1 0-1 0 0,-9-3 1 0 0,12 3 94 0 0,1 0 0 0 0,-1-1 0 0 0,1 0-1 0 0,0 0 1 0 0,-1 0 0 0 0,1-1 0 0 0,1 1 0 0 0,-7-8 0 0 0,3 2-186 0 0,0-1 0 0 0,1 1 0 0 0,0-2 0 0 0,1 1 0 0 0,-7-17 0 0 0,-5-37-1826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39.6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2108 888 0 0,'-1'1'234'0'0,"-1"0"1"0"0,1 0-1 0 0,0 0 1 0 0,-1 0-1 0 0,1 0 0 0 0,0 1 1 0 0,0-1-1 0 0,0 0 1 0 0,0 1-1 0 0,0-1 0 0 0,-1 4 1 0 0,-10 9 2472 0 0,10-4 9381 0 0,14-20-10517 0 0,20-14 273 0 0,-30 23-1774 0 0,-1 0 0 0 0,1 0-1 0 0,-1 0 1 0 0,0 0 0 0 0,1 0-1 0 0,-1-1 1 0 0,0 1 0 0 0,0 0-1 0 0,0-1 1 0 0,0 1 0 0 0,1-3-1 0 0,12-14 486 0 0,-8 12-408 0 0,0-1 0 0 0,-1 0 0 0 0,0 0 0 0 0,0-1-1 0 0,0 1 1 0 0,-1-1 0 0 0,5-14 0 0 0,8-12 16 0 0,-12 27-134 0 0,-4 6-26 0 0,0 0 0 0 0,0 0 0 0 0,-1 0 1 0 0,1 0-1 0 0,-1 1 0 0 0,1-1 0 0 0,-1 0 0 0 0,1 0 0 0 0,-1 0 0 0 0,0 0 0 0 0,1 0 1 0 0,-1 0-1 0 0,0 0 0 0 0,0 0 0 0 0,0 0 0 0 0,0-2 0 0 0,2-2 31 0 0,0-1-1 0 0,0 1 0 0 0,0 0 0 0 0,0 0 1 0 0,1 0-1 0 0,0 0 0 0 0,0 0 0 0 0,0 0 1 0 0,1 1-1 0 0,-1-1 0 0 0,7-5 1 0 0,-7 7 42 0 0,2-2-1 0 0,-1 1 1 0 0,-1-1 0 0 0,1 0-1 0 0,-1 0 1 0 0,1 0 0 0 0,-2 0-1 0 0,6-11 1 0 0,-8 15-73 0 0,0 0 0 0 0,0 1 1 0 0,0-1-1 0 0,0 1 0 0 0,0-1 0 0 0,0 1 1 0 0,0-1-1 0 0,0 1 0 0 0,0-1 0 0 0,1 1 1 0 0,-1-1-1 0 0,0 1 0 0 0,0-1 0 0 0,1 1 0 0 0,-1-1 1 0 0,0 1-1 0 0,1-1 0 0 0,-1 1 0 0 0,0 0 1 0 0,1-1-1 0 0,-1 1 0 0 0,1 0 0 0 0,-1-1 1 0 0,1 1-1 0 0,-1 0 0 0 0,1-1 0 0 0,0 1 0 0 0,-1 0 1 0 0,1-1-1 0 0,-1 1 0 0 0,1 0 0 0 0,-1-1 0 0 0,0 1 1 0 0,1 0-1 0 0,-1-1 0 0 0,1 1 0 0 0,-1-1 0 0 0,0 1 1 0 0,1-1-1 0 0,-1 1 0 0 0,0 0 0 0 0,0-1 0 0 0,1 1 0 0 0,-1-1 1 0 0,0 1-1 0 0,0-1 0 0 0,0 0 0 0 0,0 1 0 0 0,1-1 1 0 0,-1 1-1 0 0,0-1 0 0 0,0 1 0 0 0,0-2 0 0 0,0 1 6 0 0,0 0 1 0 0,0-1-1 0 0,0 1 0 0 0,0 0 0 0 0,1-1 0 0 0,-1 1 0 0 0,1 0 0 0 0,-1-1 0 0 0,1 1 0 0 0,-1 0 0 0 0,1 0 0 0 0,0 0 0 0 0,1-2 1 0 0,-2 2 7 0 0,1 0 0 0 0,0-1 0 0 0,0 1 1 0 0,0-1-1 0 0,0 1 0 0 0,-1-1 0 0 0,1 0 1 0 0,-1 1-1 0 0,1-1 0 0 0,-1 1 0 0 0,0-1 1 0 0,0 0-1 0 0,1-2 0 0 0,-1 1 9 0 0,1-1 0 0 0,0 0 0 0 0,0 1-1 0 0,0-1 1 0 0,1 1 0 0 0,-1-1 0 0 0,1 1 0 0 0,0 0 0 0 0,0 0-1 0 0,0 0 1 0 0,3-3 0 0 0,-2 2-5 0 0,-1 1 0 0 0,1-1 0 0 0,-1 0 1 0 0,1 0-1 0 0,-1 0 0 0 0,-1 0 0 0 0,1 0 0 0 0,0 0 0 0 0,-1-1 0 0 0,0 1 0 0 0,1-8 0 0 0,6-18 186 0 0,-7 27-170 0 0,0 0-1 0 0,0 0 1 0 0,0 0 0 0 0,0-1-1 0 0,0 1 1 0 0,-1 0-1 0 0,1-5 1 0 0,6-14 192 0 0,-6 20-209 0 0,0 0 0 0 0,0-1 0 0 0,0 1 1 0 0,0 0-1 0 0,0 0 0 0 0,-1-1 0 0 0,1 1 0 0 0,-1 0 1 0 0,1-1-1 0 0,-1-2 0 0 0,1-6 22 0 0,1 1 0 0 0,1 0-1 0 0,0-1 1 0 0,0 1 0 0 0,1 0-1 0 0,0 0 1 0 0,7-11 0 0 0,0-2-32 0 0,-6-10 9 0 0,35-59 42 0 0,-35 58 67 0 0,-5 33-125 0 0,2-3 31 0 0,0 0-1 0 0,0 0 1 0 0,-1 0-1 0 0,0 0 1 0 0,0-1-1 0 0,0 1 1 0 0,0 0-1 0 0,0-1 1 0 0,-1-6-1 0 0,0 8-10 0 0,1 0-1 0 0,-1 0 1 0 0,1-1-1 0 0,-1 1 0 0 0,1 0 1 0 0,0 0-1 0 0,3-5 1 0 0,3-19 71 0 0,-7 23-86 0 0,0-1 1 0 0,0 1-1 0 0,1 0 1 0 0,-1 0 0 0 0,1 0-1 0 0,0 0 1 0 0,1 0-1 0 0,-1 0 1 0 0,4-8 0 0 0,-4 9-8 0 0,4-37 2 0 0,1 28-11 0 0,-5 11 7 0 0,0-1 0 0 0,0 0 0 0 0,-1 0 0 0 0,1 0 0 0 0,0 1-1 0 0,-1-1 1 0 0,1 0 0 0 0,-1 0 0 0 0,0 0 0 0 0,1 0-1 0 0,-1-3 1 0 0,0 0 0 0 0,1-1 0 0 0,0 1 1 0 0,0 0-1 0 0,0-1 0 0 0,1 1 0 0 0,0 0 0 0 0,4-9 0 0 0,-3 9 11 0 0,-1-1 1 0 0,0 1-1 0 0,0 0 1 0 0,0-1-1 0 0,-1 1 0 0 0,0-1 1 0 0,1-11-1 0 0,-1 14 9 0 0,-1 0 0 0 0,0-1-1 0 0,0 1 1 0 0,1 0 0 0 0,0 0-1 0 0,0-1 1 0 0,0 1 0 0 0,2-4-1 0 0,-2 4 3 0 0,0-1 1 0 0,1 1-1 0 0,-1 0 0 0 0,-1 0 0 0 0,1-1 0 0 0,0 1 0 0 0,-1-1 0 0 0,0-4 0 0 0,1 6-18 0 0,-1-1 1 0 0,0 1-1 0 0,1 0 0 0 0,-1-1 0 0 0,1 1 0 0 0,0 0 0 0 0,-1 0 0 0 0,1-1 0 0 0,0 1 1 0 0,1 0-1 0 0,-1 0 0 0 0,0 0 0 0 0,0 0 0 0 0,1 0 0 0 0,1-1 0 0 0,-1 1-3 0 0,-1 1 0 0 0,0-1 0 0 0,1 1-1 0 0,-1-1 1 0 0,0 0 0 0 0,0 1 0 0 0,0-1 0 0 0,-1 0-1 0 0,1 0 1 0 0,0 0 0 0 0,-1 1 0 0 0,1-1-1 0 0,-1 0 1 0 0,1-4 0 0 0,0 1 1 0 0,1 0 0 0 0,-1-1 0 0 0,1 1 0 0 0,0 0 0 0 0,1 0 1 0 0,-1 0-1 0 0,1 0 0 0 0,4-6 0 0 0,-3 5 2 0 0,0-2-4 0 0,0 1 1 0 0,-1-1-1 0 0,0 0 1 0 0,2-11-1 0 0,11-23 14 0 0,-10 34-11 0 0,-6 7-2 0 0,1 0 0 0 0,0 1 0 0 0,-1-1 0 0 0,1 0-1 0 0,-1 0 1 0 0,1 0 0 0 0,-1 0 0 0 0,1 0 0 0 0,-1 0 0 0 0,0 0 0 0 0,1 0 0 0 0,-1 0 0 0 0,0 0 0 0 0,0 0 0 0 0,0 0-1 0 0,1-1 1 0 0,-2 1 1 0 0,1 0-1 0 0,0 0 0 0 0,0 0 0 0 0,1 0 0 0 0,-1 0 0 0 0,0 0 0 0 0,0 1 1 0 0,0-1-1 0 0,0 0 0 0 0,1 0 0 0 0,-1 0 0 0 0,0 0 0 0 0,1 1 0 0 0,-1-1 1 0 0,1 0-1 0 0,-1 0 0 0 0,1 1 0 0 0,-1-1 0 0 0,1 0 0 0 0,1 0 0 0 0,-1 0 1 0 0,-1 0 0 0 0,1 1 0 0 0,0-1-1 0 0,-1 0 1 0 0,1 1 0 0 0,-1-1-1 0 0,1 0 1 0 0,-1 0 0 0 0,0 1 0 0 0,1-1-1 0 0,-1 0 1 0 0,0 0 0 0 0,1 0-1 0 0,-1 0 1 0 0,0 1 0 0 0,0-1 0 0 0,0 0-1 0 0,0 0 1 0 0,1 0 0 0 0,-2-2-1 0 0,9-20 6 0 0,-7 21-7 0 0,0 0 1 0 0,0 0 0 0 0,0 0 0 0 0,-1 0 0 0 0,1 0-1 0 0,0 0 1 0 0,-1-1 0 0 0,1 1 0 0 0,-1-4 0 0 0,2-5-4 0 0,1 1 0 0 0,0 0 0 0 0,0 1 0 0 0,1-1 0 0 0,0 0 1 0 0,1 1-1 0 0,11-17 0 0 0,-14 21 3 0 0,13-20 8 0 0,-5 8 8 0 0,0 0-1 0 0,20-25 0 0 0,15 8 17 0 0,-41 30-21 0 0,0 0 1 0 0,1 1-1 0 0,0-1 0 0 0,0 1 1 0 0,0 0-1 0 0,7-3 0 0 0,-6 3 13 0 0,0 0-1 0 0,0 0 1 0 0,-1-1-1 0 0,1 1 1 0 0,-1-1-1 0 0,7-7 1 0 0,-4 3 13 0 0,-1 1-1 0 0,1 1 1 0 0,0-1 0 0 0,11-5-1 0 0,8-7 56 0 0,90-72 77 0 0,-60 58 104 0 0,-40 22-85 0 0,43-14 347 0 0,14-1-256 0 0,-73 26-277 0 0,1-1 8 0 0,0 0-1 0 0,0 1 0 0 0,1-1 0 0 0,-1 0 0 0 0,0 1 0 0 0,1 0 0 0 0,-1-1 1 0 0,0 1-1 0 0,1 0 0 0 0,-1 0 0 0 0,1 0 0 0 0,-1 1 0 0 0,0-1 1 0 0,1 0-1 0 0,-1 1 0 0 0,0 0 0 0 0,0-1 0 0 0,3 2 0 0 0,25 7 150 0 0,-26-7-136 0 0,1-1-1 0 0,-1 1 0 0 0,1-1 0 0 0,-1 0 1 0 0,1 0-1 0 0,8 0 0 0 0,-9-1-2 0 0,0 1-1 0 0,0-1 1 0 0,0 1 0 0 0,1 0-1 0 0,-1 0 1 0 0,5 3 0 0 0,10 1 11 0 0,-17-4-28 0 0,0-1 0 0 0,0 1 1 0 0,0-1-1 0 0,0 1 0 0 0,0 0 1 0 0,0-1-1 0 0,-1 1 0 0 0,1 0 0 0 0,0 0 1 0 0,0 1-1 0 0,0-1 0 0 0,1 2 1 0 0,14 7 13 0 0,-15-9-13 0 0,1 0-1 0 0,-1 0 1 0 0,0 0 0 0 0,0 1-1 0 0,0-1 1 0 0,0 0-1 0 0,-1 1 1 0 0,1-1 0 0 0,3 4-1 0 0,-4-2 3 0 0,0-1-1 0 0,1 1 0 0 0,0-1 1 0 0,-1 1-1 0 0,1-1 1 0 0,0 0-1 0 0,0 0 0 0 0,0 0 1 0 0,0 0-1 0 0,1 0 1 0 0,-1-1-1 0 0,0 1 0 0 0,1 0 1 0 0,2 0-1 0 0,17 16 32 0 0,-19-16-29 0 0,-1 0 1 0 0,1 1-1 0 0,0-1 0 0 0,-1 0 0 0 0,1 0 1 0 0,0-1-1 0 0,0 1 0 0 0,0 0 1 0 0,1-1-1 0 0,-1 0 0 0 0,5 2 1 0 0,109 25 264 0 0,-70-22-267 0 0,-5-1-5 0 0,62 16 0 0 0,-61-12 0 0 0,-29-7 0 0 0,1 1 0 0 0,20 8 0 0 0,183 64 0 0 0,-154-41 0 0 0,95 41 0 0 0,-82-42 0 0 0,-63-28 0 0 0,0 1 0 0 0,22 12 0 0 0,4 2 0 0 0,18 2 0 0 0,-34-14 0 0 0,41 21 0 0 0,-37-14 0 0 0,53 18 0 0 0,-24-11 0 0 0,-31-11 0 0 0,0-1 0 0 0,-1 1 0 0 0,0 1 0 0 0,39 26 0 0 0,-48-28 0 0 0,0 0 0 0 0,1-1 0 0 0,28 11 0 0 0,-26-13 0 0 0,-1 1 0 0 0,-1 1 0 0 0,28 18 0 0 0,-28-17 0 0 0,-1-1 0 0 0,1 0 0 0 0,1-1 0 0 0,31 9 0 0 0,10 4 0 0 0,-12-2 0 0 0,55 14 0 0 0,92 34 0 0 0,178 42 0 0 0,-328-95 0 0 0,50 25 0 0 0,-50-19 0 0 0,56 16 0 0 0,49 14 0 0 0,-35-17 0 0 0,97 26 0 0 0,-187-53 0 0 0,-1 2 0 0 0,24 10 0 0 0,25 8 0 0 0,77 25 0 0 0,-109-36 0 0 0,12 3 0 0 0,335 66 0 0 0,-241-58 0 0 0,-73-11 0 0 0,-48-10 0 0 0,0 0 0 0 0,43 2 0 0 0,-43-5 0 0 0,0 2 0 0 0,0 0 0 0 0,0 1 0 0 0,-1 2 0 0 0,36 13 0 0 0,101 31 0 0 0,-72-35 0 0 0,27 6 0 0 0,-51-12 0 0 0,24 1 0 0 0,30 6 0 0 0,-22 0 0 0 0,146 33 0 0 0,-224-44 0 0 0,4 1 0 0 0,0-1 0 0 0,0-1 0 0 0,36 3 0 0 0,-53-7 0 0 0,1-1 0 0 0,0 1 0 0 0,-1 0 0 0 0,1 1 0 0 0,7 2 0 0 0,-8-2 0 0 0,1-1 0 0 0,-1 1 0 0 0,1-1 0 0 0,-1 0 0 0 0,9 0 0 0 0,148 7 0 0 0,-142-7 0 0 0,-6-1 0 0 0,0 0 0 0 0,0 0 0 0 0,0-2 0 0 0,21-4 0 0 0,-34 6 0 0 0,0-1 0 0 0,0 1 0 0 0,0-1 0 0 0,1 1 0 0 0,-1 0 0 0 0,0-1 0 0 0,0 1 0 0 0,0 0 0 0 0,1 0 0 0 0,-1 1 0 0 0,3 0 0 0 0,1-1 0 0 0,0 1 0 0 0,0-1 0 0 0,1 0 0 0 0,-1 0 0 0 0,0-1 0 0 0,0 1 0 0 0,0-2 0 0 0,0 1 0 0 0,-1 0 0 0 0,10-5 0 0 0,-14 6-69 0 0,0 0 0 0 0,-1 0 0 0 0,1 0 0 0 0,0 0 0 0 0,-1-1 0 0 0,1 1 0 0 0,0 0 0 0 0,-1 0 0 0 0,1-1 0 0 0,-1 1 0 0 0,1-1 0 0 0,0 1 0 0 0,-1 0 0 0 0,1-1 1 0 0,-1 1-1 0 0,1-1 0 0 0,-1 1 0 0 0,1-1 0 0 0,-1 1 0 0 0,0-1 0 0 0,1 0 0 0 0,-1 1 0 0 0,1-1 0 0 0,-1 0 0 0 0,0 1 0 0 0,0-1 0 0 0,1 0 0 0 0,-1 1 0 0 0,0-1 0 0 0,0 0 0 0 0,0 0 0 0 0,0 0-171 0 0,0 0 1 0 0,1 0-1 0 0,-1 1 0 0 0,0-1 1 0 0,1 0-1 0 0,-1 0 0 0 0,0 1 0 0 0,1-1 1 0 0,-1 0-1 0 0,1 1 0 0 0,-1-1 1 0 0,1 0-1 0 0,0 1 0 0 0,-1-1 0 0 0,1 1 1 0 0,-1-1-1 0 0,1 1 0 0 0,0-1 1 0 0,0 1-1 0 0,1-1 0 0 0,12-12-5071 0 0,-10-2-1053 0 0,-4-20-3765 0 0,0 20 7703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0.9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76 5 1084 0 0,'-31'-2'10831'0'0,"10"0"-4012"0"0,1 8-4142 0 0,19-5-2467 0 0,0 1 1 0 0,1 0-1 0 0,-1 0 0 0 0,1-1 0 0 0,0 1 0 0 0,-1 0 1 0 0,1 0-1 0 0,0 0 0 0 0,0 0 0 0 0,0 0 0 0 0,0-1 1 0 0,1 5-1 0 0,-1 0 163 0 0,2 4 22 0 0,-1 1 0 0 0,2-1 0 0 0,-1 0 0 0 0,1 0 0 0 0,1 0 0 0 0,8 17 0 0 0,6 19 594 0 0,44 176 1850 0 0,-35-120-2244 0 0,-6 1-313 0 0,-14-63-268 0 0,-5-13-580 0 0,0 0 0 0 0,-3 40 0 0 0,0-23-4617 0 0,1-41 1982 0 0,0-13-4416 0 0,-7-22 724 0 0,-1 0 3554 0 0,8 4 1111 0 0,0-4 534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1.2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45 210 336 0 0,'-2'0'2518'0'0,"0"0"-1997"0"0,1-1 1 0 0,-1 1 0 0 0,0 0 0 0 0,1-1 0 0 0,-1 1-1 0 0,1-1 1 0 0,-1 1 0 0 0,0-1 0 0 0,1 0 0 0 0,0 1 0 0 0,-1-1-1 0 0,1 0 1 0 0,-1 0 0 0 0,1 0 0 0 0,0 0 0 0 0,0-1-1 0 0,-2 0 1 0 0,-11-9 10384 0 0,14 10-10692 0 0,0 0 0 0 0,1 0 0 0 0,-1 1 0 0 0,1-1 0 0 0,-1 0 0 0 0,1 1 0 0 0,-1-1 0 0 0,1 0 0 0 0,0 1 0 0 0,-1-1 0 0 0,1 1 0 0 0,0-1 0 0 0,-1 1 0 0 0,1-1-1 0 0,0 1 1 0 0,0-1 0 0 0,-1 1 0 0 0,1 0 0 0 0,0-1 0 0 0,0 1 0 0 0,0 0 0 0 0,-1 0 0 0 0,1 0 0 0 0,0-1 0 0 0,1 1 0 0 0,30-4 494 0 0,-23 3-231 0 0,26-4 96 0 0,181-24-3072 0 0,-202 27 1005 0 0,0-1 1 0 0,0 0-1 0 0,20-8 0 0 0,-17 4-1259 0 0,0 0 0 0 0,-1-1 0 0 0,0-1 0 0 0,20-15-1 0 0,-31 20 1794 0 0,0 0-1 0 0,-1 0 0 0 0,1-1 0 0 0,-1 1 1 0 0,6-10-1 0 0,4-9-1032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1.5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167 66 168 0 0,'-7'-7'1543'0'0,"0"0"1"0"0,0 1-1 0 0,-1-1 1 0 0,0 1-1 0 0,0 1 0 0 0,-1 0 1 0 0,0 0-1 0 0,0 0 1 0 0,0 1-1 0 0,-14-4 1 0 0,21 8-1324 0 0,0-1 1 0 0,1 1 0 0 0,-1 0-1 0 0,0 0 1 0 0,1 0 0 0 0,-1 0-1 0 0,0 0 1 0 0,1 1 0 0 0,-1-1-1 0 0,0 0 1 0 0,1 1 0 0 0,-1-1 0 0 0,0 1-1 0 0,1 0 1 0 0,-1-1 0 0 0,1 1-1 0 0,-1 0 1 0 0,1 0 0 0 0,0 0-1 0 0,-1 0 1 0 0,1 0 0 0 0,0 1-1 0 0,0-1 1 0 0,0 0 0 0 0,-1 0 0 0 0,1 1-1 0 0,1-1 1 0 0,-1 1 0 0 0,-1 1-1 0 0,-1 2 68 0 0,1-1-1 0 0,0 1 0 0 0,0-1 0 0 0,1 1 1 0 0,-1 0-1 0 0,1 0 0 0 0,0-1 1 0 0,0 1-1 0 0,0 8 0 0 0,0 36 1357 0 0,0-17-831 0 0,1 0 1 0 0,5 35 0 0 0,-1-43-536 0 0,-1-8-145 0 0,-1 0 0 0 0,1 21 0 0 0,-1-6-647 0 0,1-1 1 0 0,10 42 0 0 0,-11-64-215 0 0,1 1 1 0 0,0 0 0 0 0,1-1-1 0 0,7 12 1 0 0,5 16-3445 0 0,-14-31 3012 0 0,-1 0-1 0 0,1 0 1 0 0,0-1-1 0 0,0 1 1 0 0,0 0 0 0 0,1-1-1 0 0,0 0 1 0 0,0 0-1 0 0,5 7 1 0 0,-6-10 710 0 0,0 1 0 0 0,1 0-1 0 0,-1 0 1 0 0,0-1 0 0 0,1 1 0 0 0,-1-1 0 0 0,1 0-1 0 0,-1 0 1 0 0,1 0 0 0 0,-1 0 0 0 0,1 0 0 0 0,0 0 0 0 0,0-1-1 0 0,-1 1 1 0 0,1-1 0 0 0,4 0 0 0 0,10 0-1749 0 0</inkml:trace>
  <inkml:trace contextRef="#ctx0" brushRef="#br0" timeOffset="1">241 644 708 0 0,'-29'8'15027'0'0,"31"-16"-11389"0"0,0 6-3486 0 0,0 1 0 0 0,0 0 0 0 0,0-1-1 0 0,0 1 1 0 0,0 0 0 0 0,0 0 0 0 0,0 0 0 0 0,1 0-1 0 0,2 0 1 0 0,13-7 388 0 0,22-16 166 0 0,45-38 1 0 0,-16 10-1015 0 0,-65 50 289 0 0,0-1 0 0 0,0 1 0 0 0,0-1 0 0 0,0 0-1 0 0,-1 0 1 0 0,1-1 0 0 0,-1 1 0 0 0,1-1 0 0 0,-1 0 0 0 0,-1 0 0 0 0,1 0-1 0 0,0 0 1 0 0,-1 0 0 0 0,0-1 0 0 0,0 1 0 0 0,0-1 0 0 0,-1 1 0 0 0,1-1-1 0 0,-1 0 1 0 0,0 0 0 0 0,-1 0 0 0 0,1 1 0 0 0,-1-7 0 0 0,0 9 61 0 0,-1 0 0 0 0,1 0 1 0 0,-1 1-1 0 0,1-1 1 0 0,-1 0-1 0 0,0 1 0 0 0,0-1 1 0 0,0 0-1 0 0,0 1 0 0 0,0-1 1 0 0,0 1-1 0 0,-1-1 0 0 0,1 1 1 0 0,0 0-1 0 0,-1 0 1 0 0,1-1-1 0 0,-1 1 0 0 0,1 0 1 0 0,-1 0-1 0 0,0 0 0 0 0,1 1 1 0 0,-1-1-1 0 0,0 0 1 0 0,0 1-1 0 0,1-1 0 0 0,-4 0 1 0 0,-3-1 162 0 0,1 0 1 0 0,-1 0 0 0 0,0 1-1 0 0,-12 0 1 0 0,14 1-141 0 0,0 0 0 0 0,-1 1 0 0 0,1 0 0 0 0,-1 0 1 0 0,1 1-1 0 0,0 0 0 0 0,0 0 0 0 0,0 0 0 0 0,0 1 0 0 0,0 0 0 0 0,1 0 0 0 0,-1 0 1 0 0,1 1-1 0 0,0 0 0 0 0,0 0 0 0 0,0 0 0 0 0,-7 9 0 0 0,9-10-62 0 0,0 1 0 0 0,-1 0 0 0 0,2 1 0 0 0,-1-1 0 0 0,1 0 0 0 0,-1 1 0 0 0,1-1 1 0 0,0 1-1 0 0,1 0 0 0 0,-1 0 0 0 0,1 0 0 0 0,0 0 0 0 0,0 0 0 0 0,1 0 0 0 0,-1 0 0 0 0,1 0 0 0 0,0 0 0 0 0,0 0 0 0 0,1 0 0 0 0,2 9 0 0 0,3 10-12 0 0,-5-17-19 0 0,1 0 1 0 0,0 0 0 0 0,0-1 0 0 0,0 1-1 0 0,0-1 1 0 0,1 0 0 0 0,0 0 0 0 0,1 0-1 0 0,-1 0 1 0 0,1 0 0 0 0,0-1 0 0 0,1 1-1 0 0,-1-1 1 0 0,1 0 0 0 0,7 5 0 0 0,-7-6-371 0 0,0-1-1 0 0,0 0 1 0 0,0-1 0 0 0,0 1 0 0 0,0-1 0 0 0,1 0 0 0 0,-1 0 0 0 0,1 0 0 0 0,-1-1 0 0 0,1 0 0 0 0,0 0 0 0 0,0-1 0 0 0,-1 1 0 0 0,1-1 0 0 0,0 0 0 0 0,0-1 0 0 0,0 0 0 0 0,5-1-1 0 0,10-3-2398 0 0,-1-2-1 0 0,1 0 0 0 0,30-16 1 0 0,-21 9 1007 0 0,10-4-454 0 0,-8-6 448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1.9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30 126 1548 0 0,'0'3'12420'0'0,"-3"13"-7914"0"0,-1-10-4052 0 0,1 0-1 0 0,0 1 1 0 0,0 0 0 0 0,0 0-1 0 0,0 0 1 0 0,1 0-1 0 0,1 0 1 0 0,-1 1-1 0 0,1-1 1 0 0,0 0-1 0 0,1 1 1 0 0,0-1 0 0 0,0 1-1 0 0,1 8 1 0 0,5 3-144 0 0,12 36-498 0 0,-17-52-124 0 0,1 1 0 0 0,0-1 0 0 0,-1 0 0 0 0,1 0 0 0 0,1 0 0 0 0,-1 0 0 0 0,0 0 0 0 0,1 0 0 0 0,-1 0 0 0 0,1-1 0 0 0,0 0 1 0 0,4 4-1 0 0,-5-5-368 0 0,0 0 0 0 0,1 0 0 0 0,-1 0 0 0 0,0 0 0 0 0,0 0 0 0 0,0 0 0 0 0,0 0 1 0 0,1-1-1 0 0,-1 0 0 0 0,0 1 0 0 0,1-1 0 0 0,-1 0 0 0 0,0 0 0 0 0,1 0 0 0 0,-1 0 1 0 0,0 0-1 0 0,1-1 0 0 0,2 0 0 0 0,-2 0 154 0 0,-1 0 0 0 0,1-1 1 0 0,0 1-1 0 0,-1-1 0 0 0,1 0 1 0 0,-1 0-1 0 0,1 0 0 0 0,-1 0 0 0 0,4-4 1 0 0,9-11-1601 0 0</inkml:trace>
  <inkml:trace contextRef="#ctx0" brushRef="#br0" timeOffset="1">193 68 156 0 0,'0'-17'2336'0'0,"-14"9"548"0"0,-1-9 257 0 0,15 9 139 0 0,-15-1-360 0 0,0 1-1087 0 0,0 8-961 0 0,0 0-764 0 0,0 0-1473 0 0,30 8-47 0 0,-15 1-476 0 0,15-1-448 0 0,15 0-228 0 0,0 1 72 0 0,-1-9 255 0 0,16 8 369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2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180 60 284 0 0,'17'3'1145'0'0,"2"0"1611"0"0,-19-3-2562 0 0,0 0 0 0 0,1 0 1 0 0,-1 0-1 0 0,0 0 1 0 0,1 0-1 0 0,-1 0 1 0 0,0 0-1 0 0,1 0 0 0 0,-1 0 1 0 0,0 0-1 0 0,1 0 1 0 0,-1 0-1 0 0,0-1 1 0 0,0 1-1 0 0,1 0 0 0 0,-1 0 1 0 0,0 0-1 0 0,1 0 1 0 0,-1 0-1 0 0,0-1 0 0 0,0 1 1 0 0,1 0-1 0 0,-1 0 1 0 0,0-1-1 0 0,0 1 1 0 0,0 0-1 0 0,1 0 0 0 0,-1-1 1 0 0,0 1-1 0 0,0 0 1 0 0,0 0-1 0 0,0-1 1 0 0,0 1-1 0 0,0 0 0 0 0,1-1 1 0 0,-1 1-1 0 0,0 0 1 0 0,0-1-1 0 0,-2-3 398 0 0,0 0 0 0 0,-1 0 0 0 0,1 0 0 0 0,-1 0 0 0 0,1 1-1 0 0,-1-1 1 0 0,0 1 0 0 0,-1 0 0 0 0,1 0 0 0 0,0 0 0 0 0,-1 0 0 0 0,-7-4 0 0 0,9 6-468 0 0,0-1 0 0 0,-1 1 0 0 0,1 0 0 0 0,0 0 0 0 0,-1 0 0 0 0,1 1 0 0 0,-1-1 0 0 0,1 1 0 0 0,-1-1 0 0 0,1 1 0 0 0,-1 0 1 0 0,1 0-1 0 0,-1 0 0 0 0,1 0 0 0 0,-1 0 0 0 0,1 0 0 0 0,-1 1 0 0 0,1-1 0 0 0,-1 1 0 0 0,1 0 0 0 0,-1 0 0 0 0,1 0 0 0 0,0 0 0 0 0,0 0 0 0 0,-1 0 0 0 0,1 1 0 0 0,0-1 1 0 0,0 1-1 0 0,-3 3 0 0 0,2-2-106 0 0,-1 1 1 0 0,2 0 0 0 0,-1 0 0 0 0,0 0 0 0 0,1 0 0 0 0,0 0-1 0 0,0 0 1 0 0,0 1 0 0 0,1-1 0 0 0,-1 1 0 0 0,1-1 0 0 0,0 1-1 0 0,0 0 1 0 0,1-1 0 0 0,-1 8 0 0 0,2 12 218 0 0,1 0 1 0 0,1 0-1 0 0,1-1 0 0 0,1 1 1 0 0,1-1-1 0 0,1 0 0 0 0,2 0 1 0 0,16 33-1 0 0,47 110 3174 0 0,-69-159-3224 0 0,0 1 1 0 0,0 0-1 0 0,-1 0 1 0 0,0 0-1 0 0,-1 0 1 0 0,1 0-1 0 0,-1 16 1 0 0,-1-20-137 0 0,0 0-1 0 0,-1 0 1 0 0,1 0 0 0 0,-1-1 0 0 0,0 1-1 0 0,0 0 1 0 0,0 0 0 0 0,0-1-1 0 0,-1 1 1 0 0,1-1 0 0 0,-1 1 0 0 0,0-1-1 0 0,0 0 1 0 0,-1 0 0 0 0,1 0-1 0 0,0 0 1 0 0,-1 0 0 0 0,0 0-1 0 0,-3 3 1 0 0,-2-2-87 0 0,1 1 0 0 0,-1-1 0 0 0,1 0 0 0 0,-1-1 0 0 0,0 0 0 0 0,-1 0 0 0 0,1-1 0 0 0,0 0 0 0 0,-1 0 0 0 0,-9 0 0 0 0,15-2-167 0 0,0 1-1 0 0,0-1 1 0 0,-1 0-1 0 0,1 0 1 0 0,0 0 0 0 0,0 0-1 0 0,0 0 1 0 0,0-1-1 0 0,0 0 1 0 0,0 1-1 0 0,0-1 1 0 0,0 0 0 0 0,0 0-1 0 0,1-1 1 0 0,-1 1-1 0 0,0-1 1 0 0,1 1 0 0 0,-1-1-1 0 0,1 0 1 0 0,-1 0-1 0 0,1 0 1 0 0,0 0 0 0 0,0 0-1 0 0,0-1 1 0 0,0 1-1 0 0,0-1 1 0 0,0 1-1 0 0,1-1 1 0 0,-1 0 0 0 0,-1-5-1 0 0,-1-6-1157 0 0,1-1-1 0 0,0 0 1 0 0,2-1 0 0 0,-1 1-1 0 0,2 0 1 0 0,0-1-1 0 0,1 1 1 0 0,0 0 0 0 0,1 0-1 0 0,1 0 1 0 0,8-25-1 0 0,34-79-4106 0 0,-18 54 3433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2.5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0 176 524 0 0,'17'-25'2922'0'0,"8"-8"6539"0"0,-22 27-4851 0 0,-1 13-2281 0 0,0-2-2027 0 0,0 0 0 0 0,0-1 1 0 0,0 1-1 0 0,-1 0 0 0 0,0 0 0 0 0,0 0 1 0 0,0 0-1 0 0,-1 0 0 0 0,0 0 0 0 0,0 9 1 0 0,3 33 1173 0 0,22 44 171 0 0,-20-60-1347 0 0,2 0-1 0 0,1-1 1 0 0,19 50 0 0 0,-12-36-220 0 0,-13-38-100 0 0,-1 0 0 0 0,1 0 0 0 0,0 0 0 0 0,0-1 1 0 0,1 1-1 0 0,0-1 0 0 0,0 1 0 0 0,6 7 0 0 0,-9-13-8 0 0,1 1 0 0 0,-1-1 0 0 0,0 0 0 0 0,1 1-1 0 0,-1-1 1 0 0,1 0 0 0 0,-1 0 0 0 0,0 1 0 0 0,1-1 0 0 0,-1 0 0 0 0,1 0 0 0 0,-1 1 0 0 0,0-1 0 0 0,1 0 0 0 0,-1 0 0 0 0,1 0-1 0 0,-1 0 1 0 0,1 0 0 0 0,-1 0 0 0 0,1 0 0 0 0,-1 0 0 0 0,1 0 0 0 0,-1 0 0 0 0,0 0 0 0 0,1 0 0 0 0,-1 0 0 0 0,1 0 0 0 0,-1 0-1 0 0,1-1 1 0 0,-1 1 0 0 0,1 0 0 0 0,-1 0 0 0 0,0-1 0 0 0,1 1 0 0 0,-1 0 0 0 0,1 0 0 0 0,-1-1 0 0 0,0 1 0 0 0,1 0 0 0 0,-1-1 0 0 0,0 1-1 0 0,0 0 1 0 0,1-1 0 0 0,-1 1 0 0 0,0-1 0 0 0,0 1 0 0 0,1 0 0 0 0,-1-1 0 0 0,0 1 0 0 0,0-1 0 0 0,14-32-492 0 0,-12 27 266 0 0,38-57-612 0 0,-40 61 861 0 0,1 1 1 0 0,-1-1-1 0 0,1 1 1 0 0,0-1-1 0 0,-1 1 1 0 0,1-1-1 0 0,0 1 1 0 0,0-1-1 0 0,0 1 1 0 0,1 0-1 0 0,-1 0 1 0 0,0-1-1 0 0,0 1 1 0 0,1 0-1 0 0,-1 0 1 0 0,0 0-1 0 0,1 0 1 0 0,-1 1-1 0 0,1-1 1 0 0,-1 0-1 0 0,1 1 1 0 0,0-1-1 0 0,1 0 1 0 0,0 1 57 0 0,14 17-23 0 0,-16-15-186 0 0,1-1 0 0 0,-1 1 0 0 0,0-1 0 0 0,1 1 0 0 0,-1-1 0 0 0,1 1 1 0 0,0-1-1 0 0,0 0 0 0 0,-1 1 0 0 0,1-1 0 0 0,0 0 0 0 0,0 0 0 0 0,0-1 0 0 0,0 1 0 0 0,3 1 0 0 0,-1-3-667 0 0,0 1 0 0 0,0-1 0 0 0,1 0 0 0 0,-1 0 0 0 0,0 0 0 0 0,0 0 0 0 0,6-4 0 0 0,-4 3-24 0 0,3-1-79 0 0,1-1 1 0 0,-1 0 0 0 0,0-1 0 0 0,0 0 0 0 0,-1-1 0 0 0,1 1 0 0 0,-1-2-1 0 0,0 1 1 0 0,-1-1 0 0 0,0 0 0 0 0,0-1 0 0 0,7-9 0 0 0,3-16-939 0 0</inkml:trace>
  <inkml:trace contextRef="#ctx0" brushRef="#br0" timeOffset="1">640 1 764 0 0,'-2'3'7747'0'0,"-4"9"-3726"0"0,-13 42 766 0 0,16-36-4073 0 0,2-1 0 0 0,0 0 0 0 0,1 0 0 0 0,1 0 0 0 0,0 1 0 0 0,5 19 0 0 0,-2-9 253 0 0,1 35 1 0 0,-4-45-746 0 0,1 0 0 0 0,0-1 0 0 0,8 29 0 0 0,2 14-272 0 0,-9-43-98 0 0,-2-5-339 0 0,0-1 0 0 0,1 1 0 0 0,1-1 0 0 0,0 1 0 0 0,1-1 0 0 0,0 0 0 0 0,8 15 0 0 0,15 24-10363 0 0,-40-64 1478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2.9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26 580 0 0,'-30'16'3708'0'0,"0"-7"825"0"0,16 8 343 0 0,-1-9 89 0 0,15 0-113 0 0,0 9-2100 0 0,15-9-1756 0 0,-1-8-1460 0 0,16 0-1312 0 0,15 0-1324 0 0,14-16-960 0 0,-14-1-417 0 0,29 0 1 0 0,-14 0 523 0 0,0 1 909 0 0,14-9 1216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5.3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60 1044 0 0,'-1'-3'317'0'0,"1"0"0"0"0,-1 0 0 0 0,0 0 0 0 0,0 0 0 0 0,0 1 0 0 0,0-1 0 0 0,0 0 0 0 0,-1 0 0 0 0,1 1 0 0 0,-1-1 0 0 0,0 0 0 0 0,0 1 0 0 0,0 0 0 0 0,0-1 0 0 0,0 1 0 0 0,0 0 0 0 0,0 0 0 0 0,-1 0 0 0 0,1 0 0 0 0,-1 1 0 0 0,0-1 0 0 0,-3-1 0 0 0,6 3-257 0 0,0 0 1 0 0,-1-1 0 0 0,1 1-1 0 0,0 0 1 0 0,-1 0-1 0 0,1-1 1 0 0,0 1-1 0 0,-1 0 1 0 0,1 0 0 0 0,-1 0-1 0 0,1 0 1 0 0,-1-1-1 0 0,1 1 1 0 0,0 0 0 0 0,-1 0-1 0 0,1 0 1 0 0,-1 0-1 0 0,1 0 1 0 0,-1 0-1 0 0,1 0 1 0 0,-1 0 0 0 0,1 0-1 0 0,0 0 1 0 0,-1 1-1 0 0,1-1 1 0 0,-1 0 0 0 0,1 0-1 0 0,-1 0 1 0 0,1 0-1 0 0,0 1 1 0 0,-1-1 0 0 0,1 0-1 0 0,0 0 1 0 0,-1 1-1 0 0,1-1 1 0 0,0 0-1 0 0,-1 1 1 0 0,1-1 0 0 0,0 0-1 0 0,-1 1 1 0 0,1-1-1 0 0,0 0 1 0 0,0 1 0 0 0,0-1-1 0 0,-1 1 1 0 0,1-1-1 0 0,0 0 1 0 0,0 1-1 0 0,0-1 1 0 0,0 1 0 0 0,0-1-1 0 0,0 1 1 0 0,0 0-1 0 0,2 23 1187 0 0,41 110 1126 0 0,-39-121-2125 0 0,0-1-1 0 0,5 24 1 0 0,3 12 279 0 0,0-8-46 0 0,-3 0 0 0 0,-1 1 0 0 0,3 55 0 0 0,-3-28-121 0 0,-5-42-244 0 0,1 5 52 0 0,1 39 0 0 0,10 163 246 0 0,7 84-205 0 0,-12-217-182 0 0,15 57 12 0 0,-22-123-26 0 0,11 77 28 0 0,10 81 68 0 0,-20-151-85 0 0,0 120 70 0 0,9 182 4 0 0,2-67-65 0 0,-17-170-28 0 0,6 147-16 0 0,9 83-30 0 0,-13 106-550 0 0,-8-333 64 0 0,5-77 159 0 0,1 0 1 0 0,2 46-1 0 0,5-34-81 0 0,3 64-1010 0 0,17 184-5383 0 0,-18-240 4845 0 0,12 36-1255 0 0,-11-59 2284 0 0,7 29-822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6.1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536 56 784 0 0,'0'-1'317'0'0,"0"0"-1"0"0,0 0 1 0 0,1-1 0 0 0,-1 1-1 0 0,0 0 1 0 0,1 0 0 0 0,-1 0-1 0 0,1 0 1 0 0,-1-1-1 0 0,1 1 1 0 0,0 0 0 0 0,-1 0-1 0 0,1 0 1 0 0,0 0 0 0 0,0 0-1 0 0,0 1 1 0 0,0-1 0 0 0,0 0-1 0 0,1-1 1 0 0,0 1 173 0 0,-1 0 0 0 0,0 0 0 0 0,0 0 0 0 0,0 0 1 0 0,1 0-1 0 0,-1 0 0 0 0,0 0 0 0 0,-1-1 0 0 0,1 1 0 0 0,0 0 1 0 0,0-1-1 0 0,-1 1 0 0 0,1 0 0 0 0,0-1 0 0 0,-1 1 0 0 0,1-1 1 0 0,-1 1-1 0 0,0-1 0 0 0,0 1 0 0 0,1-3 0 0 0,-1 4-399 0 0,0-1 0 0 0,0 1 0 0 0,0 0-1 0 0,0 0 1 0 0,0 0 0 0 0,0 0 0 0 0,0-1 0 0 0,0 1 0 0 0,-1 0-1 0 0,1 0 1 0 0,0 0 0 0 0,0 0 0 0 0,0 0 0 0 0,0-1-1 0 0,0 1 1 0 0,0 0 0 0 0,0 0 0 0 0,0 0 0 0 0,0 0-1 0 0,-1 0 1 0 0,1 0 0 0 0,0 0 0 0 0,0-1 0 0 0,0 1-1 0 0,0 0 1 0 0,0 0 0 0 0,0 0 0 0 0,-1 0 0 0 0,1 0-1 0 0,0 0 1 0 0,0 0 0 0 0,0 0 0 0 0,0 0 0 0 0,0 0-1 0 0,-1 0 1 0 0,1 0 0 0 0,0 0 0 0 0,0 0 0 0 0,0 0-1 0 0,0 0 1 0 0,-1 0 0 0 0,1 0 0 0 0,0 0 0 0 0,0 0 0 0 0,0 0-1 0 0,0 0 1 0 0,0 0 0 0 0,-1 0 0 0 0,1 0 0 0 0,0 1-1 0 0,-13 6 1436 0 0,-13 17-463 0 0,0 24 226 0 0,5-4-447 0 0,-10 14 295 0 0,-36 99 0 0 0,19-39-533 0 0,18-49-390 0 0,-32 69 3 0 0,-10-11-265 0 0,50-84-420 0 0,-32 47 1 0 0,-4-6-2951 0 0,53-76 2296 0 0,-11 15-2035 0 0,16-23 3045 0 0,0 0 1 0 0,0-1 0 0 0,0 1 0 0 0,0 0-1 0 0,0 0 1 0 0,0 0 0 0 0,0-1 0 0 0,0 1 0 0 0,0 0-1 0 0,0 0 1 0 0,0-1 0 0 0,0 1 0 0 0,0 0-1 0 0,0 0 1 0 0,0 0 0 0 0,-1-1 0 0 0,1 1 0 0 0,0 0-1 0 0,0 0 1 0 0,0 0 0 0 0,0 0 0 0 0,0-1-1 0 0,-1 1 1 0 0,1 0 0 0 0,0 0 0 0 0,0 0 0 0 0,0 0-1 0 0,0 0 1 0 0,-1-1 0 0 0,1 1 0 0 0,0 0-1 0 0,0 0 1 0 0,0 0 0 0 0,-1 0 0 0 0,1 0-1 0 0,0 0 1 0 0,0 0 0 0 0,0 0 0 0 0,-1 0 0 0 0,1 0-1 0 0,0 0 1 0 0,0 0 0 0 0,-1 0 0 0 0,1 0-1 0 0,0 0 1 0 0,0 0 0 0 0,0 0 0 0 0,-1 0 0 0 0,1 0-1 0 0,0 0 1 0 0,0 0 0 0 0,0 1 0 0 0,-1-1-1 0 0,1 0 1 0 0,0 0 0 0 0,0 0 0 0 0,0 0 0 0 0,-1 1-1 0 0,1-2-210 0 0,0 0-1 0 0,0-1 0 0 0,1 1 0 0 0,-1 0 0 0 0,0 0 0 0 0,0 0 0 0 0,1 0 0 0 0,-1 0 1 0 0,0 0-1 0 0,1 0 0 0 0,-1 1 0 0 0,1-1 0 0 0,-1 0 0 0 0,2-2 0 0 0,5-8-1440 0 0,8-48-3562 0 0,-13 20 3333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6.4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66 1480 0 0,'0'-2'307'0'0,"-1"0"-1"0"0,1 0 1 0 0,0 0 0 0 0,-1-1-1 0 0,1 1 1 0 0,-1 0-1 0 0,0 0 1 0 0,0 0-1 0 0,0 0 1 0 0,0 1 0 0 0,0-1-1 0 0,0 0 1 0 0,0 0-1 0 0,-1 0 1 0 0,-1-1 0 0 0,1 1 271 0 0,1 1 1 0 0,-1-1-1 0 0,1 0 0 0 0,0 1 1 0 0,0-1-1 0 0,0 0 1 0 0,0 0-1 0 0,0 0 1 0 0,0 0-1 0 0,0 1 1 0 0,1-1-1 0 0,-1 0 0 0 0,1 0 1 0 0,0-1-1 0 0,-1-1 1 0 0,2 7-309 0 0,1 1 1 0 0,0 0-1 0 0,0-1 1 0 0,0 1-1 0 0,0-1 1 0 0,0 1-1 0 0,1-1 1 0 0,-1 0-1 0 0,1 0 1 0 0,0 0-1 0 0,0-1 1 0 0,0 1-1 0 0,4 2 1 0 0,13 15 769 0 0,-3 4 7 0 0,16 18 402 0 0,63 75 751 0 0,-1-2-1318 0 0,-93-113-873 0 0,19 20 78 0 0,30 39 1 0 0,-36-41-668 0 0,1-2 1 0 0,0 0-1 0 0,2 0 1 0 0,34 25-1 0 0,-51-41 326 0 0,1-1-1 0 0,-1 1 1 0 0,1-1-1 0 0,-1 1 1 0 0,1 0 0 0 0,-1 0-1 0 0,0-1 1 0 0,0 1-1 0 0,2 4 1 0 0,-3-5 51 0 0,0-1 0 0 0,0 1 0 0 0,1 0 0 0 0,-1-1 0 0 0,0 1 0 0 0,1-1 0 0 0,-1 1 0 0 0,0 0 0 0 0,1-1 0 0 0,-1 1 0 0 0,1-1 0 0 0,-1 1 0 0 0,1-1 0 0 0,-1 1 0 0 0,1-1 0 0 0,-1 1 0 0 0,1-1 0 0 0,-1 1 0 0 0,1-1 0 0 0,0 0 0 0 0,-1 1 1 0 0,1-1-1 0 0,0 0 0 0 0,-1 0 0 0 0,1 0 0 0 0,0 1 0 0 0,0-1 0 0 0,12-16-11523 0 0,-11 14 10671 0 0,1-14-909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6.8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93 732 0 0,'-75'0'20197'0'0,"82"-4"-18858"0"0,-7 4-1313 0 0,0-1 0 0 0,1 1 0 0 0,-1 0 1 0 0,0-1-1 0 0,1 1 0 0 0,-1 0 0 0 0,1-1 0 0 0,-1 1 0 0 0,0 0 0 0 0,1-1 0 0 0,-1 1 1 0 0,1 0-1 0 0,-1 0 0 0 0,1 0 0 0 0,-1-1 0 0 0,1 1 0 0 0,-1 0 0 0 0,1 0 0 0 0,-1 0 1 0 0,1 0-1 0 0,-1 0 0 0 0,1 0 0 0 0,-1 0 0 0 0,1 0 0 0 0,-1 0 0 0 0,1 0 0 0 0,0 0 0 0 0,15-1-350 0 0,0-1 0 0 0,0-1 0 0 0,-1-1-1 0 0,26-8 1 0 0,29-8-2720 0 0,-1 6-1560 0 0,85-12-6053 0 0,-109 25 8452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7.2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1 244 0 0,'0'14'4909'0'0,"0"17"-1718"0"0,1-30-3508 0 0,-1 0 0 0 0,0 0 0 0 0,0 0 0 0 0,0 0-1 0 0,1 0 1 0 0,-1 1 0 0 0,1-1 0 0 0,-1 0 0 0 0,1 0 0 0 0,-1 0 0 0 0,1 0 0 0 0,0 0 0 0 0,-1 0 0 0 0,1 0 0 0 0,0-1 0 0 0,0 1-1 0 0,0 0 1 0 0,0 0 0 0 0,1 0 0 0 0,0 1-1453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8:47.5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 1 380 0 0,'0'17'2244'0'0,"-15"-9"324"0"0,0 0 2881 0 0,0-8-3321 0 0,0 0-1172 0 0,0 0-1656 0 0,15-8-648 0 0,15 0-7557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09.4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 0 1876 0 0,'-1'3'514'0'0,"0"-1"-1"0"0,0 0 0 0 0,0 1 1 0 0,0-1-1 0 0,0 0 0 0 0,0 1 1 0 0,-1-1-1 0 0,1 0 0 0 0,-1 0 1 0 0,0 0-1 0 0,1 0 0 0 0,-1-1 1 0 0,0 1-1 0 0,0 0 0 0 0,0-1 1 0 0,0 1-1 0 0,0-1 1 0 0,-1 0-1 0 0,1 0 0 0 0,-3 1 1 0 0,-21 17 3109 0 0,25-18-3623 0 0,0 0 1 0 0,0 0-1 0 0,0 0 0 0 0,0 0 1 0 0,0 0-1 0 0,1 0 1 0 0,-1 0-1 0 0,0 1 0 0 0,1-1 1 0 0,-1 0-1 0 0,0 1 0 0 0,1-1 1 0 0,0 0-1 0 0,-1 1 1 0 0,1-1-1 0 0,0 0 0 0 0,-1 2 1 0 0,1 12 357 0 0,-1-13-322 0 0,1 1 0 0 0,-1-1 0 0 0,1 1 0 0 0,0 0 0 0 0,0-1 0 0 0,0 1 0 0 0,1 0 0 0 0,-1-1 1 0 0,0 1-1 0 0,1 0 0 0 0,0-1 0 0 0,1 4 0 0 0,5 1 106 0 0,-5-5-75 0 0,0-1-1 0 0,0 1 1 0 0,0 0 0 0 0,0 0 0 0 0,-1-1-1 0 0,1 1 1 0 0,-1 0 0 0 0,1 0 0 0 0,-1 0 0 0 0,2 5-1 0 0,10 3 770 0 0,-10-6-583 0 0,1 1 145 0 0,0 0 0 0 0,1 0 0 0 0,-1-1 0 0 0,1 1 0 0 0,0-1 0 0 0,0 0 0 0 0,1 0 0 0 0,-1-1 0 0 0,11 6 0 0 0,13 1 382 0 0,18 5-65 0 0,7-8-399 0 0,-1-2 1 0 0,1-2 0 0 0,-1-2-1 0 0,71-9 1 0 0,12 0-232 0 0,-120 6-78 0 0,0 2 0 0 0,0 0 0 0 0,27 4 0 0 0,13 1 39 0 0,50 3 252 0 0,234-25 298 0 0,-251 17-588 0 0,-67-6 14 0 0,-22 6-41 0 0,1 0 1 0 0,-1 0-1 0 0,0 0 0 0 0,1 0 1 0 0,-1 0-1 0 0,1-1 0 0 0,-1 1 1 0 0,0 0-1 0 0,1 0 0 0 0,-1 0 1 0 0,0-1-1 0 0,1 1 0 0 0,-1 0 1 0 0,0 0-1 0 0,1-1 0 0 0,-1 1 1 0 0,0 0-1 0 0,0-1 0 0 0,1 1 1 0 0,-1 0-1 0 0,0-1 0 0 0,0 1 1 0 0,0 0-1 0 0,0-1 0 0 0,1 1 1 0 0,-1 0-1 0 0,0-1 0 0 0,0 1 0 0 0,0-1 1 0 0,0 1-1 0 0,0 0 0 0 0,0-1 1 0 0,0 1-1 0 0,0 0 0 0 0,0-1 1 0 0,-15-17-6386 0 0,-33-27 0 0 0,40 39 5131 0 0,1 0-1 0 0,-1 1 1 0 0,0 1 0 0 0,0-1-1 0 0,0 1 1 0 0,0 0 0 0 0,-1 1 0 0 0,-13-4-1 0 0,-20 5-826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0.9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70 980 0 0,'-57'-40'10145'0'0,"56"39"-9919"0"0,1 0 0 0 0,-1 0 0 0 0,1-1 0 0 0,-1 1 0 0 0,1 0 0 0 0,0 0 0 0 0,0 0 0 0 0,0 0 0 0 0,0 0 0 0 0,-1 0 0 0 0,1-1 0 0 0,1 1-1 0 0,-1 0 1 0 0,0 0 0 0 0,0 0 0 0 0,0 0 0 0 0,1 0 0 0 0,-1-1 0 0 0,0 1 0 0 0,2-1 0 0 0,-1 1-246 0 0,0 0-1 0 0,0 1 1 0 0,1-1 0 0 0,-1 1-1 0 0,0-1 1 0 0,0 1-1 0 0,1 0 1 0 0,-1 0 0 0 0,1 0-1 0 0,-1-1 1 0 0,0 1 0 0 0,1 0-1 0 0,-1 1 1 0 0,0-1-1 0 0,1 0 1 0 0,-1 0 0 0 0,0 0-1 0 0,1 1 1 0 0,-1-1 0 0 0,0 1-1 0 0,0-1 1 0 0,1 1-1 0 0,-1 0 1 0 0,0-1 0 0 0,0 1-1 0 0,0 0 1 0 0,0 0 0 0 0,0 0-1 0 0,0-1 1 0 0,1 3-1 0 0,0-1-243 0 0,0 0-1 0 0,0 0 0 0 0,-1 1 0 0 0,1-1 0 0 0,-1 0 0 0 0,0 1 0 0 0,1 0 0 0 0,-1-1 0 0 0,0 1 0 0 0,-1 0 1 0 0,1-1-1 0 0,0 1 0 0 0,-1 0 0 0 0,1 5 0 0 0,-1 162-7181 0 0,0-85 8596 0 0,0 0 4649 0 0,3-83-5382 0 0,-2-3-417 0 0,-1 1 1 0 0,1 0-1 0 0,-1 0 1 0 0,0 0-1 0 0,1 0 1 0 0,-1 0-1 0 0,1 1 0 0 0,-1-1 1 0 0,0 0-1 0 0,1 0 1 0 0,-1 0-1 0 0,1 0 1 0 0,-1 0-1 0 0,0 0 1 0 0,1 1-1 0 0,-1-1 0 0 0,0 0 1 0 0,1 0-1 0 0,-1 1 1 0 0,0-1-1 0 0,1 0 1 0 0,-1 0-1 0 0,0 1 0 0 0,1-1 1 0 0,-1 0-1 0 0,0 1 1 0 0,0-1-1 0 0,0 0 1 0 0,1 1-1 0 0,-1-1 0 0 0,0 1 1 0 0,0-1-1 0 0,0 0 1 0 0,0 1-1 0 0,0-1 1 0 0,0 1-1 0 0,1-1 0 0 0,-1 0 1 0 0,0 1-1 0 0,0 2-275 0 0,0-1-1 0 0,0 0 1 0 0,0 0-1 0 0,0 0 1 0 0,0 0-1 0 0,-1 1 1 0 0,1-1-1 0 0,-1 0 1 0 0,1 0-1 0 0,-1 0 0 0 0,0 0 1 0 0,1 0-1 0 0,-1 0 1 0 0,0 0-1 0 0,-1 0 1 0 0,1 0-1 0 0,0-1 1 0 0,-2 3-1 0 0,3-3 90 0 0,-1 0-1 0 0,1 0 0 0 0,-1 0 1 0 0,1 0-1 0 0,-1 1 0 0 0,1-1 0 0 0,0 0 1 0 0,0 0-1 0 0,0 0 0 0 0,0 1 1 0 0,0-1-1 0 0,0 0 0 0 0,0 0 1 0 0,0 0-1 0 0,0 2 0 0 0,1 1-331 0 0,-1 5-996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1.3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78 1 1132 0 0,'-16'68'3035'0'0,"14"-55"-2197"0"0,0 0-1 0 0,-1 0 1 0 0,0-1-1 0 0,-1 1 1 0 0,-11 22-1 0 0,-12 32 1067 0 0,26-65-1880 0 0,0 0 0 0 0,0-1-1 0 0,1 1 1 0 0,-1 0-1 0 0,0 0 1 0 0,1 0 0 0 0,0 0-1 0 0,-1 0 1 0 0,1-1-1 0 0,0 1 1 0 0,0 0 0 0 0,0 0-1 0 0,0 0 1 0 0,1 0-1 0 0,-1 0 1 0 0,0 0 0 0 0,1 0-1 0 0,-1 0 1 0 0,1-1-1 0 0,0 1 1 0 0,0 0 0 0 0,-1 0-1 0 0,3 2 1 0 0,-1-2-332 0 0,0 0 1 0 0,0 0-1 0 0,0 1 1 0 0,0-1-1 0 0,1-1 1 0 0,-1 1-1 0 0,6 3 1 0 0,-8-4-52 0 0,1 0 1 0 0,-1 0-1 0 0,1 0 1 0 0,-1 1-1 0 0,0-1 0 0 0,1 0 1 0 0,-1 0-1 0 0,0 1 1 0 0,0-1-1 0 0,0 0 0 0 0,0 0 1 0 0,0 1-1 0 0,0-1 1 0 0,0 0-1 0 0,0 0 1 0 0,-1 2-1 0 0,1 3-903 0 0,0 9-275 0 0</inkml:trace>
  <inkml:trace contextRef="#ctx0" brushRef="#br0" timeOffset="1">63 470 932 0 0,'-15'99'8050'0'0,"15"-95"-7805"0"0,1 0 0 0 0,-1 0 0 0 0,-1 0 1 0 0,1 0-1 0 0,0 0 0 0 0,-1 0 0 0 0,0 0 0 0 0,0 0 0 0 0,0 0 0 0 0,0 0 0 0 0,-1-1 0 0 0,-4 8 0 0 0,6-9-218 0 0,-1-1-1 0 0,0 1 1 0 0,1 0-1 0 0,-1 0 1 0 0,1-1-1 0 0,0 1 1 0 0,-1 0-1 0 0,1 0 0 0 0,0-1 1 0 0,0 1-1 0 0,0 0 1 0 0,0 0-1 0 0,0 0 1 0 0,1-1-1 0 0,-1 1 0 0 0,0 0 1 0 0,1 0-1 0 0,-1-1 1 0 0,1 1-1 0 0,0 0 1 0 0,0-1-1 0 0,0 1 1 0 0,0-1-1 0 0,0 1 0 0 0,0-1 1 0 0,0 1-1 0 0,0-1 1 0 0,2 2-1 0 0,-2-2-395 0 0,-1 0 1 0 0,1-1-1 0 0,-1 1 0 0 0,0 0 0 0 0,1 0 0 0 0,-1 0 0 0 0,0-1 0 0 0,1 1 1 0 0,-1 0-1 0 0,0 0 0 0 0,0 0 0 0 0,0-1 0 0 0,0 1 0 0 0,0 0 1 0 0,0 0-1 0 0,0 0 0 0 0,0 0 0 0 0,0-1 0 0 0,-1 2 0 0 0,1 1 207 0 0,-3 12-1960 0 0,-9 2 212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1.7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 26 1060 0 0,'-1'-2'981'0'0,"0"0"0"0"0,-1 0 0 0 0,1 1 0 0 0,-1-1 0 0 0,1 0 0 0 0,-1 1 0 0 0,0 0 0 0 0,0-1 0 0 0,1 1 0 0 0,-1 0 0 0 0,0 0 0 0 0,0 0-1 0 0,0 0 1 0 0,-5-1 0 0 0,-5-2 946 0 0,10 4-922 0 0,-1 9 354 0 0,1-7-1296 0 0,1 1 1 0 0,-1-1-1 0 0,1 1 0 0 0,-1-1 1 0 0,1 1-1 0 0,0-1 0 0 0,0 1 1 0 0,0 0-1 0 0,0 0 0 0 0,0 0 1 0 0,1 0-1 0 0,0-1 0 0 0,-1 1 1 0 0,1 0-1 0 0,0 5 0 0 0,9 49 225 0 0,0-3-94 0 0,-9-47-169 0 0,1 1-1 0 0,0-1 1 0 0,0 0-1 0 0,3 9 1 0 0,-2-8-6 0 0,0-1 0 0 0,-1 0 0 0 0,0 1 0 0 0,0 9 1 0 0,0-11-10 0 0,0 0 1 0 0,0 0-1 0 0,0 0 1 0 0,1 0-1 0 0,-1 0 1 0 0,1 0-1 0 0,5 8 1 0 0,-5-8-25 0 0,1-1 1 0 0,-1 0 0 0 0,-1 1-1 0 0,1-1 1 0 0,-1 1-1 0 0,1 0 1 0 0,-1 8-1 0 0,-1-13-15 0 0,0 0-1 0 0,0 0 0 0 0,0 0 1 0 0,0 0-1 0 0,0 0 0 0 0,0 0 1 0 0,1 0-1 0 0,-1 0 0 0 0,0 0 1 0 0,0 0-1 0 0,1 0 0 0 0,-1 0 1 0 0,1 0-1 0 0,-1-1 0 0 0,1 1 1 0 0,-1 0-1 0 0,1 0 0 0 0,-1 0 1 0 0,1 0-1 0 0,0-1 1 0 0,0 1-1 0 0,-1 0 0 0 0,1-1 1 0 0,0 1-1 0 0,0-1 0 0 0,1 1 1 0 0,0 1-944 0 0,-2-4-1228 0 0,0 1 2032 0 0,1 1-1 0 0,-1-1 0 0 0,0 1 1 0 0,0-1-1 0 0,0 1 0 0 0,1-1 1 0 0,-1 1-1 0 0,0 0 1 0 0,0-1-1 0 0,1 1 0 0 0,-1-1 1 0 0,0 1-1 0 0,1 0 0 0 0,-1-1 1 0 0,1 1-1 0 0,-1 0 1 0 0,0-1-1 0 0,1 1 0 0 0,0-1-2 0 0,0 1 0 0 0,-1-1 0 0 0,1 1-1 0 0,-1-1 1 0 0,1 1 0 0 0,0-1-1 0 0,-1 1 1 0 0,1-1 0 0 0,-1 0 0 0 0,0 1-1 0 0,1-1 1 0 0,-1 0 0 0 0,0 1-1 0 0,1-1 1 0 0,-1 0 0 0 0,0 1 0 0 0,0-1-1 0 0,1 0 1 0 0,-1 0 0 0 0,0 1-1 0 0,0-1 1 0 0,0 0 0 0 0,0-1 0 0 0,0-4-829 0 0,1-1-1 0 0,0 0 1 0 0,0 1 0 0 0,1-1 0 0 0,3-9 0 0 0,2-10-1260 0 0,6-6 413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2.0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1 100 132 0 0,'0'-3'510'0'0,"0"1"0"0"0,0-1 0 0 0,0 0 0 0 0,0 0 0 0 0,1 1 0 0 0,-1-1 0 0 0,1 0 0 0 0,0 1 0 0 0,0-1 0 0 0,0 0 0 0 0,0 1 0 0 0,0-1 0 0 0,0 1 0 0 0,3-3 0 0 0,-3 4-383 0 0,0-12 2480 0 0,-1 12-2298 0 0,0 0 0 0 0,-1 0 0 0 0,1-1 0 0 0,0 1 0 0 0,0 0 0 0 0,1 0 0 0 0,-1 0 0 0 0,0-1 0 0 0,0 1-1 0 0,1 0 1 0 0,-1 0 0 0 0,0 0 0 0 0,1 0 0 0 0,0-2 0 0 0,4 0-167 0 0,-1 0-1 0 0,0 0 1 0 0,1 1-1 0 0,-1-1 1 0 0,1 1-1 0 0,0 0 1 0 0,-1 1-1 0 0,1-1 1 0 0,0 1-1 0 0,0 0 1 0 0,0 0-1 0 0,1 1 1 0 0,-1-1-1 0 0,0 1 1 0 0,0 0-1 0 0,0 1 1 0 0,0-1-1 0 0,9 3 1 0 0,-7-2-101 0 0,1 0-1 0 0,0 0 1 0 0,-1 1 0 0 0,1 1 0 0 0,-1-1 0 0 0,0 1 0 0 0,0 0-1 0 0,0 1 1 0 0,0 0 0 0 0,-1 0 0 0 0,1 0 0 0 0,10 10 0 0 0,-17-14-37 0 0,7 7 71 0 0,0 0-1 0 0,-1 0 1 0 0,0 0-1 0 0,-1 0 1 0 0,0 1-1 0 0,0 0 1 0 0,0 0-1 0 0,-1 1 1 0 0,-1-1-1 0 0,1 1 1 0 0,3 16-1 0 0,-4-15-3 0 0,-1-4-19 0 0,0 1 1 0 0,0 0 0 0 0,-1 0 0 0 0,0 0-1 0 0,0 0 1 0 0,-1 1 0 0 0,0-1-1 0 0,0 0 1 0 0,-2 9 0 0 0,1-9-213 0 0,-1 0 1 0 0,0 0 0 0 0,0-1-1 0 0,-1 1 1 0 0,0-1-1 0 0,0 1 1 0 0,-1-1 0 0 0,1 0-1 0 0,-1 0 1 0 0,-1-1-1 0 0,-7 10 1 0 0,6-10-820 0 0,-1-1 1 0 0,1 1-1 0 0,0-1 0 0 0,-1 0 1 0 0,0-1-1 0 0,-14 6 0 0 0,14-6 146 0 0,4-2 431 0 0,1 0 1 0 0,0 0 0 0 0,-1 0 0 0 0,1 0 0 0 0,0 0 0 0 0,-1 0-1 0 0,1-1 1 0 0,-1 1 0 0 0,1-1 0 0 0,-1 0 0 0 0,1 0-1 0 0,-1 0 1 0 0,0 0 0 0 0,1 0 0 0 0,-1 0 0 0 0,1-1 0 0 0,-1 1-1 0 0,-2-2 1 0 0,-10-6-1629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2.3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0 745 1320 0 0,'0'-1'290'0'0,"0"0"-1"0"0,1 1 1 0 0,-1-1-1 0 0,0 0 1 0 0,0 0 0 0 0,1 0-1 0 0,-1 0 1 0 0,0 0-1 0 0,1 0 1 0 0,-1 0-1 0 0,1 0 1 0 0,-1 0 0 0 0,1 1-1 0 0,0-1 1 0 0,1-1-1 0 0,-2 1-68 0 0,1 0-1 0 0,0 1 1 0 0,-1-1-1 0 0,1 0 1 0 0,-1 0-1 0 0,1 0 1 0 0,-1 0-1 0 0,1 0 1 0 0,-1 0-1 0 0,1 0 1 0 0,-1 0-1 0 0,0 0 0 0 0,1 0 1 0 0,-1 0-1 0 0,0-2 1 0 0,1 1 99 0 0,-1 0 0 0 0,1-1 0 0 0,0 1 1 0 0,0 0-1 0 0,0-1 0 0 0,0 1 0 0 0,1 0 0 0 0,-1 0 1 0 0,1 0-1 0 0,-1 0 0 0 0,1 0 0 0 0,0 0 1 0 0,-1 1-1 0 0,1-1 0 0 0,0 0 0 0 0,0 1 0 0 0,4-3 1 0 0,10-9 291 0 0,-2-4-361 0 0,12-12-708 0 0,38-34 0 0 0,-35 35-1946 0 0,33-38 0 0 0,-49 51 1315 0 0,-6 6 643 0 0,15-13 2 0 0,-22 21 562 0 0,1 1 1 0 0,0-1-1 0 0,0 1 1 0 0,0-1-1 0 0,0 1 1 0 0,0-1-1 0 0,1 1 1 0 0,-1 0-1 0 0,0 0 0 0 0,0-1 1 0 0,0 1-1 0 0,0 0 1 0 0,0 0-1 0 0,0 0 1 0 0,0 0-1 0 0,0 0 1 0 0,1 0-1 0 0,-1 1 1 0 0,0-1-1 0 0,0 0 0 0 0,0 1 1 0 0,0-1-1 0 0,0 0 1 0 0,0 1-1 0 0,1 0 1 0 0,13 33 3483 0 0,2 19-1852 0 0,13 34-600 0 0,-26-76-1099 0 0,1 0-1 0 0,0-1 1 0 0,1 1 0 0 0,0-2-1 0 0,1 1 1 0 0,0-1 0 0 0,13 14-1 0 0,-8-9-24 0 0,-1 1-1 0 0,0 0 1 0 0,0 0 0 0 0,8 20-1 0 0,21 30 44 0 0,-38-62-124 0 0,0 0-1 0 0,0 1 1 0 0,-1-1-1 0 0,1 0 1 0 0,-1 1-1 0 0,0-1 1 0 0,0 1-1 0 0,0-1 1 0 0,0 1 0 0 0,-1 0-1 0 0,1-1 1 0 0,-1 1-1 0 0,0 0 1 0 0,0 4-1 0 0,0-8 8 0 0,0 1-1 0 0,0-1 0 0 0,-1 0 1 0 0,1 1-1 0 0,0-1 0 0 0,0 0 1 0 0,0 1-1 0 0,0-1 0 0 0,0 0 1 0 0,0 1-1 0 0,-1-1 0 0 0,1 0 1 0 0,0 0-1 0 0,0 1 0 0 0,-1-1 0 0 0,1 0 1 0 0,0 0-1 0 0,0 1 0 0 0,-1-1 1 0 0,1 0-1 0 0,0 0 0 0 0,0 0 1 0 0,-1 1-1 0 0,1-1 0 0 0,0 0 1 0 0,-1 0-1 0 0,1 0 0 0 0,0 0 1 0 0,-1 0-1 0 0,1 0 0 0 0,0 0 1 0 0,-1 0-1 0 0,1 0 0 0 0,0 0 1 0 0,-1 0-1 0 0,1 0 0 0 0,0 0 1 0 0,-1 0-1 0 0,1 0 0 0 0,-23-5-2361 0 0,-16-15-1616 0 0,27 9 2835 0 0,0-1-1 0 0,1 0 1 0 0,1-1 0 0 0,0 0-1 0 0,-10-17 1 0 0,3-12-541 0 0</inkml:trace>
  <inkml:trace contextRef="#ctx0" brushRef="#br0" timeOffset="1">342 586 336 0 0,'-1'-26'2619'0'0,"-1"0"-1"0"0,-9-38 1 0 0,5 37 1295 0 0,2 1-1 0 0,-1-40 1 0 0,6 57-3680 0 0,0 1 0 0 0,0 0 0 0 0,1 0 0 0 0,1 0 0 0 0,-1 0 0 0 0,1 0-1 0 0,1 0 1 0 0,-1 1 0 0 0,1 0 0 0 0,1-1 0 0 0,-1 1 0 0 0,1 1 0 0 0,0-1 0 0 0,1 1 0 0 0,-1 0 0 0 0,1 0-1 0 0,12-9 1 0 0,1 1-721 0 0,0 0 1 0 0,0 2-1 0 0,1 0 0 0 0,1 1 0 0 0,23-10 0 0 0,45-21-4898 0 0,-66 29 2665 0 0,1 2 0 0 0,0 0 0 0 0,45-12-1 0 0,-15 12 15 0 0,-7-4 640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3.0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30 135 84 0 0,'-2'1'877'0'0,"1"0"-749"0"0,0-1-1 0 0,1 0 1 0 0,-1 1 0 0 0,0-1 0 0 0,0 1-1 0 0,1-1 1 0 0,-1 1 0 0 0,0 0 0 0 0,1-1 0 0 0,-1 1-1 0 0,1 0 1 0 0,-1-1 0 0 0,1 1 0 0 0,-1 0 0 0 0,1-1-1 0 0,-1 1 1 0 0,1 0 0 0 0,0 0 0 0 0,-1 0 0 0 0,1 0-1 0 0,0-1 1 0 0,0 1 0 0 0,-1 0 0 0 0,1 0-1 0 0,0 0 1 0 0,0 0 0 0 0,0 0 0 0 0,0-1 0 0 0,1 3-1 0 0,-1-2 728 0 0,0-1-796 0 0,0-1 1 0 0,0 1 0 0 0,0 0 0 0 0,0-1-1 0 0,0 1 1 0 0,0 0 0 0 0,0-1 0 0 0,0 1 0 0 0,0 0-1 0 0,0-1 1 0 0,0 1 0 0 0,0-1 0 0 0,0 1 0 0 0,0 0-1 0 0,0-1 1 0 0,0 1 0 0 0,0 0 0 0 0,0-1-1 0 0,0 1 1 0 0,0 0 0 0 0,-1-1 0 0 0,1 1 0 0 0,0 0-1 0 0,0-1 1 0 0,0 1 0 0 0,-1 0 0 0 0,1 0-1 0 0,0-1 1 0 0,0 1 0 0 0,-1 0 0 0 0,1 0 0 0 0,0-1-1 0 0,0 1 1 0 0,-1 0 0 0 0,1 0 0 0 0,0 0 0 0 0,-1 0-1 0 0,1 0 1 0 0,0-1 0 0 0,-1 1 0 0 0,1 0-1 0 0,0 0 1 0 0,-1 0 0 0 0,1 0 0 0 0,-1 0 0 0 0,-6-6 2375 0 0,7 5-2248 0 0,0 1 0 0 0,1-1 1 0 0,-1 1-1 0 0,1-1 0 0 0,-1 1 0 0 0,0-1 0 0 0,1 1 0 0 0,-1-1 0 0 0,1 1 0 0 0,-1 0 0 0 0,1-1 0 0 0,0 1 0 0 0,-1 0 0 0 0,1-1 0 0 0,-1 1 0 0 0,1 0 1 0 0,-1 0-1 0 0,1-1 0 0 0,0 1 0 0 0,-1 0 0 0 0,1 0 0 0 0,0 0 0 0 0,-1 0 0 0 0,1 0 0 0 0,0 0 0 0 0,-1 0 0 0 0,2 0 0 0 0,30 0-386 0 0,-18 1 710 0 0,9-1-282 0 0,23 0 311 0 0,61-7 0 0 0,-28 2-68 0 0,-59 4-319 0 0,0 0 1 0 0,0-1-1 0 0,34-7 0 0 0,1 0 44 0 0,-3 1-97 0 0,-26 2-68 0 0,-4 0 47 0 0,0 2-1 0 0,0 0 0 0 0,35-1 0 0 0,-10 2 107 0 0,-30 2-81 0 0,-1 0 1 0 0,1 1-1 0 0,-1 0 0 0 0,19 4 1 0 0,-20-3-76 0 0,-12-1-23 0 0,0 1 1 0 0,1-1 0 0 0,-1 0 0 0 0,0 1 0 0 0,0 0 0 0 0,0 0 0 0 0,5 2 0 0 0,7 1 13 0 0,-9 0-4 0 0,-12-2-9 0 0,4-3-176 0 0,0 0-1 0 0,0 0 1 0 0,0 0 0 0 0,0 0 0 0 0,0 0-1 0 0,0 0 1 0 0,0 0 0 0 0,0 0 0 0 0,1-1-1 0 0,-1 1 1 0 0,0-1 0 0 0,1 0 0 0 0,-1 1-1 0 0,1-1 1 0 0,0 0 0 0 0,-2-2-1 0 0,-13-13-2373 0 0,-44-17-9064 0 0,45 26 9417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3.4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 0 1436 0 0,'-8'8'3461'0'0,"8"-8"-3297"0"0,-1 0-1 0 0,1 1 0 0 0,0-1 0 0 0,-1 0 1 0 0,1 0-1 0 0,-1 0 0 0 0,1 0 0 0 0,0 0 1 0 0,-1 1-1 0 0,1-1 0 0 0,0 0 0 0 0,-1 0 1 0 0,1 1-1 0 0,0-1 0 0 0,-1 0 0 0 0,1 1 1 0 0,0-1-1 0 0,0 0 0 0 0,-1 1 0 0 0,1-1 1 0 0,0 0-1 0 0,0 1 0 0 0,0-1 0 0 0,-1 1 1 0 0,1-1-1 0 0,0 0 0 0 0,0 1 0 0 0,0-1 1 0 0,0 1-1 0 0,0-1 0 0 0,0 1 1 0 0,0-1-1 0 0,0 0 0 0 0,0 1 0 0 0,0-1 1 0 0,0 1-1 0 0,0-1 0 0 0,0 0 0 0 0,0 1 1 0 0,0-1-1 0 0,1 1 0 0 0,-1-1 0 0 0,0 0 1 0 0,0 1-1 0 0,0-1 0 0 0,1 1 0 0 0,-1-1 1 0 0,0 0-1 0 0,0 0 0 0 0,1 1 0 0 0,-1-1 1 0 0,28 42 1479 0 0,-15-22-1170 0 0,0-1-1 0 0,-1 2 0 0 0,-1 0 1 0 0,-1 0-1 0 0,-1 1 1 0 0,8 28-1 0 0,2 1 216 0 0,40 83 688 0 0,-53-125-1346 0 0,-2 1 0 0 0,1-1 0 0 0,-2 1 1 0 0,1 0-1 0 0,-1 0 0 0 0,2 16 1 0 0,-5-25-127 0 0,0 0 1 0 0,0 1 0 0 0,0-1 0 0 0,0 1-1 0 0,0-1 1 0 0,1 1 0 0 0,-1-1 0 0 0,0 1 0 0 0,1-1-1 0 0,-1 0 1 0 0,1 1 0 0 0,0-1 0 0 0,-1 0 0 0 0,2 3-1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3.7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28 60 0 0,'1'-1'189'0'0,"0"1"0"0"0,0 0 0 0 0,-1-1 0 0 0,1 1 0 0 0,0 0 0 0 0,0-1 0 0 0,-1 1 0 0 0,1-1 1 0 0,0 1-1 0 0,-1-1 0 0 0,1 1 0 0 0,-1-1 0 0 0,1 0 0 0 0,-1 1 0 0 0,1-1 0 0 0,-1 0 0 0 0,1 1 0 0 0,-1-1 0 0 0,1 0 0 0 0,-1 0 0 0 0,0 0 0 0 0,0 1 0 0 0,1-3 0 0 0,-1 3 140 0 0,-1-1-1 0 0,1 0 1 0 0,0 0-1 0 0,-1 1 0 0 0,1-1 1 0 0,-1 0-1 0 0,1 1 0 0 0,-1-1 1 0 0,1 1-1 0 0,-1-1 0 0 0,0 0 1 0 0,1 1-1 0 0,-1-1 1 0 0,1 1-1 0 0,-1 0 0 0 0,0-1 1 0 0,-4-1 6309 0 0,5 14-5061 0 0,7 19-42 0 0,-5-28-1373 0 0,-1 1 1 0 0,1 0-1 0 0,-1 0 1 0 0,-1 0-1 0 0,1 1 1 0 0,0-1-1 0 0,-1 6 1 0 0,2 14 596 0 0,1 1 0 0 0,5 24 0 0 0,-3-25-256 0 0,19 67 781 0 0,-15-32-1184 0 0,17 86 333 0 0,-20-122-3017 0 0,1-1 0 0 0,10 23 1 0 0,-15-42 2003 0 0,0 0 0 0 0,0-1 0 0 0,0 1 0 0 0,0-1 0 0 0,1 0 0 0 0,-1 0 0 0 0,1 0 0 0 0,-1 0 0 0 0,1 0 0 0 0,0-1 1 0 0,0 1-1 0 0,0-1 0 0 0,3 2 0 0 0,0-1-356 0 0,-1 0 1 0 0,1 0 0 0 0,0 0 0 0 0,-1-1-1 0 0,1 1 1 0 0,9-1 0 0 0,14-1-1507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4.0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383 252 1740 0 0,'0'-10'966'0'0,"0"-1"-1"0"0,0 0 1 0 0,-1 1 0 0 0,0-1-1 0 0,-1 1 1 0 0,0 0-1 0 0,-1-1 1 0 0,0 1 0 0 0,-1 0-1 0 0,0 0 1 0 0,0 1-1 0 0,-1-1 1 0 0,0 1 0 0 0,-1 0-1 0 0,0 0 1 0 0,-1 1-1 0 0,1 0 1 0 0,-10-8 0 0 0,8 9-674 0 0,-1 0 1 0 0,0 1 0 0 0,0 1 0 0 0,0-1-1 0 0,-1 1 1 0 0,0 1 0 0 0,0 0 0 0 0,0 0-1 0 0,-1 1 1 0 0,-20-3 0 0 0,25 5-266 0 0,1 0-1 0 0,-1 1 1 0 0,0 0 0 0 0,1 0-1 0 0,-1 1 1 0 0,0-1 0 0 0,1 1-1 0 0,-1 1 1 0 0,1-1 0 0 0,-1 1-1 0 0,1 0 1 0 0,0 0 0 0 0,0 0-1 0 0,0 1 1 0 0,0-1 0 0 0,0 1-1 0 0,0 1 1 0 0,1-1 0 0 0,-1 1-1 0 0,1 0 1 0 0,0 0 0 0 0,-6 8-1 0 0,4-5-48 0 0,0 1-1 0 0,0 0 1 0 0,1 0-1 0 0,1 0 1 0 0,-1 0-1 0 0,1 1 0 0 0,0 0 1 0 0,1 0-1 0 0,-4 17 1 0 0,5-15-145 0 0,0 0-1 0 0,0 0 1 0 0,1 19 0 0 0,1-26 62 0 0,1 0-1 0 0,-1 0 0 0 0,1 0 1 0 0,0 0-1 0 0,0 0 1 0 0,1 0-1 0 0,-1 0 1 0 0,1-1-1 0 0,0 1 0 0 0,-1-1 1 0 0,2 1-1 0 0,-1-1 1 0 0,0 0-1 0 0,4 4 1 0 0,-4-5-87 0 0,1 1 1 0 0,-1-1-1 0 0,1 1 1 0 0,0-1-1 0 0,0 0 0 0 0,0 0 1 0 0,1 0-1 0 0,-1-1 1 0 0,0 1-1 0 0,1-1 1 0 0,-1 0-1 0 0,1 0 1 0 0,-1 0-1 0 0,1 0 1 0 0,-1 0-1 0 0,1-1 1 0 0,0 0-1 0 0,-1 1 1 0 0,1-2-1 0 0,4 1 1 0 0,7-2-299 0 0,1-1 1 0 0,-1-1-1 0 0,24-9 1 0 0,26-5 815 0 0,-61 17-208 0 0,0 1 0 0 0,0-1 0 0 0,0 1 0 0 0,0 0 0 0 0,0 0 0 0 0,1 1-1 0 0,-1-1 1 0 0,8 3 0 0 0,-10-2 7 0 0,0 0-1 0 0,0 0 0 0 0,0 0 0 0 0,0 0 1 0 0,0 1-1 0 0,0-1 0 0 0,0 1 0 0 0,0 0 1 0 0,0-1-1 0 0,-1 1 0 0 0,1 0 1 0 0,-1 0-1 0 0,1 0 0 0 0,-1 0 0 0 0,0 0 1 0 0,0 0-1 0 0,2 4 0 0 0,0 4 271 0 0,0 1-1 0 0,-1-1 0 0 0,0 1 1 0 0,-1-1-1 0 0,0 1 1 0 0,0 0-1 0 0,-2 13 1 0 0,1-19-258 0 0,1 0 1 0 0,0 0-1 0 0,-1 0 0 0 0,2 0 1 0 0,1 7-1 0 0,-1-7-61 0 0,0 0 1 0 0,-1 0-1 0 0,0 0 0 0 0,0 0 0 0 0,0 8 0 0 0,-1-7-87 0 0,0 0-1 0 0,0 1 1 0 0,1-1 0 0 0,0 0-1 0 0,0 0 1 0 0,0 0-1 0 0,1 0 1 0 0,0 0 0 0 0,2 6-1 0 0,0 7-811 0 0,-5-19 751 0 0,1 1-1 0 0,0-1 1 0 0,0 1-1 0 0,0-1 1 0 0,0 0-1 0 0,0 1 1 0 0,0-1 0 0 0,0 1-1 0 0,0-1 1 0 0,0 1-1 0 0,0-1 1 0 0,0 1-1 0 0,0-1 1 0 0,0 1-1 0 0,0-1 1 0 0,1 1 0 0 0,-1-1-1 0 0,0 0 1 0 0,0 1-1 0 0,0-1 1 0 0,1 1-1 0 0,-1-1 1 0 0,0 0-1 0 0,1 1 1 0 0,-1-1-1 0 0,0 0 1 0 0,1 1 0 0 0,-1-1-1 0 0,0 0 1 0 0,1 1-1 0 0,-1-1 1 0 0,1 0-1 0 0,-1 0 1 0 0,0 1-1 0 0,1-1 1 0 0,-1 0 0 0 0,1 0-1 0 0,-1 0 1 0 0,1 0-1 0 0,-1 0 1 0 0,1 0-1 0 0,-1 0 1 0 0,1 0-1 0 0,-1 0 1 0 0,1 0-1 0 0,2 0-2906 0 0,14-2-4208 0 0,40-29 957 0 0,-27 14 3984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4.4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373 226 1444 0 0,'1'1'208'0'0,"-1"-1"0"0"0,1 1 0 0 0,0-1-1 0 0,0 1 1 0 0,-1 0 0 0 0,1-1 0 0 0,0 1 0 0 0,-1 0 0 0 0,1-1 0 0 0,0 1-1 0 0,-1 0 1 0 0,1 0 0 0 0,-1-1 0 0 0,1 1 0 0 0,-1 0 0 0 0,0 0-1 0 0,1 0 1 0 0,-1 0 0 0 0,0 0 0 0 0,0 0 0 0 0,1 0 0 0 0,-1 0-1 0 0,0-1 1 0 0,0 1 0 0 0,0 0 0 0 0,0 2 0 0 0,-9 25 4996 0 0,3-12-2861 0 0,-13 26 1515 0 0,16-37-3644 0 0,0 0-1 0 0,0 0 1 0 0,1 0-1 0 0,-1 0 1 0 0,1 0-1 0 0,1 0 1 0 0,-1 1-1 0 0,1-1 1 0 0,0 1-1 0 0,-1 9 1 0 0,2-12-147 0 0,0 0-1 0 0,0 0 1 0 0,0 0-1 0 0,0 0 1 0 0,0 0 0 0 0,1 0-1 0 0,-1-1 1 0 0,1 1-1 0 0,0 0 1 0 0,0 0 0 0 0,2 5-1 0 0,-1-7-45 0 0,0 1 1 0 0,0 0-1 0 0,0-1 0 0 0,0 1 0 0 0,0-1 0 0 0,1 0 0 0 0,-1 1 0 0 0,0-1 0 0 0,1 0 0 0 0,-1-1 0 0 0,1 1 1 0 0,-1 0-1 0 0,1-1 0 0 0,-1 1 0 0 0,1-1 0 0 0,3 0 0 0 0,3 1-40 0 0,1 0-1 0 0,0-1 1 0 0,0 0 0 0 0,-1-1-1 0 0,1 0 1 0 0,0-1-1 0 0,-1 0 1 0 0,1 0 0 0 0,-1-1-1 0 0,0 0 1 0 0,1-1 0 0 0,-1 0-1 0 0,9-5 1 0 0,3-5-164 0 0,0 0 0 0 0,-1-1 0 0 0,0-1 0 0 0,19-21 1 0 0,-36 34 168 0 0,-1 0 0 0 0,1 0 0 0 0,0 0 0 0 0,-1-1 0 0 0,0 1 1 0 0,0-1-1 0 0,0 1 0 0 0,0-1 0 0 0,0 0 0 0 0,-1 0 0 0 0,0 1 1 0 0,0-1-1 0 0,0 0 0 0 0,0 0 0 0 0,0-1 0 0 0,-1 1 0 0 0,0 0 1 0 0,0 0-1 0 0,0 0 0 0 0,0 0 0 0 0,-1 0 0 0 0,1 0 0 0 0,-1 0 1 0 0,0 0-1 0 0,-1 0 0 0 0,1 0 0 0 0,0 0 0 0 0,-1 1 1 0 0,0-1-1 0 0,-4-6 0 0 0,-5-2-149 0 0,0 0 0 0 0,0 0 1 0 0,-2 1-1 0 0,1 0 0 0 0,-1 1 0 0 0,-1 1 1 0 0,0 0-1 0 0,-18-8 0 0 0,-9 1-1881 0 0,0 3 0 0 0,0 1 0 0 0,-1 2 0 0 0,0 1 0 0 0,-51-2 0 0 0,-39-9-2146 0 0,43 3 2035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5.3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17 328 0 0,'-1'-1'652'0'0,"0"0"0"0"0,0-1 0 0 0,0 1 1 0 0,0 0-1 0 0,-1 0 0 0 0,1 0 0 0 0,0 0 0 0 0,-1 0 0 0 0,1 0 0 0 0,-1 0 1 0 0,1 0-1 0 0,-1 0 0 0 0,1 1 0 0 0,-1-1 0 0 0,0 1 0 0 0,1-1 0 0 0,-3 1 0 0 0,-11 18 2394 0 0,14-16-2971 0 0,0 1 1 0 0,0 0-1 0 0,0 0 0 0 0,0 0 0 0 0,1-1 1 0 0,-1 1-1 0 0,1 0 0 0 0,0 0 1 0 0,0 0-1 0 0,0 0 0 0 0,0 0 0 0 0,1 4 1 0 0,9 39 450 0 0,-5-27-321 0 0,1 38 377 0 0,-6-46-472 0 0,1-1 1 0 0,0 1-1 0 0,1 0 1 0 0,5 17-1 0 0,1 3 112 0 0,-1 0 0 0 0,3 58 0 0 0,-3-25-90 0 0,0-13-83 0 0,-1 57 0 0 0,-6-71-56 0 0,-3 81-1650 0 0,1-100 397 0 0,-1 0-1 0 0,0 0 0 0 0,-1-1 0 0 0,-11 28 0 0 0,10-32 210 0 0,-7 15-2678 0 0,-13 53 1 0 0,22-46 1696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6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 0 364 0 0,'0'0'104'0'0,"0"1"-1"0"0,0-1 1 0 0,0 0-1 0 0,0 1 1 0 0,1-1-1 0 0,-1 0 1 0 0,0 1-1 0 0,0-1 1 0 0,0 0 0 0 0,0 0-1 0 0,1 1 1 0 0,-1-1-1 0 0,0 0 1 0 0,0 0-1 0 0,0 1 1 0 0,1-1-1 0 0,-1 0 1 0 0,0 0 0 0 0,0 0-1 0 0,1 1 1 0 0,-1-1-1 0 0,0 0 1 0 0,1 0-1 0 0,-1 0 1 0 0,0 0-1 0 0,1 0 1 0 0,8-6 11587 0 0,-21 16-9622 0 0,11-8-1991 0 0,0 0 0 0 0,0 0 1 0 0,1 1-1 0 0,-1-1 1 0 0,1 0-1 0 0,0 0 1 0 0,-1 1-1 0 0,1-1 0 0 0,0 0 1 0 0,0 1-1 0 0,1-1 1 0 0,0 3-1 0 0,-1 5 171 0 0,-7 38 466 0 0,5-39-562 0 0,0 0-1 0 0,0 0 1 0 0,0 16 0 0 0,2 384 2646 0 0,15-210-2498 0 0,-15-191-376 0 0,0-1 0 0 0,1 0 0 0 0,0 1 0 0 0,0-1 0 0 0,1 0 0 0 0,0 0 0 0 0,0 0 0 0 0,1 0 0 0 0,-1-1 0 0 0,2 1 0 0 0,-1 0 0 0 0,8 10 0 0 0,-10-16-24 0 0,0 0 0 0 0,0 0 0 0 0,0-1-1 0 0,0 1 1 0 0,0 0 0 0 0,0-1 0 0 0,0 1 0 0 0,0-1 0 0 0,0 1 0 0 0,0-1 0 0 0,0 1 0 0 0,0-1 0 0 0,0 0 0 0 0,0 0 0 0 0,0 0 0 0 0,1 1 0 0 0,-1-1 0 0 0,0 0 0 0 0,0 0 0 0 0,0 0 0 0 0,0-1 0 0 0,0 1 0 0 0,1 0 0 0 0,0-1 0 0 0,2 0-307 0 0,0-1 1 0 0,1 1-1 0 0,-1-1 1 0 0,0 0-1 0 0,-1 0 0 0 0,7-5 1 0 0,2-2-1139 0 0,0-1-1 0 0,16-19 1 0 0,62-87-3183 0 0,-82 104 5009 0 0,-1-1 0 0 0,0 1 1 0 0,0-1-1 0 0,-1 0 0 0 0,-1-1 0 0 0,0 0 0 0 0,3-16 1 0 0,-2 7 661 0 0,-5 19-687 0 0,-1 0 1 0 0,0 0-1 0 0,-1 0 0 0 0,1-1 1 0 0,0 1-1 0 0,-1 0 1 0 0,0 0-1 0 0,0 0 1 0 0,-1 0-1 0 0,1 0 1 0 0,-4-6-1 0 0,1 0 431 0 0,3 6-520 0 0,-1 1 0 0 0,1 0 0 0 0,-1 0 0 0 0,0 0 0 0 0,0 0 0 0 0,-1 0 0 0 0,1 0 0 0 0,0 1 0 0 0,-1-1 0 0 0,0 1 0 0 0,0-1 0 0 0,0 1 0 0 0,0 0 0 0 0,0 0 0 0 0,0 0 0 0 0,0 1 0 0 0,0-1 0 0 0,-1 1 1 0 0,1 0-1 0 0,-1 0 0 0 0,1 0 0 0 0,-1 0 0 0 0,1 1 0 0 0,-1-1 0 0 0,1 1 0 0 0,-7 0 0 0 0,5 0-117 0 0,0 0 0 0 0,0 1 0 0 0,0-1 0 0 0,0 1 0 0 0,0 0 0 0 0,0 0 0 0 0,0 1 0 0 0,0-1 0 0 0,1 1 1 0 0,-1 0-1 0 0,1 1 0 0 0,-1-1 0 0 0,1 1 0 0 0,0 0 0 0 0,0 0 0 0 0,0 0 0 0 0,0 0 0 0 0,1 1 0 0 0,-5 4 0 0 0,2 1-48 0 0,1 0-1 0 0,-1 0 1 0 0,2 1-1 0 0,-1-1 1 0 0,1 1-1 0 0,1 0 1 0 0,-1 0 0 0 0,2 1-1 0 0,0-1 1 0 0,0 0-1 0 0,-1 16 1 0 0,3-18-14 0 0,1 1 0 0 0,-1-1 1 0 0,1 0-1 0 0,0 0 0 0 0,1 0 1 0 0,0 0-1 0 0,1 0 0 0 0,-1 0 0 0 0,1 0 1 0 0,1-1-1 0 0,-1 1 0 0 0,1-1 1 0 0,1 0-1 0 0,-1 0 0 0 0,10 10 0 0 0,-7-10 5 0 0,0 0 0 0 0,0-1 0 0 0,1 0 0 0 0,0 0 0 0 0,0-1 0 0 0,0 0 0 0 0,1 0 0 0 0,0-1 0 0 0,10 4 0 0 0,-15-6 3 0 0,-1-1 0 0 0,1 0 0 0 0,-1 0 0 0 0,1 0 0 0 0,0 0 0 0 0,0 0 0 0 0,-1-1 0 0 0,1 0 0 0 0,0 0 0 0 0,0 0 0 0 0,0 0 0 0 0,-1-1 0 0 0,1 1 0 0 0,0-1 0 0 0,0 0 0 0 0,-1 0 0 0 0,1 0 0 0 0,-1-1 0 0 0,1 1 0 0 0,-1-1 0 0 0,0 0 0 0 0,1 0 0 0 0,-1 0 0 0 0,0 0 0 0 0,5-5 0 0 0,-7 4 2 0 0,0 0 0 0 0,0 1 0 0 0,0-1 0 0 0,-1 1 1 0 0,1-1-1 0 0,-1 0 0 0 0,0 1 0 0 0,0-1 0 0 0,0 0 1 0 0,0 0-1 0 0,0 1 0 0 0,-1-5 0 0 0,0-5 18 0 0,0 11-18 0 0,1 0 0 0 0,-1 0 0 0 0,1 0 0 0 0,-1 0 0 0 0,1 0-1 0 0,-1-1 1 0 0,0 1 0 0 0,0 0 0 0 0,1 1 0 0 0,-1-1 0 0 0,0 0 0 0 0,0 0-1 0 0,0 0 1 0 0,0 0 0 0 0,0 1 0 0 0,0-1 0 0 0,0 0 0 0 0,0 1-1 0 0,-1-1 1 0 0,1 1 0 0 0,-2-1 0 0 0,-32-11-403 0 0,31 11 258 0 0,-38-6-2849 0 0,41 6 2658 0 0,-1 1 0 0 0,0 0 1 0 0,1 0-1 0 0,-1 0 0 0 0,1 1 0 0 0,-1-1 0 0 0,0 0 0 0 0,1 1 1 0 0,-1-1-1 0 0,1 1 0 0 0,-1-1 0 0 0,1 1 0 0 0,-1 0 0 0 0,1 0 1 0 0,0-1-1 0 0,-1 1 0 0 0,1 0 0 0 0,0 0 0 0 0,0 0 0 0 0,-1 0 1 0 0,1 1-1 0 0,0-1 0 0 0,-1 2 0 0 0,-8 13-4507 0 0,23-9 2938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7.5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19 168 0 0,'-11'0'2546'0'0,"5"-1"3513"0"0,-1-6-5915 0 0,1-4 7816 0 0,6 17-5538 0 0,0 10-2455 0 0,-7 17 523 0 0,6-28-394 0 0,-1 1 0 0 0,1-1 1 0 0,0 1-1 0 0,0-1 1 0 0,0 7-1 0 0,0 13 222 0 0,0-17-255 0 0,1 0 1 0 0,0 0 0 0 0,0 0-1 0 0,0 0 1 0 0,1 0 0 0 0,0 0-1 0 0,1 0 1 0 0,0 0 0 0 0,0 0-1 0 0,6 13 1 0 0,3 0-13 0 0,-10-18-43 0 0,1 0 0 0 0,-1 1-1 0 0,1-1 1 0 0,0 0 0 0 0,0 0 0 0 0,0 0 0 0 0,0 0 0 0 0,1 0 0 0 0,-1 0 0 0 0,1-1 0 0 0,0 1 0 0 0,0-1-1 0 0,6 4 1 0 0,0-1 10 0 0,2-1-1 0 0,-1 0 1 0 0,0-1 0 0 0,1 0-1 0 0,0 0 1 0 0,19 1-1 0 0,-16-3 30 0 0,0 2 0 0 0,0-1-1 0 0,-1 2 1 0 0,16 5-1 0 0,-20-5 7 0 0,0 0-1 0 0,0 1 0 0 0,0-1 1 0 0,0 2-1 0 0,-1-1 1 0 0,15 15-1 0 0,-7-8 32 0 0,24 22 90 0 0,-39-33-151 0 0,1 0 1 0 0,-1 0 0 0 0,0 1-1 0 0,0-1 1 0 0,0 0 0 0 0,0 0-1 0 0,0 1 1 0 0,0-1 0 0 0,0 1 0 0 0,-1-1-1 0 0,1 1 1 0 0,0-1 0 0 0,-1 1-1 0 0,1-1 1 0 0,-1 1 0 0 0,0 0-1 0 0,1-1 1 0 0,-1 1 0 0 0,0-1 0 0 0,0 1-1 0 0,0 0 1 0 0,0-1 0 0 0,0 1-1 0 0,-1 2 1 0 0,-1 0 62 0 0,0 1 28 0 0,0 0-1 0 0,0 0 0 0 0,0 0 1 0 0,-1 0-1 0 0,0 0 0 0 0,0 0 1 0 0,-1 0-1 0 0,1-1 0 0 0,-1 0 1 0 0,0 0-1 0 0,0 0 0 0 0,0 0 1 0 0,0 0-1 0 0,-7 3 0 0 0,-5 2-75 0 0,0-1 0 0 0,0 0 0 0 0,-22 7 0 0 0,30-13-462 0 0,1 0-1 0 0,-1-1 0 0 0,0 0 1 0 0,0 0-1 0 0,0-1 1 0 0,0 0-1 0 0,-1 0 1 0 0,1-1-1 0 0,-15-3 1 0 0,14 2-474 0 0,0 0 0 0 0,0-1 0 0 0,0 0 1 0 0,0 0-1 0 0,0-1 0 0 0,1 0 1 0 0,0 0-1 0 0,0-1 0 0 0,0 0 0 0 0,0-1 1 0 0,1 1-1 0 0,0-1 0 0 0,0-1 1 0 0,0 0-1 0 0,1 0 0 0 0,0 0 0 0 0,-9-15 1 0 0,-10-20-1533 0 0,8-7 540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7.8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1 350 1316 0 0,'0'-12'2160'0'0,"0"0"0"0"0,1 0-1 0 0,1 0 1 0 0,0 0 0 0 0,5-19 0 0 0,-1 9 1474 0 0,-6 19-3376 0 0,1 0-1 0 0,-1 1 1 0 0,1-1-1 0 0,0 1 1 0 0,0-1-1 0 0,0 1 0 0 0,0-1 1 0 0,0 1-1 0 0,0 0 1 0 0,3-4-1 0 0,3-2 43 0 0,2-1 1 0 0,-1 1-1 0 0,1 0 0 0 0,0 1 0 0 0,1 0 0 0 0,14-8 1 0 0,4-4-77 0 0,-5 4-487 0 0,1 1 0 0 0,1 2 0 0 0,0 0 0 0 0,36-12 1 0 0,-18 11-2908 0 0,81-15 0 0 0,-99 25 1634 0 0,0 0 0 0 0,0 2 0 0 0,0 1 0 0 0,1 1 0 0 0,-1 2 0 0 0,0 0 0 0 0,-1 1 0 0 0,31 10 0 0 0,-10 1-49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39:18.2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391 178 1612 0 0,'28'15'4924'0'0,"-26"-13"-2094"0"0,-4-2-106 0 0,-3-2-2127 0 0,0 1-1 0 0,0-1 0 0 0,0 0 1 0 0,1 0-1 0 0,-1-1 0 0 0,1 1 1 0 0,-1-1-1 0 0,1 0 0 0 0,0 0 0 0 0,0-1 1 0 0,0 1-1 0 0,-3-5 0 0 0,-19-14 944 0 0,-6-3-322 0 0,18 14-757 0 0,-1 0 0 0 0,-16-9 0 0 0,15 10-271 0 0,-4-1-82 0 0,1 0 0 0 0,-2 1 0 0 0,-21-7 0 0 0,37 16-110 0 0,1-1 1 0 0,0 1-1 0 0,-1 0 1 0 0,1 0-1 0 0,-1 0 1 0 0,1 0-1 0 0,-1 1 0 0 0,1 0 1 0 0,-1 0-1 0 0,1 0 1 0 0,-1 0-1 0 0,1 1 1 0 0,-1 0-1 0 0,1 0 1 0 0,-1 0-1 0 0,1 1 1 0 0,0-1-1 0 0,-1 1 1 0 0,1 0-1 0 0,0 0 0 0 0,-6 4 1 0 0,8-3 0 0 0,0-1-1 0 0,0 1 1 0 0,1-1 0 0 0,-1 1-1 0 0,1 0 1 0 0,-1-1 0 0 0,1 1 0 0 0,0 0-1 0 0,0 0 1 0 0,0 0 0 0 0,0 0-1 0 0,0 0 1 0 0,1 0 0 0 0,-1 0-1 0 0,1 0 1 0 0,0 0 0 0 0,0 0 0 0 0,1 4-1 0 0,0 12-3 0 0,8 36-1 0 0,-3-26 2 0 0,0 5-2 0 0,2-1 1 0 0,1 0 0 0 0,21 48-1 0 0,53 95-1 0 0,-66-146 7 0 0,1-1 1 0 0,2-1-1 0 0,0 0 1 0 0,2-2-1 0 0,28 27 1 0 0,-32-32-7 0 0,-1 0 0 0 0,20 33 0 0 0,-36-52 6 0 0,0 0 0 0 0,-1-1 0 0 0,1 1 0 0 0,0 0 0 0 0,0 0 0 0 0,-1 0 0 0 0,1 0 0 0 0,-1 0 0 0 0,0 0 0 0 0,0 0 0 0 0,1 0 0 0 0,-1 0 0 0 0,0 0 0 0 0,-1 0 0 0 0,1 0 0 0 0,0 0 0 0 0,0 0 0 0 0,-1 0 0 0 0,1-1 0 0 0,-1 1 0 0 0,0 0 0 0 0,0 0 0 0 0,0 0 0 0 0,1 0 0 0 0,-2-1 1 0 0,1 1-1 0 0,0 0 0 0 0,0-1 0 0 0,0 1 0 0 0,-1-1 0 0 0,1 0 0 0 0,-1 1 0 0 0,1-1 0 0 0,-1 0 0 0 0,0 0 0 0 0,1 0 0 0 0,-1 0 0 0 0,-3 1 0 0 0,-3 3 7 0 0,-1-1 0 0 0,0 0 1 0 0,0-1-1 0 0,0 0 0 0 0,0 0 1 0 0,-15 2-1 0 0,12-5 3 0 0,-1 0 0 0 0,1-1 1 0 0,0 0-1 0 0,-1-1 0 0 0,1 0 0 0 0,0-1 0 0 0,0 0 1 0 0,0-1-1 0 0,1 0 0 0 0,-1-1 0 0 0,-18-11 1 0 0,27 14 9 0 0,-1 0 0 0 0,1 0 0 0 0,1 0 0 0 0,-1 0 0 0 0,0 0 1 0 0,1-1-1 0 0,-1 0 0 0 0,1 1 0 0 0,0-1 0 0 0,0 0 0 0 0,0 0 1 0 0,0 0-1 0 0,0 0 0 0 0,1-1 0 0 0,-1 1 0 0 0,1 0 0 0 0,0-1 0 0 0,0 1 1 0 0,0-1-1 0 0,0 1 0 0 0,0-6 0 0 0,1 4 29 0 0,0 0 0 0 0,1 0 0 0 0,-1 0 0 0 0,1 0 0 0 0,0 0 0 0 0,1 0-1 0 0,-1 0 1 0 0,1 1 0 0 0,0-1 0 0 0,0 0 0 0 0,0 1 0 0 0,0 0 0 0 0,1-1 0 0 0,0 1 0 0 0,6-7 0 0 0,16-16 9 0 0,1 2 0 0 0,1 1 0 0 0,54-36 0 0 0,96-45-6351 0 0,-131 79 2299 0 0,25-20-4895 0 0,-50 31 6461 0 0,9-9-412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27.2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667 345 308 0 0,'0'1'306'0'0,"0"1"1"0"0,0-1-1 0 0,0 0 1 0 0,1 1-1 0 0,-1-1 0 0 0,0 0 1 0 0,-1 0-1 0 0,1 1 0 0 0,0-1 1 0 0,0 0-1 0 0,0 0 1 0 0,-1 1-1 0 0,1-1 0 0 0,-1 0 1 0 0,1 0-1 0 0,-1 0 0 0 0,1 0 1 0 0,-1 0-1 0 0,0 1 1 0 0,1-1-1 0 0,-1 0 0 0 0,0-1 1 0 0,0 1-1 0 0,0 0 0 0 0,0 0 1 0 0,-4 3 3835 0 0,7-4-3425 0 0,5-2-321 0 0,-1 1 1 0 0,1-1 0 0 0,-1 0-1 0 0,0-1 1 0 0,0 1-1 0 0,0-1 1 0 0,0-1 0 0 0,-1 1-1 0 0,1-1 1 0 0,-1 0 0 0 0,1 0-1 0 0,-2 0 1 0 0,9-10 0 0 0,27-19 1169 0 0,20-68-874 0 0,-59 95-692 0 0,0 0 0 0 0,0 0 0 0 0,0-1 0 0 0,-1 1 1 0 0,0 0-1 0 0,0-1 0 0 0,0 1 0 0 0,-1 0 0 0 0,-2-12 0 0 0,-25-21-1 0 0,14 21-9 0 0,11 15 9 0 0,0 0 0 0 0,0 0 1 0 0,0 0-1 0 0,0 0 0 0 0,0 0 1 0 0,-1 1-1 0 0,1 0 0 0 0,-1-1 0 0 0,0 1 1 0 0,1 1-1 0 0,-7-3 0 0 0,-49-12 42 0 0,42 12-17 0 0,-14 0 36 0 0,0 1-1 0 0,-1 1 1 0 0,1 1 0 0 0,-32 4 0 0 0,30 2-22 0 0,2 1 0 0 0,-1 2 0 0 0,1 1 1 0 0,-51 22-1 0 0,55-20-15 0 0,0 2-1 0 0,1 0 1 0 0,-46 32-1 0 0,57-33-10 0 0,1 0-1 0 0,0 0 0 0 0,1 2 0 0 0,0-1 0 0 0,1 2 1 0 0,0 0-1 0 0,-11 19 0 0 0,21-30-10 0 0,0 0 1 0 0,0 0-1 0 0,1 0 1 0 0,-1 1-1 0 0,1-1 1 0 0,0 0-1 0 0,0 1 1 0 0,0-1-1 0 0,0 1 1 0 0,1-1-1 0 0,0 1 1 0 0,0-1-1 0 0,0 1 1 0 0,2 5-1 0 0,1 3 4 0 0,0 1-1 0 0,1-1 1 0 0,7 16 0 0 0,-7-21-3 0 0,0 2 1 0 0,1 0 1 0 0,1 0-1 0 0,0-1 1 0 0,0 1 0 0 0,1-1-1 0 0,0-1 1 0 0,16 16 0 0 0,4 5 11 0 0,113 108 56 0 0,1 2-79 0 0,-107-102 2 0 0,-7-8 0 0 0,25 33 0 0 0,-46-52 9 0 0,1-1-1 0 0,-1 1 1 0 0,-1 0-1 0 0,0 0 1 0 0,0 1 0 0 0,-1 0-1 0 0,0 0 1 0 0,2 13-1 0 0,-4-11 5 0 0,0 0-1 0 0,0-1 1 0 0,-1 1-1 0 0,-1 0 0 0 0,-3 25 1 0 0,2-30-7 0 0,-1-1 0 0 0,0 1 0 0 0,-1-1 1 0 0,0 0-1 0 0,0 1 0 0 0,-1-1 0 0 0,0-1 0 0 0,0 1 0 0 0,0 0 1 0 0,-1-1-1 0 0,-6 7 0 0 0,0-1 0 0 0,-2 4-6 0 0,-1 0 0 0 0,-1-1 0 0 0,0-1 0 0 0,-1 0 0 0 0,-1-1-1 0 0,-19 11 1 0 0,21-15-14 0 0,-1 1 3 0 0,0-2-1 0 0,-1 0 1 0 0,-26 9-1 0 0,38-15-21 0 0,0-1-1 0 0,-1 0 1 0 0,1 0 0 0 0,0 0-1 0 0,-1-1 1 0 0,1 1 0 0 0,-1-1-1 0 0,1-1 1 0 0,0 1 0 0 0,-1-1 0 0 0,1 0-1 0 0,0 0 1 0 0,0-1 0 0 0,-1 1-1 0 0,1-1 1 0 0,-8-5 0 0 0,11 6 6 0 0,0 0 1 0 0,1-1 0 0 0,0 1-1 0 0,-1-1 1 0 0,1 0 0 0 0,0 1-1 0 0,0-1 1 0 0,0 0 0 0 0,0 0-1 0 0,0 0 1 0 0,0 0 0 0 0,0 0 0 0 0,1 0-1 0 0,-1 0 1 0 0,1 0 0 0 0,-1 0-1 0 0,1 0 1 0 0,0 0 0 0 0,0 0-1 0 0,0 0 1 0 0,0 0 0 0 0,0 0-1 0 0,0 0 1 0 0,1 0 0 0 0,0-3 0 0 0,1-9-113 0 0,2 1 1 0 0,7-21 0 0 0,-10 30 117 0 0,1 0 12 0 0,-1-1-1 0 0,1 0 1 0 0,1 1-1 0 0,-1-1 1 0 0,1 1 0 0 0,0 0-1 0 0,0 0 1 0 0,0 0-1 0 0,7-7 1 0 0,-8 10 13 0 0,0-1 1 0 0,0 1-1 0 0,0-1 1 0 0,0 1-1 0 0,0 0 1 0 0,1 0-1 0 0,-1 0 0 0 0,0 0 1 0 0,1 0-1 0 0,-1 1 1 0 0,1-1-1 0 0,-1 1 1 0 0,0 0-1 0 0,1-1 0 0 0,-1 1 1 0 0,1 0-1 0 0,-1 0 1 0 0,1 1-1 0 0,-1-1 1 0 0,1 1-1 0 0,3 0 0 0 0,-4 0 1 0 0,0 1 0 0 0,0-1 0 0 0,0 1 0 0 0,0-1 0 0 0,0 1 0 0 0,0 0-1 0 0,-1 0 1 0 0,1 0 0 0 0,-1 0 0 0 0,1 0 0 0 0,-1 0 0 0 0,0 0 0 0 0,0 0 0 0 0,0 1-1 0 0,0-1 1 0 0,0 0 0 0 0,1 5 0 0 0,12 49 3 0 0,-11-28 3 0 0,0 1-1 0 0,-2 0 0 0 0,-4 36 0 0 0,1 2 3 0 0,-12 182 65 0 0,13-145-26 0 0,-1 12 26 0 0,19 161 0 0 0,0-92 78 0 0,-4-21 22 0 0,19 240 468 0 0,22 171 227 0 0,-36-409-719 0 0,54 329 19 0 0,-57-409-145 0 0,5 29 4 0 0,67 284 3 0 0,-66-271-40 0 0,-15-80-2 0 0,-4-39-204 0 0,-1-1-1 0 0,0 1 1 0 0,-1-1 0 0 0,0 1 0 0 0,0 0 0 0 0,0-1 0 0 0,-1 1 0 0 0,-1 0 0 0 0,0-1 0 0 0,0 0-1 0 0,0 1 1 0 0,-1-1 0 0 0,-4 8 0 0 0,7-16 123 0 0,0 1-1 0 0,0-1 1 0 0,0 0-1 0 0,0 1 1 0 0,-1-1-1 0 0,1 0 1 0 0,0 0 0 0 0,0 1-1 0 0,0-1 1 0 0,-1 0-1 0 0,1 0 1 0 0,0 1-1 0 0,0-1 1 0 0,-1 0-1 0 0,1 0 1 0 0,0 0 0 0 0,0 1-1 0 0,-1-1 1 0 0,1 0-1 0 0,0 0 1 0 0,-1 0-1 0 0,1 0 1 0 0,0 0-1 0 0,-1 0 1 0 0,1 0 0 0 0,0 1-1 0 0,-1-1 1 0 0,1 0-1 0 0,0 0 1 0 0,-1 0-1 0 0,1 0 1 0 0,0-1-1 0 0,-1 1 1 0 0,1 0 0 0 0,0 0-1 0 0,-1 0 1 0 0,1 0-1 0 0,0 0 1 0 0,-1 0-1 0 0,1 0 1 0 0,0-1 0 0 0,-1 1-1 0 0,1 0 1 0 0,0 0-1 0 0,0 0 1 0 0,-1-1-1 0 0,1 1 1 0 0,0 0-1 0 0,0 0 1 0 0,-1-1 0 0 0,1 1-1 0 0,0 0 1 0 0,0 0-1 0 0,0-1 1 0 0,0 1-1 0 0,-1 0 1 0 0,1-1-1 0 0,0 1 1 0 0,0-1 0 0 0,-10-26-3879 0 0,-4-82-2494 0 0,11 30 4082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27.9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1712 219 1476 0 0,'3'0'616'0'0,"-1"0"0"0"0,1 0 0 0 0,0 0 0 0 0,-1 0 0 0 0,1 0 0 0 0,-1-1-1 0 0,1 1 1 0 0,-1-1 0 0 0,0 0 0 0 0,1 1 0 0 0,-1-1 0 0 0,0 0 0 0 0,1-1 0 0 0,2 0 0 0 0,-3-1-166 0 0,0 0 0 0 0,1 0 1 0 0,-1 0-1 0 0,0 0 1 0 0,0-1-1 0 0,-1 1 0 0 0,1 0 1 0 0,1-5-1 0 0,0 0 6 0 0,10-10 475 0 0,-12 17-837 0 0,0 0-1 0 0,1-1 0 0 0,-1 0 0 0 0,0 1 0 0 0,0-1 0 0 0,0 0 0 0 0,0 1 0 0 0,0-1 0 0 0,0 0 1 0 0,0 0-1 0 0,0 0 0 0 0,-1 0 0 0 0,1 0 0 0 0,-1 0 0 0 0,0 0 0 0 0,1-4 0 0 0,6-32 1163 0 0,1-5 371 0 0,-8 41-1483 0 0,0 1-1 0 0,0-1 0 0 0,0 0 1 0 0,0 0-1 0 0,0 0 0 0 0,0 0 1 0 0,0 1-1 0 0,-1-1 0 0 0,1 0 1 0 0,-1 0-1 0 0,1 0 0 0 0,-1 1 1 0 0,0-1-1 0 0,1 0 0 0 0,-3-2 1 0 0,2 3-19 0 0,-1 1 0 0 0,0-1 0 0 0,0 0 0 0 0,0 1 0 0 0,0-1 0 0 0,0 1 0 0 0,0 0 0 0 0,0 0 0 0 0,0-1-1 0 0,0 1 1 0 0,0 1 0 0 0,-3-1 0 0 0,-8 0 129 0 0,-5 2-84 0 0,1 0-1 0 0,-1 1 1 0 0,0 1 0 0 0,-32 11 0 0 0,-7 1-59 0 0,-298 100-14 0 0,132-48-98 0 0,134-44 6 0 0,-23 2 19 0 0,-158 16-1 0 0,84-16 33 0 0,-80 17-1287 0 0,260-42 619 0 0,0 0 1 0 0,0-1-1 0 0,0 0 1 0 0,0 0-1 0 0,-1 0 1 0 0,1-1-1 0 0,-9-1 1 0 0,14 1 231 0 0,-1 1 0 0 0,0-1-1 0 0,1 0 1 0 0,-1 0 0 0 0,0 1 0 0 0,1-1-1 0 0,-1 0 1 0 0,1 0 0 0 0,-1-1 0 0 0,1 1-1 0 0,0 0 1 0 0,-1 0 0 0 0,1-1 0 0 0,0 1-1 0 0,0-1 1 0 0,0 1 0 0 0,0-1 0 0 0,0 1 0 0 0,0-1-1 0 0,0 0 1 0 0,1 1 0 0 0,-1-1 0 0 0,0 0-1 0 0,1 0 1 0 0,0 1 0 0 0,-1-1 0 0 0,1 0-1 0 0,0 0 1 0 0,0 0 0 0 0,0-2 0 0 0,0-53-5364 0 0,0 24 3725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28.3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522 142 936 0 0,'1'-2'212'0'0,"0"0"-1"0"0,1 0 1 0 0,-1 0-1 0 0,0 0 0 0 0,0 0 1 0 0,0 0-1 0 0,0 0 1 0 0,0 0-1 0 0,-1 0 1 0 0,1 0-1 0 0,-1-1 1 0 0,1 1-1 0 0,-1 0 1 0 0,0 0-1 0 0,0-1 1 0 0,0 1-1 0 0,0-3 1 0 0,0 1 219 0 0,-1 1-1 0 0,2 0 1 0 0,-1 0 0 0 0,0-1 0 0 0,1 1 0 0 0,-1 0-1 0 0,1 0 1 0 0,2-6 0 0 0,1 0 333 0 0,-2 8-616 0 0,-1-1-1 0 0,0 0 0 0 0,-1 1 1 0 0,1-1-1 0 0,0 0 1 0 0,-1 0-1 0 0,1 0 0 0 0,-1 0 1 0 0,1 0-1 0 0,-1-3 1 0 0,0 4-91 0 0,0 0 0 0 0,0 0 1 0 0,0 1-1 0 0,1-1 1 0 0,-1 0-1 0 0,0 0 0 0 0,0 0 1 0 0,1 0-1 0 0,-1 0 1 0 0,0 0-1 0 0,1 1 0 0 0,-1-1 1 0 0,1 0-1 0 0,-1 0 1 0 0,1 0-1 0 0,-1 1 0 0 0,1-1 1 0 0,1-1-1 0 0,4-6 1744 0 0,-5 0 2286 0 0,-1 12-3918 0 0,-1 1 0 0 0,0 0 1 0 0,-1-1-1 0 0,1 0 0 0 0,-1 1 0 0 0,1-1 0 0 0,-1 0 0 0 0,-1 0 0 0 0,1 0 0 0 0,0 0 0 0 0,-1 0 0 0 0,0 0 0 0 0,0-1 1 0 0,0 1-1 0 0,-6 4 0 0 0,-10 14 76 0 0,-45 74 78 0 0,19-25-258 0 0,-27 42-32 0 0,-35 49-14 0 0,76-121-19 0 0,8-12-5 0 0,-22 36 0 0 0,37-50 1 0 0,5-9 3 0 0,-1 0 1 0 0,0 0-1 0 0,0 0 0 0 0,0 0 1 0 0,-1 0-1 0 0,1-1 1 0 0,-7 5-1 0 0,4-4 3 0 0,0 0-1 0 0,1 0 1 0 0,0 1-1 0 0,0 0 1 0 0,1 0-1 0 0,-1 0 1 0 0,1 1-1 0 0,1 0 1 0 0,0-1-1 0 0,0 2 1 0 0,0-1 0 0 0,-2 11-1 0 0,5-13 7 0 0,0 0 0 0 0,0 0 0 0 0,0 0 0 0 0,1 0 0 0 0,0 0 0 0 0,0 0 0 0 0,1 1 0 0 0,0-1 0 0 0,0 0 0 0 0,0 0 0 0 0,1 0 0 0 0,-1-1 0 0 0,2 1 0 0 0,-1 0 0 0 0,0-1 0 0 0,1 1 0 0 0,0-1 0 0 0,1 0 0 0 0,4 6 0 0 0,11 11 130 0 0,2-2-1 0 0,0 0 1 0 0,1-2 0 0 0,39 26-1 0 0,-14-10 48 0 0,26 17-130 0 0,23 19-2412 0 0,-82-59 812 0 0,-1 2 1 0 0,0 0-1 0 0,-1 0 0 0 0,17 25 1 0 0,-26-34 1036 0 0,-1-1 0 0 0,0 0 0 0 0,0 1 0 0 0,-1 0 0 0 0,1-1 0 0 0,-1 1 0 0 0,2 4 0 0 0,-1 10-5752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7.1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0 448 0 0,'1'3'267'0'0,"1"-1"1"0"0,0 0-1 0 0,-1 1 1 0 0,0-1-1 0 0,1 1 0 0 0,-1 0 1 0 0,0-1-1 0 0,0 1 1 0 0,0 0-1 0 0,-1 0 0 0 0,1-1 1 0 0,-1 1-1 0 0,0 0 0 0 0,1 0 1 0 0,-2 5-1 0 0,4 21 1577 0 0,58 328 4769 0 0,-14 6-4287 0 0,21 364-228 0 0,-8-168-127 0 0,-11-119-401 0 0,-36-343-1259 0 0,41 246 563 0 0,-43-258-716 0 0,25 164 158 0 0,-5-57-198 0 0,13 68-61 0 0,22 156-829 0 0,-55-341-204 0 0,-5-50 257 0 0,-5-22 510 0 0,0 0-1 0 0,0-1 1 0 0,-1 1 0 0 0,1 0-1 0 0,0 0 1 0 0,-1 0 0 0 0,0-1-1 0 0,0 1 1 0 0,0 0 0 0 0,0 0-1 0 0,0 0 1 0 0,0 0 0 0 0,-2 3-1 0 0,2-5 135 0 0,0-1-1 0 0,0 0 1 0 0,0 1 0 0 0,0-1-1 0 0,0 0 1 0 0,0 1-1 0 0,-1-1 1 0 0,1 1-1 0 0,0-1 1 0 0,0 0 0 0 0,-1 1-1 0 0,1-1 1 0 0,0 0-1 0 0,0 0 1 0 0,-1 1-1 0 0,1-1 1 0 0,0 0 0 0 0,-1 0-1 0 0,1 1 1 0 0,0-1-1 0 0,-1 0 1 0 0,1 0-1 0 0,-1 0 1 0 0,1 0 0 0 0,0 0-1 0 0,-1 1 1 0 0,1-1-1 0 0,0 0 1 0 0,-1 0-1 0 0,1 0 1 0 0,-1 0 0 0 0,1 0-1 0 0,0 0 1 0 0,-1 0-1 0 0,1 0 1 0 0,-1 0-1 0 0,1-1 1 0 0,0 1 0 0 0,-1 0-1 0 0,1 0 1 0 0,-1 0-1 0 0,-13-17-2853 0 0,-42-110-4389 0 0,35 79 5811 0 0,-21-49-535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7.6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343 165 396 0 0,'-1'-7'724'0'0,"0"1"1"0"0,-1-1-1 0 0,0 1 1 0 0,0 0-1 0 0,0 0 1 0 0,0 0-1 0 0,-1 0 1 0 0,0 0-1 0 0,-1 0 0 0 0,-6-9 1 0 0,1 3 595 0 0,-1-1-1 0 0,0 2 1 0 0,-19-17 0 0 0,26 25-1219 0 0,0 0 0 0 0,-1 1 0 0 0,1 0-1 0 0,-1-1 1 0 0,0 1 0 0 0,0 0 0 0 0,0 1 0 0 0,0-1 0 0 0,-7-1 0 0 0,9 3-77 0 0,0-1 0 0 0,0 1 0 0 0,0 0 0 0 0,0 0 0 0 0,0 0 0 0 0,0 0 1 0 0,0 1-1 0 0,0-1 0 0 0,0 0 0 0 0,0 1 0 0 0,0 0 0 0 0,0-1 0 0 0,0 1 0 0 0,0 0 0 0 0,1 0 1 0 0,-1 0-1 0 0,0 0 0 0 0,1 0 0 0 0,-1 0 0 0 0,0 1 0 0 0,1-1 0 0 0,-3 3 0 0 0,-9 11 48 0 0,0 0 0 0 0,1 0-1 0 0,1 2 1 0 0,0-1 0 0 0,1 2-1 0 0,-12 27 1 0 0,-26 92 23 0 0,41-115-93 0 0,2 1-1 0 0,1 0 0 0 0,0 0 0 0 0,0 29 1 0 0,4-44-4 0 0,1 0 1 0 0,-1 0-1 0 0,1 0 0 0 0,2 8 1 0 0,-2-13 0 0 0,-1-1 0 0 0,1 1 1 0 0,0-1-1 0 0,0 0 0 0 0,0 1 0 0 0,1-1 1 0 0,-1 0-1 0 0,0 0 0 0 0,1 0 1 0 0,0 0-1 0 0,-1 0 0 0 0,1 0 1 0 0,0-1-1 0 0,0 1 0 0 0,0 0 0 0 0,4 1 1 0 0,0 1-1 0 0,1 0 1 0 0,1-1-1 0 0,-1 0 1 0 0,0 0-1 0 0,1-1 1 0 0,-1 1 0 0 0,1-2-1 0 0,0 1 1 0 0,15 0-1 0 0,14-2 23 0 0,75 12-1 0 0,-92-9 0 0 0,0 2 0 0 0,-1 0 0 0 0,0 1 0 0 0,0 2 0 0 0,30 14 0 0 0,-42-18-6 0 0,0 1-1 0 0,0-1 0 0 0,-1 1 0 0 0,1 0 0 0 0,-1 1 0 0 0,-1-1 0 0 0,1 1 0 0 0,-1 1 0 0 0,0-1 0 0 0,0 1 0 0 0,-1-1 0 0 0,1 2 0 0 0,-2-1 0 0 0,1 0 0 0 0,4 16 1 0 0,-5-12 13 0 0,0 1 1 0 0,-2 0-1 0 0,1 0 1 0 0,-1 0-1 0 0,-1 1 1 0 0,0-1 0 0 0,-1 0-1 0 0,0 0 1 0 0,-1 0-1 0 0,-5 17 1 0 0,4-17-5 0 0,-5 22 78 0 0,-2 0 0 0 0,-1 0 0 0 0,-16 33 0 0 0,14-42-40 0 0,-5 13 101 0 0,-40 58 0 0 0,31-53-82 0 0,22-33-56 0 0,-1 0 1 0 0,-1 0-1 0 0,1 0 0 0 0,-15 15 1 0 0,11-17 7 0 0,4-3-26 0 0,1 0 0 0 0,0 0 0 0 0,0 1 1 0 0,-6 8-1 0 0,10-13 0 0 0,0 1 0 0 0,0 0 1 0 0,1-1-1 0 0,-1 1 0 0 0,0 0 0 0 0,1-1 1 0 0,-1 1-1 0 0,1 0 0 0 0,-1 0 0 0 0,1 0 0 0 0,0 0 1 0 0,0-1-1 0 0,0 1 0 0 0,0 0 0 0 0,0 0 1 0 0,0 0-1 0 0,1 0 0 0 0,-1-1 0 0 0,1 1 0 0 0,-1 0 1 0 0,2 3-1 0 0,13 32 321 0 0,-2 1 1 0 0,-1 0-1 0 0,-2 1 0 0 0,7 57 0 0 0,3 166 723 0 0,-18-224-931 0 0,7 120 309 0 0,7 658 974 0 0,-21-709-1355 0 0,-1 41-314 0 0,-40 241 0 0 0,16-275-2548 0 0,3-45-3284 0 0,27-69 5968 0 0,0 1 1 0 0,0-1-1 0 0,0 1 0 0 0,0-1 1 0 0,0 1-1 0 0,0-1 1 0 0,-1 0-1 0 0,1 1 1 0 0,0-1-1 0 0,0 1 1 0 0,0-1-1 0 0,-1 0 1 0 0,1 1-1 0 0,0-1 1 0 0,0 0-1 0 0,-1 1 1 0 0,1-1-1 0 0,0 0 1 0 0,-1 1-1 0 0,1-1 1 0 0,0 0-1 0 0,-1 0 1 0 0,1 1-1 0 0,0-1 1 0 0,-1 0-1 0 0,1 0 1 0 0,-1 0-1 0 0,1 1 1 0 0,-1-1-1 0 0,1 0 1 0 0,0 0-1 0 0,-1 0 1 0 0,1 0-1 0 0,-1 0 1 0 0,1 0-1 0 0,-1 0 1 0 0,1 0-1 0 0,0 0 0 0 0,-1 0 1 0 0,1 0-1 0 0,-1 0 1 0 0,1 0-1 0 0,-1-1 1 0 0,1 1-1 0 0,0 0 1 0 0,-1 0-1 0 0,1 0 1 0 0,-1-1-1 0 0,1 1 1 0 0,0 0-1 0 0,-1 0 1 0 0,1-1-1 0 0,-1 0 1 0 0,-13-22-2402 0 0,-1-16 197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8.4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47 121 1608 0 0,'0'-16'1759'0'0,"-1"-49"5042"0"0,1 64-6578 0 0,0-1-1 0 0,0 1 1 0 0,0-1-1 0 0,-1 1 1 0 0,1 0-1 0 0,0-1 1 0 0,0 1 0 0 0,-1-1-1 0 0,1 1 1 0 0,-1 0-1 0 0,1-1 1 0 0,-1 1-1 0 0,0 0 1 0 0,1-1 0 0 0,-1 1-1 0 0,0 0 1 0 0,0 0-1 0 0,0 0 1 0 0,0 0-1 0 0,0 0 1 0 0,0 0 0 0 0,0 0-1 0 0,0 0 1 0 0,-1 0-1 0 0,1 0 1 0 0,0 0-1 0 0,0 1 1 0 0,-1-1 0 0 0,1 1-1 0 0,0-1 1 0 0,-2 0-1 0 0,0 1 877 0 0,-9 18 757 0 0,10-12-1666 0 0,1 1 1 0 0,1-1-1 0 0,-1 0 0 0 0,1 0 0 0 0,0 0 0 0 0,0 0 1 0 0,1 0-1 0 0,0 1 0 0 0,0-1 0 0 0,3 11 0 0 0,3 13 327 0 0,-2 94 1199 0 0,-2-93-1349 0 0,6 82 769 0 0,6 127 442 0 0,-14-172-1136 0 0,10 75 0 0 0,-10-125-363 0 0,0-1 1 0 0,-2 1 0 0 0,-5 35 0 0 0,-1 23 95 0 0,7-74-174 0 0,0 0 0 0 0,-1 0 0 0 0,2 0-1 0 0,-1-1 1 0 0,0 1 0 0 0,0 0 0 0 0,0 0-1 0 0,1-1 1 0 0,-1 1 0 0 0,1 0 0 0 0,0-1 0 0 0,-1 1-1 0 0,1-1 1 0 0,0 1 0 0 0,0 0 0 0 0,0-1-1 0 0,0 0 1 0 0,0 1 0 0 0,2 1 0 0 0,-5-8-268 0 0,0 0 1 0 0,0-1 0 0 0,1 0-1 0 0,0 1 1 0 0,0-1-1 0 0,0 0 1 0 0,0 1 0 0 0,1-9-1 0 0,-1-69-1150 0 0,1 74 1184 0 0,-15-215-3248 0 0,0 5 1406 0 0,14 129 1582 0 0,-1 22 739 0 0,3 0 0 0 0,18-124-1 0 0,-18 188-131 0 0,0-1 1 0 0,1 1-1 0 0,-1 0 0 0 0,1 0 0 0 0,-1 0 0 0 0,1 0 1 0 0,0 1-1 0 0,5-8 0 0 0,-6 10-46 0 0,0 0-1 0 0,0 0 1 0 0,0 0 0 0 0,0 1 0 0 0,0-1-1 0 0,0 0 1 0 0,0 0 0 0 0,0 0-1 0 0,0 1 1 0 0,0-1 0 0 0,0 1-1 0 0,0-1 1 0 0,0 1 0 0 0,1-1 0 0 0,-1 1-1 0 0,0-1 1 0 0,1 1 0 0 0,-1 0-1 0 0,0 0 1 0 0,0 0 0 0 0,1 0-1 0 0,-1 0 1 0 0,0 0 0 0 0,1 0-1 0 0,-1 0 1 0 0,0 0 0 0 0,0 1 0 0 0,1-1-1 0 0,-1 1 1 0 0,0-1 0 0 0,0 1-1 0 0,0-1 1 0 0,2 2 0 0 0,2 1 154 0 0,0 1 0 0 0,-1-1 0 0 0,1 1 0 0 0,-1 1 1 0 0,0-1-1 0 0,0 0 0 0 0,-1 1 0 0 0,1 0 0 0 0,-1 0 1 0 0,4 8-1 0 0,25 61 1389 0 0,-28-62-1441 0 0,13 41 730 0 0,-2 0 1 0 0,10 69-1 0 0,-5-16-241 0 0,37 211-574 0 0,-49-272-755 0 0,-5-25-553 0 0,0 1 0 0 0,1 30 0 0 0,3-7-2561 0 0,0 1-3505 0 0,-7-43 6890 0 0,0-1 1 0 0,0 1-1 0 0,0-1 1 0 0,-1 1-1 0 0,1-1 0 0 0,-1 0 1 0 0,1 1-1 0 0,-1-1 1 0 0,1 1-1 0 0,-1-1 1 0 0,0 0-1 0 0,-1 2 1 0 0,2-3 296 0 0,0 0-1 0 0,0 0 1 0 0,0-1 0 0 0,0 1 0 0 0,0 0 0 0 0,0 0 0 0 0,0 0 0 0 0,0 0 0 0 0,0-1 0 0 0,0 1 0 0 0,0 0 0 0 0,0 0 0 0 0,0 0-1 0 0,0 0 1 0 0,0-1 0 0 0,0 1 0 0 0,-1 0 0 0 0,1 0 0 0 0,0 0 0 0 0,0 0 0 0 0,0-1 0 0 0,0 1 0 0 0,0 0 0 0 0,0 0-1 0 0,0 0 1 0 0,-1 0 0 0 0,1 0 0 0 0,0 0 0 0 0,0 0 0 0 0,0 0 0 0 0,0-1 0 0 0,-1 1 0 0 0,1 0 0 0 0,0 0 0 0 0,0 0 0 0 0,0 0-1 0 0,0 0 1 0 0,-1 0 0 0 0,1 0 0 0 0,0 0 0 0 0,0 0 0 0 0,0 0 0 0 0,-1 0 0 0 0,1 0 0 0 0,0 0 0 0 0,0 0 0 0 0,0 0-1 0 0,0 0 1 0 0,-1 0 0 0 0,1 0 0 0 0,0 1 0 0 0,0-1 0 0 0,0 0 0 0 0,0 0 0 0 0,-1 0 0 0 0,1 0 0 0 0,0 0 0 0 0,0 0 0 0 0,0 0-1 0 0,0 1 1 0 0,0-17-2490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8.8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138 375 1176 0 0,'-4'-4'653'0'0,"0"1"0"0"0,-1-1 0 0 0,1 1 0 0 0,-1 0 0 0 0,0 1 0 0 0,0-1 0 0 0,0 1 0 0 0,0 0 0 0 0,0 0 0 0 0,-1 0 1 0 0,-10-1-1 0 0,8 1 475 0 0,-1 0 1 0 0,1-1-1 0 0,-1 0 1 0 0,-7-4-1 0 0,14 6-1056 0 0,1 0 1 0 0,0-1-1 0 0,-1 1 0 0 0,1 0 0 0 0,0 0 0 0 0,0-1 0 0 0,-1 1 0 0 0,1 0 0 0 0,0-1 1 0 0,0 0-1 0 0,1 1 0 0 0,-1-1 0 0 0,0 1 0 0 0,0-1 0 0 0,1 0 0 0 0,-1 1 1 0 0,1-1-1 0 0,0 0 0 0 0,-1 0 0 0 0,1 0 0 0 0,0 1 0 0 0,0-1 0 0 0,0 0 0 0 0,0 0 1 0 0,0 0-1 0 0,1 1 0 0 0,-1-1 0 0 0,1 0 0 0 0,-1 0 0 0 0,1 1 0 0 0,-1-1 0 0 0,1 0 1 0 0,0 1-1 0 0,0-1 0 0 0,1-2 0 0 0,4-6-44 0 0,0 1 0 0 0,0-1 0 0 0,0 1 0 0 0,11-11 0 0 0,4-5 18 0 0,-13 15-31 0 0,0 1 0 0 0,1-1 0 0 0,0 2 0 0 0,0-1 0 0 0,1 1 0 0 0,0 1 0 0 0,12-8 0 0 0,-4 5 39 0 0,0 1-1 0 0,0 0 0 0 0,0 2 1 0 0,1 0-1 0 0,36-8 0 0 0,-48 14 26 0 0,0 0-1 0 0,1 0 0 0 0,-1 0 1 0 0,0 1-1 0 0,0 0 1 0 0,0 1-1 0 0,0 0 1 0 0,1 0-1 0 0,-1 0 0 0 0,-1 1 1 0 0,1 0-1 0 0,0 1 1 0 0,0-1-1 0 0,-1 1 1 0 0,1 0-1 0 0,-1 1 0 0 0,0 0 1 0 0,0 0-1 0 0,0 0 1 0 0,8 8-1 0 0,5 9 294 0 0,-1 1 0 0 0,-1 1 1 0 0,-1 1-1 0 0,0 0 0 0 0,-2 1 0 0 0,-1 1 0 0 0,-2 0 1 0 0,13 39-1 0 0,-7 1-24 0 0,-13-46-251 0 0,2 0-1 0 0,9 26 0 0 0,-11-29 80 0 0,-4-18-171 0 0,-1-1-1 0 0,1 0 0 0 0,0 0 0 0 0,0 0 0 0 0,0 0 0 0 0,0 0 0 0 0,0 0 1 0 0,0 0-1 0 0,0 1 0 0 0,1-1 0 0 0,-1 0 0 0 0,1-2 0 0 0,5-25-45 0 0,3-39 0 0 0,4-25-66 0 0,-3 49 62 0 0,19-69-91 0 0,-24 99 149 0 0,0-1-1 0 0,2 1 1 0 0,0 1 0 0 0,0-1-1 0 0,14-19 1 0 0,-18 30 31 0 0,0-1 0 0 0,0 1-1 0 0,1 0 1 0 0,-1 0 0 0 0,0 0-1 0 0,1 0 1 0 0,0 1 0 0 0,0-1 0 0 0,-1 1-1 0 0,1 0 1 0 0,1 0 0 0 0,-1 1-1 0 0,0-1 1 0 0,6-1 0 0 0,-7 3 20 0 0,0-1-1 0 0,0 1 1 0 0,1 0 0 0 0,-1 0 0 0 0,0 0 0 0 0,0 0-1 0 0,0 1 1 0 0,0-1 0 0 0,0 1 0 0 0,0 0 0 0 0,0-1-1 0 0,0 1 1 0 0,-1 1 0 0 0,1-1 0 0 0,0 0-1 0 0,0 1 1 0 0,-1-1 0 0 0,1 1 0 0 0,-1 0 0 0 0,0 0-1 0 0,1 0 1 0 0,2 4 0 0 0,3 3 98 0 0,-1 0 1 0 0,-1 0-1 0 0,1 1 1 0 0,-2 0-1 0 0,1 0 1 0 0,-1 0-1 0 0,-1 1 1 0 0,0 0-1 0 0,-1 0 1 0 0,0 0-1 0 0,0 0 1 0 0,1 16-1 0 0,8 23 122 0 0,-8-37-250 0 0,-1 0-1 0 0,0 0 1 0 0,-1 0-1 0 0,1 17 1 0 0,-3-24-296 0 0,1 1 0 0 0,-1 0 0 0 0,1 0 0 0 0,0-1 0 0 0,1 1 0 0 0,0 0 0 0 0,0-1 1 0 0,0 0-1 0 0,1 1 0 0 0,0-1 0 0 0,0 0 0 0 0,4 6 0 0 0,-6-11 89 0 0,-1-1 0 0 0,0 0-1 0 0,1 0 1 0 0,-1 1 0 0 0,1-1-1 0 0,-1 0 1 0 0,0 0 0 0 0,1 1 0 0 0,-1-1-1 0 0,1 0 1 0 0,-1 0 0 0 0,1 0-1 0 0,-1 0 1 0 0,0 1 0 0 0,1-1-1 0 0,-1 0 1 0 0,1 0 0 0 0,-1 0-1 0 0,1 0 1 0 0,-1 0 0 0 0,1 0 0 0 0,-1 0-1 0 0,1 0 1 0 0,-1-1 0 0 0,0 1-1 0 0,1 0 1 0 0,-1 0 0 0 0,1 0-1 0 0,-1 0 1 0 0,1-1 0 0 0,-1 1-1 0 0,0 0 1 0 0,1 0 0 0 0,-1-1 0 0 0,0 1-1 0 0,1 0 1 0 0,-1-1 0 0 0,0 1-1 0 0,1 0 1 0 0,-1-1 0 0 0,0 1-1 0 0,1-1 1 0 0,12-19-4050 0 0,-11 17 3557 0 0,9-20-2429 0 0,-1 0-1 0 0,12-40 1 0 0,-21 59 2926 0 0,14-39-1929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9.2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134 34 2324 0 0,'-5'4'900'0'0,"1"0"1"0"0,-1 0-1 0 0,1 0 0 0 0,0 0 1 0 0,0 1-1 0 0,0 0 0 0 0,0 0 0 0 0,1 0 1 0 0,0 0-1 0 0,-4 8 0 0 0,-8 13 1804 0 0,6-11-1851 0 0,0 0-1 0 0,1 0 1 0 0,1 1-1 0 0,-8 24 1 0 0,8-18-531 0 0,2 1 0 0 0,1 1-1 0 0,0-1 1 0 0,2 0 0 0 0,0 27 0 0 0,3-46-344 0 0,0 0 0 0 0,0-1 0 0 0,0 1-1 0 0,0-1 1 0 0,0 1 0 0 0,1-1 0 0 0,0 0-1 0 0,0 1 1 0 0,0-1 0 0 0,0 0 0 0 0,0 0-1 0 0,0 0 1 0 0,1-1 0 0 0,0 1 0 0 0,-1 0-1 0 0,1-1 1 0 0,0 0 0 0 0,0 0 0 0 0,0 0-1 0 0,1 0 1 0 0,-1 0 0 0 0,0 0 0 0 0,1-1-1 0 0,-1 0 1 0 0,1 0 0 0 0,-1 0 0 0 0,1 0-1 0 0,0 0 1 0 0,-1-1 0 0 0,1 1 0 0 0,0-1-1 0 0,0 0 1 0 0,-1 0 0 0 0,1-1 0 0 0,0 1-1 0 0,-1-1 1 0 0,1 1 0 0 0,0-1 0 0 0,-1-1-1 0 0,4 0 1 0 0,14-11-575 0 0,-1-1-1 0 0,0 0 0 0 0,-1-1 1 0 0,18-20-1 0 0,-23 19-22 0 0,0-1 0 0 0,-1-1 0 0 0,-1 0 0 0 0,-1 0 0 0 0,0-1 0 0 0,-2-1 0 0 0,14-37 0 0 0,-21 49 91 0 0,1 0-1 0 0,-1 0 1 0 0,0-1 0 0 0,-1 1-1 0 0,0-1 1 0 0,0 1 0 0 0,-1-1-1 0 0,0 0 1 0 0,0 1 0 0 0,-1-1-1 0 0,0 1 1 0 0,-1-1 0 0 0,0 1-1 0 0,0 0 1 0 0,-1-1 0 0 0,0 1-1 0 0,-8-15 1 0 0,6 15-938 0 0,-7 7 217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9.5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0 508 0 0,'19'13'9465'0'0,"21"16"-4101"0"0,-32-19-5071 0 0,-1-1 0 0 0,-1 1 0 0 0,0 1 0 0 0,0-1 0 0 0,6 19-1 0 0,-5-14-137 0 0,0 0 0 0 0,11 18-1 0 0,81 133 188 0 0,-92-151-322 0 0,-7-15-20 0 0,0 1-1 0 0,0 0 1 0 0,0-1-1 0 0,0 1 1 0 0,1-1-1 0 0,-1 1 1 0 0,0-1 0 0 0,1 1-1 0 0,-1-1 1 0 0,0 1-1 0 0,1-1 1 0 0,-1 1-1 0 0,1-1 1 0 0,-1 1-1 0 0,1-1 1 0 0,-1 1-1 0 0,1-1 1 0 0,-1 0-1 0 0,1 1 1 0 0,0-1-1 0 0,2-33-297 0 0,-3 20 217 0 0,-1-34-82 0 0,2 0 1 0 0,3 0-1 0 0,9-49 1 0 0,-12 91 210 0 0,1 1 1 0 0,-1-1-1 0 0,1 0 1 0 0,0 1-1 0 0,0 0 0 0 0,1-1 1 0 0,-1 1-1 0 0,1 0 1 0 0,0 0-1 0 0,0 0 0 0 0,0 0 1 0 0,1 1-1 0 0,-1-1 1 0 0,1 1-1 0 0,7-5 0 0 0,-8 6 49 0 0,-1 1 0 0 0,1-1-1 0 0,-1 1 1 0 0,1 0 0 0 0,0 0-1 0 0,0 0 1 0 0,0 0 0 0 0,0 1-1 0 0,0-1 1 0 0,-1 1-1 0 0,1 0 1 0 0,0 0 0 0 0,0 0-1 0 0,0 0 1 0 0,0 0 0 0 0,0 0-1 0 0,0 1 1 0 0,0 0-1 0 0,0-1 1 0 0,0 1 0 0 0,-1 0-1 0 0,1 0 1 0 0,0 1 0 0 0,0-1-1 0 0,-1 0 1 0 0,5 4 0 0 0,16 14 1073 0 0,32 35 0 0 0,-41-40-911 0 0,0 0-1 0 0,1 0 1 0 0,0-1-1 0 0,30 18 1 0 0,-41-27-227 0 0,-3-3-30 0 0,0 0 0 0 0,0 0 0 0 0,0 0 0 0 0,1 0-1 0 0,-1 0 1 0 0,0 0 0 0 0,1 0 0 0 0,-1-1 0 0 0,0 1 0 0 0,1-1 0 0 0,-1 1 0 0 0,1-1 0 0 0,-1 1 0 0 0,1-1-1 0 0,-1 0 1 0 0,4 1 0 0 0,-4-1-19 0 0,-1 0 1 0 0,1 0-1 0 0,0-1 0 0 0,0 1 0 0 0,-1 0 1 0 0,1 0-1 0 0,0 0 0 0 0,0 0 0 0 0,-1-1 0 0 0,1 1 1 0 0,0 0-1 0 0,-1-1 0 0 0,1 1 0 0 0,0-1 0 0 0,-1 1 1 0 0,1-1-1 0 0,-1 1 0 0 0,1-1 0 0 0,0 1 1 0 0,-1-1-1 0 0,1 1 0 0 0,-1-1 0 0 0,0 0 0 0 0,1 1 1 0 0,-1-1-1 0 0,1-1 0 0 0,13-27-890 0 0,-3 7 234 0 0,-10 21 603 0 0,1 0 1 0 0,-1 1 0 0 0,1-1-1 0 0,-1 1 1 0 0,0-1 0 0 0,1 1 0 0 0,-1 0-1 0 0,1-1 1 0 0,0 1 0 0 0,-1 0-1 0 0,1 0 1 0 0,-1 0 0 0 0,1 0-1 0 0,-1 1 1 0 0,1-1 0 0 0,1 1 0 0 0,2-1-112 0 0,0 1 128 0 0,0-1 0 0 0,-1 1 0 0 0,1 0 0 0 0,0 0 0 0 0,-1 1 0 0 0,1-1 1 0 0,-1 1-1 0 0,0 0 0 0 0,5 3 0 0 0,-3-2-13 0 0,0 0 0 0 0,0 0 0 0 0,1-1 0 0 0,10 3 0 0 0,-7-3-430 0 0,1-1-1 0 0,0 0 1 0 0,-1 0-1 0 0,1-1 1 0 0,-1-1 0 0 0,1 0-1 0 0,0 0 1 0 0,-1-1-1 0 0,0 0 1 0 0,1-1 0 0 0,-1 0-1 0 0,0-1 1 0 0,0 0-1 0 0,-1 0 1 0 0,12-8-1 0 0,-11 6-394 0 0,14-7-1357 0 0,-1-1-1 0 0,27-21 1 0 0,-6 4 190 0 0,13 5 348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39.8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268 738 1492 0 0,'1'-2'377'0'0,"1"0"0"0"0,-1 0 0 0 0,0 0 0 0 0,1 1 0 0 0,-1-1 0 0 0,0 0 0 0 0,0-1 0 0 0,0 1 0 0 0,-1 0 0 0 0,1 0 0 0 0,0 0 0 0 0,-1 0 0 0 0,0-1 0 0 0,1 1 0 0 0,-1 0 0 0 0,0 0 0 0 0,0-1 0 0 0,0 1 0 0 0,0 0 0 0 0,-1 0-1 0 0,1-1 1 0 0,0 1 0 0 0,-1 0 0 0 0,0 0 0 0 0,-1-3 0 0 0,1 3-197 0 0,0 1-1 0 0,0 0 0 0 0,0-1 1 0 0,0 1-1 0 0,0 0 0 0 0,-1 0 1 0 0,1 0-1 0 0,0 0 1 0 0,-1 0-1 0 0,1 0 0 0 0,0 1 1 0 0,-1-1-1 0 0,1 0 0 0 0,-1 1 1 0 0,1-1-1 0 0,-1 1 0 0 0,0-1 1 0 0,1 1-1 0 0,-1 0 1 0 0,1 0-1 0 0,-1-1 0 0 0,0 1 1 0 0,1 1-1 0 0,-1-1 0 0 0,0 0 1 0 0,1 0-1 0 0,-1 0 0 0 0,1 1 1 0 0,-1-1-1 0 0,0 1 0 0 0,1-1 1 0 0,-1 1-1 0 0,1 0 1 0 0,-1 0-1 0 0,1 0 0 0 0,0-1 1 0 0,-2 3-1 0 0,-8 2 221 0 0,1 1 0 0 0,-1 0 1 0 0,2 1-1 0 0,-1 0 0 0 0,1 1 0 0 0,0 0 0 0 0,0 0 1 0 0,1 1-1 0 0,1 0 0 0 0,-1 0 0 0 0,-5 11 0 0 0,-33 86 1441 0 0,27-57-1342 0 0,8-19-184 0 0,-12 50-1 0 0,17-56-244 0 0,6-23-68 0 0,-1 1 0 0 0,1-1 0 0 0,0 1 1 0 0,0-1-1 0 0,-1 1 0 0 0,1-1 1 0 0,0 1-1 0 0,0 0 0 0 0,0-1 0 0 0,1 1 1 0 0,-1-1-1 0 0,0 1 0 0 0,1-1 0 0 0,-1 1 1 0 0,1-1-1 0 0,-1 1 0 0 0,1-1 0 0 0,-1 1 1 0 0,1-1-1 0 0,0 0 0 0 0,0 1 0 0 0,0-1 1 0 0,0 0-1 0 0,0 0 0 0 0,0 0 0 0 0,0 0 1 0 0,0 1-1 0 0,1-1 0 0 0,-1-1 0 0 0,0 1 1 0 0,0 0-1 0 0,3 1 0 0 0,-2-1-11 0 0,0 0-1 0 0,1-1 0 0 0,-1 1 1 0 0,0-1-1 0 0,0 1 0 0 0,0-1 1 0 0,1 0-1 0 0,-1 0 0 0 0,0 0 1 0 0,0 0-1 0 0,0 0 0 0 0,1 0 1 0 0,-1-1-1 0 0,0 1 0 0 0,0-1 1 0 0,0 0-1 0 0,0 1 0 0 0,0-1 1 0 0,0 0-1 0 0,0 0 0 0 0,3-2 1 0 0,8-8-454 0 0,-1-1 1 0 0,22-26-1 0 0,-16 18-170 0 0,3-6-1220 0 0,19-33-1 0 0,-29 44 1106 0 0,1-8-1000 0 0,0 0 0 0 0,-1-1 1 0 0,-1 0-1 0 0,-2 0 0 0 0,0-1 1 0 0,5-33-1 0 0,-8-18-2508 0 0,7 35 2506 0 0</inkml:trace>
  <inkml:trace contextRef="#ctx0" brushRef="#br0" timeOffset="1">506 1 1528 0 0,'-8'18'4645'0'0,"-2"-1"-1676"0"0,-32 75 3362 0 0,30-45-4744 0 0,1 0 1 0 0,-8 85 0 0 0,18-98-954 0 0,1 0 0 0 0,9 63 0 0 0,-2-38-188 0 0,3 11-83 0 0,4-1 0 0 0,39 121 0 0 0,-31-117-309 0 0,40 103-111 0 0,-53-145-115 0 0,-7-22-209 0 0,1-1-1 0 0,0 1 1 0 0,0-1 0 0 0,5 9-1 0 0,-9-37-10629 0 0,6-77 4294 0 0,8 40 4270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0.2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60 0 1116 0 0,'-2'20'2019'0'0,"0"0"-1"0"0,-1 0 1 0 0,-1-1 0 0 0,-1 1-1 0 0,-13 31 1 0 0,7-18-589 0 0,7-17-993 0 0,0 1 0 0 0,1-1 0 0 0,1 1 1 0 0,1 0-1 0 0,0 24 0 0 0,1-36-383 0 0,0-1-1 0 0,1 0 1 0 0,0 1 0 0 0,-1-1-1 0 0,1 0 1 0 0,0 1 0 0 0,1-1-1 0 0,-1 0 1 0 0,3 4 0 0 0,-2-5-26 0 0,-2-2-23 0 0,1 0 1 0 0,0 0-1 0 0,0 0 1 0 0,0 0-1 0 0,-1 0 1 0 0,1 0 0 0 0,0 0-1 0 0,0 0 1 0 0,0-1-1 0 0,1 1 1 0 0,-1 0-1 0 0,0-1 1 0 0,0 1-1 0 0,0-1 1 0 0,0 1 0 0 0,1-1-1 0 0,-1 0 1 0 0,0 1-1 0 0,0-1 1 0 0,1 0-1 0 0,-1 0 1 0 0,0 0-1 0 0,0 0 1 0 0,1 0 0 0 0,-1 0-1 0 0,0 0 1 0 0,0-1-1 0 0,1 1 1 0 0,-1 0-1 0 0,2-2 1 0 0,2 1-57 0 0,0 0 0 0 0,0-1-1 0 0,-1 0 1 0 0,1 0 0 0 0,-1 0 0 0 0,6-4 0 0 0,23-22-1490 0 0,-2 0 0 0 0,50-59 0 0 0,-60 62 760 0 0,9-19-348 0 0,-25 34 857 0 0,1 0 0 0 0,1 1 0 0 0,7-10 0 0 0,26-38 481 0 0,-30 45 752 0 0,-9 11-874 0 0,-1 1 0 0 0,1-1 0 0 0,-1 1 0 0 0,1-1 0 0 0,-1 1 0 0 0,1-1 0 0 0,-1 1-1 0 0,1-1 1 0 0,-1 0 0 0 0,0 1 0 0 0,1-1 0 0 0,-1 0 0 0 0,0 1 0 0 0,0-1 0 0 0,1 0 0 0 0,-1 0 0 0 0,0 1 0 0 0,0-2 0 0 0,0 1 937 0 0,0 12 642 0 0,0 13-1315 0 0,1 0 0 0 0,0 0 0 0 0,2 0 0 0 0,7 29 0 0 0,-1-18-79 0 0,5 15 452 0 0,23 58 1 0 0,109 224 4144 0 0,-140-318-4401 0 0,0 1 0 0 0,-2 0 0 0 0,1 0 0 0 0,-2 0 0 0 0,0 1 0 0 0,2 29 0 0 0,-5-40-321 0 0,-1 1 0 0 0,1 0 1 0 0,-1 0-1 0 0,0 0 0 0 0,0 0 0 0 0,0 0 1 0 0,-1-1-1 0 0,0 1 0 0 0,0-1 1 0 0,-1 1-1 0 0,1-1 0 0 0,-1 0 0 0 0,-1 0 1 0 0,1 0-1 0 0,0 0 0 0 0,-1-1 1 0 0,0 1-1 0 0,0-1 0 0 0,-1 0 0 0 0,-8 7 1 0 0,4-5-302 0 0,-1-1 0 0 0,1 0 0 0 0,-1 0 0 0 0,0-1 0 0 0,0 0 0 0 0,0-1 0 0 0,-1 0 0 0 0,1-1 0 0 0,-1 0 0 0 0,0 0 0 0 0,-15-1 0 0 0,18 0-463 0 0,1-2 0 0 0,-1 1-1 0 0,1-1 1 0 0,0 0-1 0 0,-1 0 1 0 0,1-1-1 0 0,0 0 1 0 0,0-1 0 0 0,0 1-1 0 0,0-1 1 0 0,1 0-1 0 0,-1-1 1 0 0,1 0-1 0 0,0 0 1 0 0,0 0-1 0 0,0-1 1 0 0,-8-8 0 0 0,6 3-567 0 0,0 1 1 0 0,1-2-1 0 0,0 1 1 0 0,1-1 0 0 0,0 0-1 0 0,0 0 1 0 0,-7-24 0 0 0,10 22 499 0 0,0-1 1 0 0,0 1 0 0 0,1-1-1 0 0,1 0 1 0 0,0 1 0 0 0,1-1 0 0 0,2-15-1 0 0,10-46-1446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0.5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60 199 1752 0 0,'-2'0'3330'0'0,"-53"-9"11331"0"0,55 9-14535 0 0,-1-1 0 0 0,1 1-1 0 0,0-1 1 0 0,0 1 0 0 0,-1-1 0 0 0,1 1-1 0 0,0-1 1 0 0,0 0 0 0 0,0 1 0 0 0,0-1 0 0 0,-1 1-1 0 0,1-1 1 0 0,0 0 0 0 0,0 1 0 0 0,0-1-1 0 0,0 0 1 0 0,1 1 0 0 0,-1-1 0 0 0,0 1-1 0 0,0-1 1 0 0,0 0 0 0 0,0 1 0 0 0,1-1-1 0 0,-1 1 1 0 0,0-1 0 0 0,1 0 0 0 0,1-1-108 0 0,1 0 0 0 0,-1 0 0 0 0,1 0 0 0 0,-1 0 0 0 0,1 1 0 0 0,-1-1 0 0 0,1 1 0 0 0,0-1 0 0 0,0 1 0 0 0,0 0 0 0 0,3 0 0 0 0,14-7-44 0 0,126-69-544 0 0,-118 65 442 0 0,2 0 0 0 0,-1 2 1 0 0,40-8-1 0 0,-41 11 62 0 0,1 3 0 0 0,0 0-1 0 0,-1 2 1 0 0,56 2 0 0 0,-76 1 62 0 0,0 0 0 0 0,0 1 0 0 0,0 0-1 0 0,0 0 1 0 0,0 1 0 0 0,0-1 0 0 0,0 2 0 0 0,-1-1 0 0 0,13 9-1 0 0,-16-9 9 0 0,0 1-1 0 0,0-1 0 0 0,0 1 0 0 0,-1 0 0 0 0,1 0 0 0 0,-1 0 1 0 0,0 1-1 0 0,0-1 0 0 0,0 1 0 0 0,-1 0 0 0 0,0 0 0 0 0,0 0 1 0 0,0 0-1 0 0,0 0 0 0 0,-1 0 0 0 0,1 9 0 0 0,0-2 15 0 0,-1 0 0 0 0,0 0-1 0 0,-1 0 1 0 0,-1 0 0 0 0,0 0-1 0 0,-4 19 1 0 0,-3 0 47 0 0,-13 34 0 0 0,-4 9 17 0 0,16-43-106 0 0,-15 30-1 0 0,15-41-314 0 0,1 1-1 0 0,1 0 1 0 0,-7 34 0 0 0,7-20-662 0 0,2-5-1985 0 0,-3 39 1 0 0,8-61 2156 0 0,0 0-1 0 0,0 1 0 0 0,1-1 0 0 0,0 0 1 0 0,0 0-1 0 0,1 0 0 0 0,0 0 0 0 0,0-1 1 0 0,6 13-1 0 0,7 7-1736 0 0,0-2 442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0.9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1056 0 0,'45'42'2964'0'0,"-15"-8"697"0"0,-15-1 531 0 0,-1 1 417 0 0,1-1-425 0 0,-15 9-1188 0 0,-15-9-868 0 0,15 9-660 0 0,-14-8-687 0 0,14-1-977 0 0,-15-16-1385 0 0,15 0-1803 0 0,0-9-900 0 0,0-25-9522 0 0,0 1 10542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4.8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44 324 0 0,'-4'2'1019'0'0,"1"-1"0"0"0,-1 1 0 0 0,0-1 0 0 0,-1 0 0 0 0,1 0 0 0 0,0 0 0 0 0,0-1-1 0 0,0 1 1 0 0,-1-1 0 0 0,1 0 0 0 0,-8-1 0 0 0,-5 0 699 0 0,5 1 1136 0 0,34 0 411 0 0,-5 0-3366 0 0,63-4 1535 0 0,-56 2-1145 0 0,1 0 1 0 0,30 3-1 0 0,165 23 453 0 0,4 0-534 0 0,-198-22-226 0 0,0 0-1 0 0,1-2 0 0 0,40-4 1 0 0,-66 4-23 0 0,0 0-1 0 0,-1 0 1 0 0,1-1 0 0 0,0 1 0 0 0,0 0 0 0 0,0 0 0 0 0,-1 0-1 0 0,1-1 1 0 0,0 1 0 0 0,0 0 0 0 0,-1-1 0 0 0,1 1 0 0 0,0-1-1 0 0,0 1 1 0 0,-1-1 0 0 0,1 1 0 0 0,-1-1 0 0 0,1 0 0 0 0,0 1-1 0 0,-1-1 1 0 0,1 0 0 0 0,-1 1 0 0 0,0-1 0 0 0,1 0 0 0 0,-1 1-1 0 0,0-1 1 0 0,1 0 0 0 0,-1 0 0 0 0,0 0 0 0 0,0 1 0 0 0,1-1-1 0 0,-1 0 1 0 0,0 0 0 0 0,0 0 0 0 0,0 0 0 0 0,0 1 0 0 0,0-1-1 0 0,0 0 1 0 0,-1 0 0 0 0,1 0 0 0 0,0 0 0 0 0,0 1 0 0 0,0-1-1 0 0,-1 0 1 0 0,1 0 0 0 0,0 1 0 0 0,-1-1 0 0 0,0-1 0 0 0,-1-1-345 0 0,0 0 1 0 0,0-1 0 0 0,0 1-1 0 0,0 0 1 0 0,0 1 0 0 0,-1-1-1 0 0,0 0 1 0 0,1 1 0 0 0,-1 0-1 0 0,-4-3 1 0 0,-2 0-701 0 0,-1 1 0 0 0,0 0 0 0 0,0 1 0 0 0,0 0 0 0 0,0 0-1 0 0,0 1 1 0 0,-20-1 0 0 0,0 1-2164 0 0,-49 6-1 0 0,22 3 1408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5.1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60 160 2036 0 0,'-19'6'2046'0'0,"14"-4"-759"0"0,0 0-1 0 0,0 0 0 0 0,-1-1 1 0 0,1 1-1 0 0,-10 0 5308 0 0,18-2-5528 0 0,36-4-939 0 0,0-1 0 0 0,1-1 0 0 0,-2-3 0 0 0,54-18 0 0 0,29-6-306 0 0,35-8-1305 0 0,-56 14-1929 0 0,-1 4-4685 0 0,-84 22 5566 0 0,-13 1 405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5.6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 82 1944 0 0,'-9'-4'1770'0'0,"0"0"0"0"0,0 1 0 0 0,0-1-1 0 0,0 2 1 0 0,0-1 0 0 0,-1 1 0 0 0,-15-1 0 0 0,24 3-1743 0 0,1 1-6 0 0,-1-1 0 0 0,1 0 1 0 0,-1 0-1 0 0,1 0 0 0 0,0 0 0 0 0,-1 0 0 0 0,1 0 0 0 0,-1 0 0 0 0,1 0 0 0 0,-1 0 0 0 0,1 0 1 0 0,-1 0-1 0 0,1 0 0 0 0,0 0 0 0 0,-1 0 0 0 0,1 0 0 0 0,-1 0 0 0 0,1-1 0 0 0,-1 1 0 0 0,1 0 1 0 0,0 0-1 0 0,-1 0 0 0 0,1-1 0 0 0,-1 1 0 0 0,1 0 0 0 0,0 0 0 0 0,-1-1 0 0 0,1 1 0 0 0,0 0 1 0 0,0-1-1 0 0,-1 1 0 0 0,1-1 0 0 0,0 1 0 0 0,0 0 0 0 0,-1-1 0 0 0,1 1 0 0 0,0-1 0 0 0,0 0 1 0 0,0 0 240 0 0,4 1-248 0 0,1-1 0 0 0,-1 0 0 0 0,1 0 0 0 0,-1 0 1 0 0,0 0-1 0 0,5-2 0 0 0,15-4-69 0 0,167-21-3375 0 0,-173 24 2632 0 0,-9 3-1055 0 0,-21 15 661 0 0,10-11 1232 0 0,-1-1 0 0 0,0 0 0 0 0,0 0 0 0 0,0 0 0 0 0,0 0 0 0 0,0 0 0 0 0,0-1 0 0 0,-1 1 0 0 0,-5 0 1 0 0,6-1 169 0 0,-1 1 0 0 0,1-1 1 0 0,-1 1-1 0 0,1-1 1 0 0,-1 1-1 0 0,1 0 1 0 0,0 0-1 0 0,0 0 0 0 0,-5 5 1 0 0,-2 0 506 0 0,7-5-266 0 0,6-4-425 0 0,19-8-1738 0 0,1 1 1 0 0,0 0-1 0 0,0 2 1 0 0,1 1-1 0 0,0 0 1 0 0,43-2-1 0 0,-23 6 99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28.8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806 1590 648 0 0,'-13'4'1163'0'0,"0"1"0"0"0,0 0 0 0 0,-15 8 1 0 0,24-11-768 0 0,0 1 1 0 0,0-1-1 0 0,0 0 1 0 0,1 1-1 0 0,-1 0 1 0 0,1 0-1 0 0,0 0 1 0 0,0 0-1 0 0,0 1 1 0 0,0-1-1 0 0,0 1 1 0 0,1 0-1 0 0,-5 7 1 0 0,6-8-283 0 0,-1 1 1 0 0,1-1 0 0 0,0 0 0 0 0,0 1-1 0 0,0-1 1 0 0,0 0 0 0 0,0 1-1 0 0,1-1 1 0 0,-1 1 0 0 0,1-1-1 0 0,0 1 1 0 0,0 0 0 0 0,1-1 0 0 0,-1 1-1 0 0,1-1 1 0 0,-1 1 0 0 0,1-1-1 0 0,0 0 1 0 0,3 6 0 0 0,3 4 83 0 0,1-1 0 0 0,0 0 0 0 0,1-1 0 0 0,0 0 0 0 0,1 0 0 0 0,0-1 0 0 0,0-1 1 0 0,1 1-1 0 0,1-2 0 0 0,15 11 0 0 0,11 2-20 0 0,0 0 0 0 0,1-3 0 0 0,1-1 0 0 0,0-2 0 0 0,2-2 0 0 0,79 15 0 0 0,-44-17-46 0 0,1-2 0 0 0,151-5 0 0 0,-165-8-45 0 0,0-3 1 0 0,0-3-1 0 0,-1-3 0 0 0,0-3 1 0 0,-1-2-1 0 0,-1-3 0 0 0,-1-2 1 0 0,-1-4-1 0 0,-2-1 0 0 0,0-4 1 0 0,85-62-1 0 0,-104 66-5 0 0,-2-2 0 0 0,0-2 1 0 0,-2-1-1 0 0,45-59 0 0 0,-60 66-25 0 0,-1 0 0 0 0,-1-1 0 0 0,-1-1 0 0 0,-2-1-1 0 0,-1 0 1 0 0,-1-1 0 0 0,13-53 0 0 0,-16 37 178 0 0,-2 0-1 0 0,-2 0 1 0 0,-2-1-1 0 0,-1 1 0 0 0,-3-1 1 0 0,-2 1-1 0 0,-3 0 1 0 0,-1 0-1 0 0,-2 0 1 0 0,-2 1-1 0 0,-2 0 1 0 0,-2 1-1 0 0,-1 1 1 0 0,-3 0-1 0 0,-41-68 1 0 0,42 82-131 0 0,-1 2 1 0 0,-1 0-1 0 0,-2 0 0 0 0,-1 2 1 0 0,0 1-1 0 0,-52-40 0 0 0,40 39-49 0 0,-1 2 0 0 0,-1 1 0 0 0,-1 2 0 0 0,-78-30 0 0 0,52 30-43 0 0,-1 2 0 0 0,0 4 1 0 0,-1 2-1 0 0,0 3 0 0 0,-1 3 1 0 0,0 3-1 0 0,-67 6 0 0 0,23 8-11 0 0,1 5-1 0 0,-143 41 1 0 0,152-29-3 0 0,2 4 0 0 0,-157 75 1 0 0,204-79-4 0 0,1 1 1 0 0,2 3-1 0 0,2 2 1 0 0,1 2-1 0 0,-54 55 1 0 0,74-63 0 0 0,1 1 0 0 0,1 1 0 0 0,1 2 0 0 0,2 0 0 0 0,2 1 0 0 0,1 1 0 0 0,1 1 0 0 0,2 0 0 0 0,2 1 0 0 0,-10 39 1 0 0,13-33-2 0 0,1 0 1 0 0,3 1 0 0 0,1-1 0 0 0,2 1-1 0 0,2 0 1 0 0,2 0 0 0 0,2 0-1 0 0,15 77 1 0 0,-8-80 5 0 0,2 0-1 0 0,1-1 1 0 0,2-1 0 0 0,2 0-1 0 0,1-1 1 0 0,2-1-1 0 0,2-1 1 0 0,33 43 0 0 0,-22-39 16 0 0,2-1-1 0 0,0-2 1 0 0,3-2 0 0 0,1-1 0 0 0,1-2 0 0 0,64 37 0 0 0,-47-37 14 0 0,1-2 0 0 0,2-3 1 0 0,0-3-1 0 0,2-2 1 0 0,119 23-1 0 0,-86-29-21 0 0,1-3 0 0 0,0-5 0 0 0,131-7 0 0 0,-140-5-406 0 0,0-4 1 0 0,0-4 0 0 0,139-40 0 0 0,-178 38-688 0 0,0-2 0 0 0,-1-2 0 0 0,-2-2 0 0 0,0-2 0 0 0,-1-2 0 0 0,-1-1 0 0 0,68-57 0 0 0,-87 60 134 0 0,-2 0 0 0 0,0-1 0 0 0,-1 0 0 0 0,-2-2 0 0 0,-1-1 0 0 0,0 0 0 0 0,-2-1 0 0 0,-2-1 0 0 0,0-1 0 0 0,11-37 0 0 0,20-71-1511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0.3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417 660 196 0 0,'0'0'3331'0'0,"-12"0"-246"0"0,6 0 1346 0 0,-4-2-2409 0 0,9 2-1877 0 0,1-1-1 0 0,-1 1 1 0 0,1 0 0 0 0,-1 0-1 0 0,1 0 1 0 0,-1-1 0 0 0,0 1 0 0 0,1 0-1 0 0,-1 0 1 0 0,1 0 0 0 0,-1 0-1 0 0,1 0 1 0 0,-1 0 0 0 0,0 0 0 0 0,1 0-1 0 0,-1 1 1 0 0,1-1 0 0 0,-1 0 0 0 0,1 0-1 0 0,-1 0 1 0 0,1 0 0 0 0,-1 1-1 0 0,1-1 1 0 0,-2 1 0 0 0,0 0 159 0 0,1-1-256 0 0,0 0 0 0 0,1 0 0 0 0,-1 1 0 0 0,0-1-1 0 0,0 0 1 0 0,1 0 0 0 0,-1 1 0 0 0,0-1 0 0 0,0 0 0 0 0,1 1 0 0 0,-1-1 0 0 0,0 0 0 0 0,1 1 0 0 0,-1-1 0 0 0,0 1 0 0 0,1-1 0 0 0,-1 1-1 0 0,1 0 1 0 0,-1-1 0 0 0,1 1 0 0 0,-1 0 0 0 0,1-1 0 0 0,0 1 0 0 0,-1 0 0 0 0,1-1 0 0 0,0 1 0 0 0,-1 0 0 0 0,1 0 0 0 0,0 1-1 0 0,-13 17 739 0 0,11-17-712 0 0,0 0 0 0 0,1 0 0 0 0,-1 1 0 0 0,0-1 0 0 0,1 0 0 0 0,-1 1 0 0 0,1 0 0 0 0,0-1 0 0 0,0 1 0 0 0,0-1 0 0 0,-1 4 0 0 0,-10 22 623 0 0,9-20-499 0 0,-1 0 1 0 0,1 1-1 0 0,0-1 0 0 0,-1 9 0 0 0,-8 24 463 0 0,7-25-451 0 0,1 1-1 0 0,1 0 0 0 0,1 0 0 0 0,0 0 1 0 0,1 1-1 0 0,2 25 0 0 0,0-15-2 0 0,0-7-21 0 0,1 0 0 0 0,2 0-1 0 0,0 0 1 0 0,1 0 0 0 0,1-1 0 0 0,16 39 0 0 0,-18-50-135 0 0,0-1 0 0 0,0 0 0 0 0,1 0 0 0 0,0 0 1 0 0,0 0-1 0 0,1 0 0 0 0,0-1 0 0 0,0 0 0 0 0,1-1 1 0 0,0 1-1 0 0,0-1 0 0 0,11 7 0 0 0,-7-6-24 0 0,1-1 0 0 0,0 0 0 0 0,1-1 0 0 0,0 0 0 0 0,-1-1-1 0 0,2 0 1 0 0,23 3 0 0 0,-8-4-24 0 0,0-1-1 0 0,0-2 0 0 0,0-1 1 0 0,0-1-1 0 0,0-1 0 0 0,0-2 1 0 0,37-11-1 0 0,-42 9-2 0 0,0-1-1 0 0,-1-1 1 0 0,0-2-1 0 0,0 0 1 0 0,-1-1-1 0 0,0-1 1 0 0,-1-1-1 0 0,-1-1 1 0 0,0-1-1 0 0,23-25 1 0 0,-32 26 2 0 0,-1 0-1 0 0,-1 0 1 0 0,0-1 0 0 0,-1 0 0 0 0,11-30 0 0 0,-11 25 3 0 0,-3 5 15 0 0,0 0-1 0 0,-2 0 1 0 0,0-1 0 0 0,-1 1 0 0 0,-1-1 0 0 0,0 1 0 0 0,-3-25-1 0 0,2 4 57 0 0,-1 0 83 0 0,-2 1 0 0 0,-1 0 1 0 0,-1 0-1 0 0,-3 0 0 0 0,0 1 1 0 0,-3 0-1 0 0,0 1 0 0 0,-3 0 0 0 0,0 1 1 0 0,-2 1-1 0 0,-2 0 0 0 0,-1 1 1 0 0,-1 1-1 0 0,-39-44 0 0 0,25 35-42 0 0,-2 2 0 0 0,-1 2-1 0 0,-77-56 1 0 0,99 81-112 0 0,-1 0-1 0 0,0 1 1 0 0,0 0 0 0 0,-1 1 0 0 0,0 1 0 0 0,-1 1-1 0 0,0 0 1 0 0,0 2 0 0 0,0 0 0 0 0,0 0 0 0 0,0 2 0 0 0,-1 0-1 0 0,1 2 1 0 0,-23 1 0 0 0,22 1-20 0 0,0 1 0 0 0,0 1-1 0 0,0 1 1 0 0,1 1 0 0 0,-1 0 0 0 0,1 2 0 0 0,1 0-1 0 0,-1 0 1 0 0,1 2 0 0 0,1 0 0 0 0,0 1 0 0 0,0 1 0 0 0,1 0-1 0 0,1 1 1 0 0,0 1 0 0 0,1 0 0 0 0,0 1 0 0 0,-14 22-1 0 0,17-22-72 0 0,-9 12-340 0 0,2 1 1 0 0,-18 38-1 0 0,30-55 108 0 0,2-1 0 0 0,-1 1 0 0 0,1 0 0 0 0,1 0 0 0 0,0 0 0 0 0,0 0 0 0 0,1 0 0 0 0,1 0 0 0 0,-1 0 0 0 0,3 17 0 0 0,-1-18-350 0 0,1-1 1 0 0,0 1 0 0 0,0-1-1 0 0,1 0 1 0 0,0 0-1 0 0,0 0 1 0 0,1 0 0 0 0,1 0-1 0 0,-1-1 1 0 0,1 0 0 0 0,1 0-1 0 0,-1 0 1 0 0,9 9 0 0 0,-10-14 218 0 0,1 1-1 0 0,-1 0 1 0 0,1-1 0 0 0,0 0 0 0 0,0 0 0 0 0,0-1 0 0 0,0 1-1 0 0,0-1 1 0 0,0 0 0 0 0,1 0 0 0 0,-1-1 0 0 0,1 0 0 0 0,-1 0 0 0 0,1 0-1 0 0,0-1 1 0 0,-1 1 0 0 0,1-1 0 0 0,0-1 0 0 0,-1 1 0 0 0,1-1 0 0 0,-1 0-1 0 0,1 0 1 0 0,5-2 0 0 0,34-13-2058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0.8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61 204 0 0,'1'-2'674'0'0,"-1"-1"0"0"0,0 0 0 0 0,0 0 0 0 0,0 1 0 0 0,-1-1 0 0 0,1 0 0 0 0,-1 1 0 0 0,1-1 0 0 0,-1 0 0 0 0,0 1 0 0 0,0-1 0 0 0,0 1 0 0 0,0-1 0 0 0,-1 1 0 0 0,1 0 0 0 0,-1-1 0 0 0,1 1 0 0 0,-1 0 0 0 0,0 0 0 0 0,0 0 0 0 0,0 0 0 0 0,0 0 0 0 0,-6-3 6555 0 0,9 19-5458 0 0,-1-4-1168 0 0,1-1 0 0 0,1 1 0 0 0,4 16 0 0 0,2 11 542 0 0,16 57 548 0 0,-14-63-1287 0 0,-2 1-1 0 0,5 37 1 0 0,-10-32-222 0 0,11 66 177 0 0,7 34-127 0 0,-15-92-238 0 0,-5-30-200 0 0,-1-1-1 0 0,0 0 1 0 0,-1 0 0 0 0,-1 0-1 0 0,0 1 1 0 0,-9 25-1 0 0,11-40 205 0 0,-1 4-301 0 0,0-1-1 0 0,-1 1 1 0 0,0-1 0 0 0,0 1 0 0 0,0-1 0 0 0,-4 6-1 0 0,-3 3-1445 0 0,9-12 1617 0 0,0 0 0 0 0,0 1-1 0 0,0-1 1 0 0,0 0 0 0 0,0 1-1 0 0,0-1 1 0 0,0 0 0 0 0,0 1-1 0 0,-1-1 1 0 0,1 0 0 0 0,0 0 0 0 0,0 1-1 0 0,0-1 1 0 0,-1 0 0 0 0,1 0-1 0 0,0 1 1 0 0,0-1 0 0 0,-1 0 0 0 0,1 0-1 0 0,0 0 1 0 0,0 0 0 0 0,-1 1-1 0 0,1-1 1 0 0,0 0 0 0 0,-1 0-1 0 0,1 0 1 0 0,0 0 0 0 0,-1 0 0 0 0,1 0-1 0 0,0 0 1 0 0,-1 0 0 0 0,1 0-1 0 0,0 0 1 0 0,-1 0 0 0 0,1 0 0 0 0,-1 0-1 0 0,-4-12-4032 0 0,2-24-2242 0 0,1-46-641 0 0,-11 31 4472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1.1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75 119 1504 0 0,'-2'-3'643'0'0,"-5"-10"2006"0"0,-1 0-1 0 0,0 1 1 0 0,-1 1 0 0 0,-17-19-1 0 0,25 28-2203 0 0,-1 1-1 0 0,1 0 1 0 0,-1-1-1 0 0,1 1 1 0 0,0-1-1 0 0,0 1 1 0 0,0-1-1 0 0,0 0 1 0 0,0 1-1 0 0,0-1 1 0 0,-1-3 0 0 0,2 4-345 0 0,0 1 0 0 0,0-1 1 0 0,0 1-1 0 0,0-1 1 0 0,0 1-1 0 0,0-1 1 0 0,0 0-1 0 0,1 1 1 0 0,-1-1-1 0 0,0 1 1 0 0,0-1-1 0 0,0 1 1 0 0,1-1-1 0 0,-1 1 0 0 0,0-1 1 0 0,0 1-1 0 0,1 0 1 0 0,-1-1-1 0 0,0 1 1 0 0,1-1-1 0 0,-1 1 1 0 0,1 0-1 0 0,-1-1 1 0 0,1 1-1 0 0,-1 0 0 0 0,1-1 1 0 0,-1 1-1 0 0,1 0 1 0 0,-1 0-1 0 0,1-1 1 0 0,-1 1-1 0 0,1 0 1 0 0,-1 0-1 0 0,1 0 1 0 0,-1 0-1 0 0,1 0 1 0 0,-1 0-1 0 0,1 0 0 0 0,-1 0 1 0 0,1 0-1 0 0,0 0 1 0 0,-1 0-1 0 0,1 0 1 0 0,-1 0-1 0 0,2 1 1 0 0,15 1 375 0 0,1 0 0 0 0,-1 1 0 0 0,1 2 0 0 0,-1-1 0 0 0,0 2 1 0 0,-1 0-1 0 0,1 1 0 0 0,-1 1 0 0 0,-1 1 0 0 0,1 0 0 0 0,18 15 1 0 0,-25-16-386 0 0,0 0 1 0 0,0 0 0 0 0,-1 1 0 0 0,0 1 0 0 0,13 18 0 0 0,-17-22-66 0 0,-1 1-1 0 0,1-1 1 0 0,-1 1-1 0 0,0 0 1 0 0,-1-1 0 0 0,0 1-1 0 0,0 1 1 0 0,0-1-1 0 0,-1 0 1 0 0,1 11-1 0 0,-2 0 4 0 0,0 0-1 0 0,-1 0 1 0 0,-1 0 0 0 0,-1 0-1 0 0,0-1 1 0 0,-1 1 0 0 0,-1-1-1 0 0,-1 0 1 0 0,-1-1-1 0 0,0 1 1 0 0,-15 24 0 0 0,-5 2-174 0 0,12-17-1113 0 0,-2 0 1 0 0,-1-1-1 0 0,-36 40 0 0 0,52-64 905 0 0,1 0 0 0 0,-1 0-1 0 0,1 0 1 0 0,0 1 0 0 0,0-1-1 0 0,0 1 1 0 0,-1-1 0 0 0,1 1-1 0 0,1-1 1 0 0,-1 1-1 0 0,0 0 1 0 0,0-1 0 0 0,1 1-1 0 0,-1 0 1 0 0,0 0 0 0 0,1 0-1 0 0,0-1 1 0 0,-1 4 0 0 0,5-18-10240 0 0,-2 10 10063 0 0,-1 0 0 0 0,1 0 0 0 0,0 0 0 0 0,-1 0 0 0 0,1 1-1 0 0,0-1 1 0 0,1 1 0 0 0,-1-1 0 0 0,5-3 0 0 0,12-16-1799 0 0,9-10 429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1.5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21 264 0 0,'1'-1'193'0'0,"-1"1"0"0"0,0-1 0 0 0,0 0 0 0 0,0 0 1 0 0,0 1-1 0 0,0-1 0 0 0,0 0 0 0 0,0 0 0 0 0,-1 1 0 0 0,1-1 0 0 0,0 0 0 0 0,0 1 1 0 0,0-1-1 0 0,-1 0 0 0 0,1 1 0 0 0,0-1 0 0 0,-1 0 0 0 0,1 1 0 0 0,-1-1 0 0 0,1 1 0 0 0,0-1 1 0 0,-1 1-1 0 0,1-1 0 0 0,-1 1 0 0 0,0-1 0 0 0,1 1 0 0 0,-1-1 0 0 0,1 1 0 0 0,-1 0 1 0 0,0-1-1 0 0,1 1 0 0 0,-1 0 0 0 0,0-1 0 0 0,1 1 0 0 0,-1 0 0 0 0,0 0 0 0 0,0 0 0 0 0,1 0 1 0 0,-1 0-1 0 0,0 0 0 0 0,1 0 0 0 0,-1 0 0 0 0,0 0 0 0 0,0 0 0 0 0,1 0 0 0 0,-1 0 1 0 0,0 0-1 0 0,1 1 0 0 0,-1-1 0 0 0,0 0 0 0 0,1 0 0 0 0,-2 1 0 0 0,0 0 359 0 0,0 0 0 0 0,0 1 0 0 0,-1-1 0 0 0,1 0 0 0 0,1 1 0 0 0,-1-1 0 0 0,0 1 0 0 0,0 0-1 0 0,-2 3 1 0 0,-6 13 282 0 0,8-5-299 0 0,1 1 0 0 0,0-1 0 0 0,0 1 0 0 0,3 20 0 0 0,-1 2 95 0 0,-1-24-444 0 0,1 0 0 0 0,0 0 0 0 0,1 0 0 0 0,1-1 0 0 0,0 1 0 0 0,0-1 0 0 0,1 0 0 0 0,10 21 0 0 0,0-7 48 0 0,1-1 0 0 0,29 35 0 0 0,-39-52-261 0 0,1-1-1 0 0,0 0 0 0 0,0 0 0 0 0,1 0 1 0 0,-1-1-1 0 0,1 0 0 0 0,0 0 1 0 0,1-1-1 0 0,-1 0 0 0 0,1 0 0 0 0,0-1 1 0 0,0 0-1 0 0,0 0 0 0 0,0-1 0 0 0,10 2 1 0 0,-12-3-91 0 0,0-1 1 0 0,1 1-1 0 0,-1-1 0 0 0,0-1 1 0 0,1 1-1 0 0,-1-1 1 0 0,0 0-1 0 0,0 0 1 0 0,1-1-1 0 0,-1 0 1 0 0,0 0-1 0 0,-1 0 1 0 0,1-1-1 0 0,0 0 1 0 0,-1 0-1 0 0,1 0 0 0 0,-1-1 1 0 0,0 0-1 0 0,0 0 1 0 0,-1 0-1 0 0,7-7 1 0 0,-6 5 14 0 0,1 0 0 0 0,-1 0 0 0 0,0 0 0 0 0,0-1 0 0 0,-1 0 0 0 0,0 0 0 0 0,0 0 0 0 0,-1-1 0 0 0,0 1 1 0 0,0-1-1 0 0,-1 0 0 0 0,1 1 0 0 0,-2-1 0 0 0,1 0 0 0 0,0-10 0 0 0,-2-138 436 0 0,0 75 7552 0 0,-1 124-6318 0 0,1 15-726 0 0,1 0 0 0 0,11 63 0 0 0,-6-74-1200 0 0,3 16-1393 0 0,-7-54 1540 0 0,-1-3-559 0 0,1 0 0 0 0,-1 0-1 0 0,1 0 1 0 0,0 0-1 0 0,1 0 1 0 0,3 6 0 0 0,-5-11 518 0 0,-1 0 0 0 0,1-1 0 0 0,0 1 1 0 0,-1 0-1 0 0,1 0 0 0 0,0-1 0 0 0,0 1 1 0 0,-1-1-1 0 0,1 1 0 0 0,0 0 0 0 0,0-1 1 0 0,0 0-1 0 0,0 1 0 0 0,0-1 0 0 0,0 1 1 0 0,0-1-1 0 0,-1 0 0 0 0,3 1 0 0 0,-1-2-104 0 0,0 1-1 0 0,-1 0 1 0 0,1 0-1 0 0,-1-1 1 0 0,1 1-1 0 0,0-1 1 0 0,-1 1-1 0 0,1-1 1 0 0,-1 0-1 0 0,1 1 0 0 0,-1-1 1 0 0,0 0-1 0 0,1 0 1 0 0,-1 0-1 0 0,2-2 1 0 0,1-1-387 0 0,0 0 0 0 0,0-1 0 0 0,0 0 0 0 0,-1 0 0 0 0,0 0 0 0 0,0 0 0 0 0,3-6 0 0 0,-1-1-146 0 0,1-1 1 0 0,-2 0-1 0 0,0-1 0 0 0,3-15 0 0 0,-5-20-601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1.8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117 165 228 0 0,'24'-97'5419'0'0,"-20"64"-46"0"0,-2-1 4962 0 0,3 133-5665 0 0,-1-56-3562 0 0,17 63 0 0 0,53 137 36 0 0,-17-60-3963 0 0,-54-144-1435 0 0,-3-28 332 0 0,-3-28-10572 0 0,-9 2 11998 0 0</inkml:trace>
  <inkml:trace contextRef="#ctx0" brushRef="#br0" timeOffset="1">177 425 2168 0 0,'-18'-5'3052'0'0,"1"1"0"0"0,-1 1-1 0 0,0 1 1 0 0,-30-1 0 0 0,-9-5 2452 0 0,86-10-5874 0 0,-10 9-860 0 0,38-14 0 0 0,-14 7-260 0 0,-7 4-237 0 0,43-9 0 0 0,-5 1 40 0 0,147-34-801 0 0,-172 44 2442 0 0,142-23 1647 0 0,-189 32-1478 0 0,0 1 0 0 0,-1-1-1 0 0,1 1 1 0 0,0 0 0 0 0,-1-1 0 0 0,1 1-1 0 0,0 0 1 0 0,0 0 0 0 0,-1 0 0 0 0,1 1-1 0 0,0-1 1 0 0,0 0 0 0 0,2 1 0 0 0,-4 0-21 0 0,0-1 1 0 0,0 1-1 0 0,1-1 1 0 0,-1 1-1 0 0,0-1 1 0 0,0 0-1 0 0,0 1 1 0 0,0-1-1 0 0,0 1 1 0 0,0-1-1 0 0,0 0 1 0 0,0 1-1 0 0,0-1 0 0 0,0 1 1 0 0,-1-1-1 0 0,1 1 1 0 0,0-1-1 0 0,0 0 1 0 0,0 1-1 0 0,0-1 1 0 0,-1 0-1 0 0,1 1 1 0 0,0-1-1 0 0,0 0 1 0 0,-1 1-1 0 0,1-1 1 0 0,0 0-1 0 0,-1 1 1 0 0,1-1-1 0 0,0 0 1 0 0,-1 0-1 0 0,0 1 1 0 0,-42 33 4678 0 0,37-30-5079 0 0,-8 6 524 0 0,1 1 0 0 0,0 0 0 0 0,0 1 0 0 0,1 0 0 0 0,1 1 0 0 0,0 1 1 0 0,1 0-1 0 0,0 0 0 0 0,1 1 0 0 0,1 0 0 0 0,1 0 0 0 0,0 1 0 0 0,0 0 0 0 0,2 0 0 0 0,-6 28 0 0 0,9-36-223 0 0,1 0-1 0 0,0 0 1 0 0,0 0 0 0 0,1 0 0 0 0,0 0 0 0 0,0-1 0 0 0,1 1-1 0 0,2 12 1 0 0,-2-17-43 0 0,0-1 0 0 0,0 0 0 0 0,0 1 0 0 0,0-1 0 0 0,0 0 0 0 0,0 1 0 0 0,1-1-1 0 0,-1 0 1 0 0,1 0 0 0 0,-1 0 0 0 0,1 0 0 0 0,0-1 0 0 0,0 1 0 0 0,0 0 0 0 0,0-1 0 0 0,0 1 0 0 0,0-1 0 0 0,0 0-1 0 0,1 1 1 0 0,-1-1 0 0 0,0 0 0 0 0,1-1 0 0 0,-1 1 0 0 0,1 0 0 0 0,-1-1 0 0 0,1 1 0 0 0,-1-1 0 0 0,1 0-1 0 0,-1 0 1 0 0,5 0 0 0 0,1-1-322 0 0,-1 0 0 0 0,1 0 0 0 0,0-1 0 0 0,0 0 0 0 0,-1 0 0 0 0,1-1-1 0 0,-1 0 1 0 0,0 0 0 0 0,0-1 0 0 0,0 0 0 0 0,0 0 0 0 0,-1-1 0 0 0,0 1 0 0 0,0-2 0 0 0,0 1-1 0 0,10-12 1 0 0,-11 11 2 0 0,77-92-7432 0 0,-71 82 6335 0 0,0 0 1 0 0,-1-1-1 0 0,-1 0 0 0 0,11-30 0 0 0,-5 5-395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0:32.1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34 1668 0 0,'0'-33'11667'0'0,"-3"36"-9403"0"0,1 0-2020 0 0,0 0-1 0 0,0 0 0 0 0,1 0 0 0 0,-1 1 0 0 0,1-1 1 0 0,-1 0-1 0 0,1 1 0 0 0,0-1 0 0 0,1 1 0 0 0,-1 0 1 0 0,1-1-1 0 0,-1 1 0 0 0,1 0 0 0 0,0-1 0 0 0,1 6 1 0 0,10 62 1356 0 0,-7-53-1171 0 0,3 26 168 0 0,-5-27-461 0 0,1 1 1 0 0,1-1-1 0 0,0 0 1 0 0,8 19-1 0 0,-1-1-77 0 0,-9-29-55 0 0,0 0 1 0 0,0 1-1 0 0,0-1 0 0 0,0 0 1 0 0,7 10-1 0 0,-7-13-3 0 0,0-1-1 0 0,-1 1 1 0 0,1 0 0 0 0,-1-1-1 0 0,0 1 1 0 0,1 0-1 0 0,-1 0 1 0 0,0 0 0 0 0,-1 0-1 0 0,1 0 1 0 0,-1-1 0 0 0,1 2-1 0 0,-1-1 1 0 0,0 0-1 0 0,0 5 1 0 0,0-7 2 0 0,2-9-120 0 0,41-41-698 0 0,-36 45 864 0 0,0 0 0 0 0,1 1 0 0 0,-1 0 0 0 0,1 0 0 0 0,0 1 0 0 0,0 0 0 0 0,0 0 0 0 0,15 0 0 0 0,-6-1 163 0 0,6-3-507 0 0,0 0 1 0 0,-1-2-1 0 0,40-20 0 0 0,17-5-3834 0 0,-61 27 2787 0 0,-3 0-812 0 0,0 2 1 0 0,20-5 0 0 0,-29 8 1606 0 0,-1 1 0 0 0,1 0-1 0 0,-1 0 1 0 0,1 0 0 0 0,-1 0 0 0 0,1 1 0 0 0,-1 0 0 0 0,0 0-1 0 0,1 0 1 0 0,4 3 0 0 0,8 4-1490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49.9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0 708 0 0,'0'0'8309'0'0,"0"2"-8053"0"0,1-1 0 0 0,-1 0-1 0 0,0 0 1 0 0,0 0 0 0 0,0 0 0 0 0,0 0 0 0 0,0 1 0 0 0,-1-1 0 0 0,1 0 0 0 0,0 0 0 0 0,0 0 0 0 0,-1 0-1 0 0,1 0 1 0 0,-1 2 0 0 0,-2 3-21 0 0,1 0-1 0 0,0 0 0 0 0,0 1 1 0 0,0-1-1 0 0,1 1 1 0 0,0-1-1 0 0,1 1 0 0 0,-1-1 1 0 0,1 1-1 0 0,0 0 1 0 0,1-1-1 0 0,0 1 1 0 0,0 0-1 0 0,0-1 0 0 0,3 8 1 0 0,4 49 538 0 0,-8-55-737 0 0,1 0 0 0 0,0 0 0 0 0,0 0 0 0 0,1 0-1 0 0,0 0 1 0 0,4 9 0 0 0,-6-15-54 0 0,1 0 0 0 0,-1 0 0 0 0,1 0-1 0 0,-1 0 1 0 0,0 0 0 0 0,0 0 0 0 0,1 0 0 0 0,-2 0-1 0 0,1 0 1 0 0,0 0 0 0 0,0 0 0 0 0,0 0-1 0 0,-1 0 1 0 0,1 0 0 0 0,-1 0 0 0 0,0 0 0 0 0,0 0-1 0 0,1-1 1 0 0,-3 3 0 0 0,2-1-67 0 0,0-1 0 0 0,0 1 1 0 0,0-1-1 0 0,0 1 0 0 0,0-1 0 0 0,1 1 0 0 0,-1 0 1 0 0,1-1-1 0 0,-1 4 0 0 0,1 4-685 0 0,0 1 0 0 0,-1-1 1 0 0,0 0-1 0 0,-1 0 0 0 0,0 0 0 0 0,-4 13 0 0 0,4-16 74 0 0,1 0 1 0 0,1 0-1 0 0,-1 0 1 0 0,1 1-1 0 0,1-1 1 0 0,-1 0-1 0 0,1 0 0 0 0,0 0 1 0 0,1 0-1 0 0,0 0 1 0 0,4 11-1 0 0,-5-15 460 0 0,1 22-1434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0.2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 26 96 0 0,'-3'-2'1427'0'0,"-9"-3"579"0"0,-3-6 3022 0 0,15 10-4972 0 0,0 1 1 0 0,0 0 0 0 0,0 0-1 0 0,0 0 1 0 0,0-1 0 0 0,0 1-1 0 0,0 0 1 0 0,0 0 0 0 0,0-1 0 0 0,0 1-1 0 0,0 0 1 0 0,0 0 0 0 0,0 0-1 0 0,0-1 1 0 0,0 1 0 0 0,0 0-1 0 0,0 0 1 0 0,0 0 0 0 0,0-1-1 0 0,0 1 1 0 0,0 0 0 0 0,0 0-1 0 0,-1 0 1 0 0,1-1 0 0 0,0 1-1 0 0,0 0 1 0 0,0 0 0 0 0,0 0-1 0 0,0 0 1 0 0,-1 0 0 0 0,1-1-1 0 0,0 1 1 0 0,0 0 0 0 0,0 0-1 0 0,-1 0 1 0 0,1 0 0 0 0,0 0-1 0 0,0 0 1 0 0,0 0 0 0 0,-1 0-1 0 0,1 0 1 0 0,0 0 0 0 0,0 0-1 0 0,0 0 1 0 0,-1 0 0 0 0,1 0-1 0 0,0 0 1 0 0,0 0 0 0 0,-1 0-1 0 0,1 0 1 0 0,0 0 0 0 0,0 0-1 0 0,0 0 1 0 0,-1 0 0 0 0,1 0-1 0 0,0 0 1 0 0,0 0 0 0 0,-1 0-1 0 0,1 1 109 0 0,-1-1-1 0 0,1 1 0 0 0,-1 0 0 0 0,0-1 0 0 0,1 1 1 0 0,-1 0-1 0 0,1-1 0 0 0,0 1 0 0 0,-1 0 0 0 0,1-1 1 0 0,-1 1-1 0 0,1 0 0 0 0,0 0 0 0 0,0 0 1 0 0,-1-1-1 0 0,1 1 0 0 0,0 0 0 0 0,0 0 0 0 0,0 0 1 0 0,0 0-1 0 0,1 8 270 0 0,0 0 0 0 0,1 0 0 0 0,0-1-1 0 0,0 1 1 0 0,6 11 0 0 0,3 17 680 0 0,-3 10-16 0 0,-2 1 0 0 0,-3 0 0 0 0,-2 51 0 0 0,-1-76-1055 0 0,0 20-2793 0 0,47-110-14974 0 0,-20 35 15573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0.5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329 93 1024 0 0,'0'-1'504'0'0,"-1"-1"0"0"0,1 0-1 0 0,-1 1 1 0 0,0-1 0 0 0,1 1 0 0 0,-1-1-1 0 0,0 1 1 0 0,0-1 0 0 0,0 1 0 0 0,0 0 0 0 0,0-1-1 0 0,-1 1 1 0 0,1 0 0 0 0,0 0 0 0 0,0 0-1 0 0,-1-1 1 0 0,-1 0 0 0 0,-30-17 5344 0 0,28 16-5653 0 0,-5-2 489 0 0,-1 0 1 0 0,1 1-1 0 0,-1 1 1 0 0,0 0-1 0 0,-17-3 1 0 0,-13-3 200 0 0,25 5-767 0 0,0 2 0 0 0,0 0 0 0 0,0 1 0 0 0,-28 1 0 0 0,18 0-92 0 0,26 0-26 0 0,-1 0 0 0 0,1 0 1 0 0,-1 0-1 0 0,0 0 0 0 0,1 1 0 0 0,-1-1 0 0 0,0 0 0 0 0,1 0 0 0 0,-1 0 0 0 0,1 1 0 0 0,-1-1 0 0 0,1 0 0 0 0,-1 0 0 0 0,0 1 0 0 0,1-1 0 0 0,-1 1 0 0 0,1-1 0 0 0,-1 0 1 0 0,1 1-1 0 0,0-1 0 0 0,-1 1 0 0 0,1-1 0 0 0,-1 1 0 0 0,1-1 0 0 0,0 1 0 0 0,0 0 0 0 0,-1-1 0 0 0,1 2 0 0 0,-1 22-18 0 0,2-17 10 0 0,0 0 0 0 0,1-1 1 0 0,0 1-1 0 0,0-1 0 0 0,5 10 0 0 0,28 28-45 0 0,-8-11 21 0 0,58 59-10 0 0,-11-4 46 0 0,-71-85-2 0 0,0 1 0 0 0,0 0 1 0 0,0 0-1 0 0,-1 1 0 0 0,0-1 1 0 0,0 0-1 0 0,0 1 0 0 0,1 6 1 0 0,4 6 13 0 0,-6-16-11 0 0,-1 0-1 0 0,1 1 1 0 0,-1-1 0 0 0,0 0-1 0 0,1 0 1 0 0,-1 1 0 0 0,0-1-1 0 0,0 0 1 0 0,1 1 0 0 0,-1-1 0 0 0,0 0-1 0 0,0 1 1 0 0,-1-1 0 0 0,1 0-1 0 0,0 0 1 0 0,0 1 0 0 0,-1-1-1 0 0,1 0 1 0 0,-1 0 0 0 0,1 1-1 0 0,-1-1 1 0 0,1 0 0 0 0,-1 0-1 0 0,0 0 1 0 0,1 0 0 0 0,-1 0-1 0 0,-1 1 1 0 0,0 0 21 0 0,0 0-1 0 0,0-1 1 0 0,0 1 0 0 0,0-1-1 0 0,0 0 1 0 0,-1 0 0 0 0,1 0-1 0 0,0 0 1 0 0,-1 0 0 0 0,1 0-1 0 0,-1 0 1 0 0,1-1 0 0 0,-5 1-1 0 0,5-1-20 0 0,0 1-1 0 0,0-1 1 0 0,-1 0-1 0 0,1 0 0 0 0,0 0 1 0 0,0 0-1 0 0,0 0 1 0 0,0 0-1 0 0,0 0 0 0 0,0-1 1 0 0,0 1-1 0 0,0-1 1 0 0,0 0-1 0 0,0 0 0 0 0,0 1 1 0 0,0-1-1 0 0,0 0 1 0 0,0-1-1 0 0,0 1 0 0 0,1 0 1 0 0,-1 0-1 0 0,0-1 1 0 0,1 1-1 0 0,0-1 0 0 0,-1 0 1 0 0,1 1-1 0 0,0-1 1 0 0,-1 0-1 0 0,1 0 0 0 0,0 1 1 0 0,0-1-1 0 0,1 0 1 0 0,-1 0-1 0 0,0 0 0 0 0,1 0 1 0 0,-1 0-1 0 0,1-1 1 0 0,-1-1-1 0 0,2-9-366 0 0,0 1 0 0 0,0-1 0 0 0,2 1 0 0 0,-1 0 0 0 0,1-1 0 0 0,1 1 0 0 0,0 1 0 0 0,1-1 0 0 0,10-18 0 0 0,6-3-2200 0 0,41-53-1 0 0,-37 55 1202 0 0,-17 21 389 0 0,1 1-1 0 0,0 0 1 0 0,0 0 0 0 0,1 1-1 0 0,0 0 1 0 0,1 1-1 0 0,0 0 1 0 0,14-6-1 0 0,-18 9 399 0 0,20-6-1094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0.9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115 29 1104 0 0,'-21'-8'1657'0'0,"13"5"-578"0"0,0-1 0 0 0,-1 2-1 0 0,1-1 1 0 0,-1 1 0 0 0,-9-1 0 0 0,17 3-982 0 0,0 0 0 0 0,-1 0 0 0 0,1 0 0 0 0,0 0 0 0 0,-1 0 0 0 0,1 0 0 0 0,0 0 0 0 0,0 1 1 0 0,0-1-1 0 0,-1 0 0 0 0,1 1 0 0 0,0-1 0 0 0,0 1 0 0 0,0-1 0 0 0,0 1 0 0 0,0 0 1 0 0,0 0-1 0 0,0-1 0 0 0,0 1 0 0 0,0 0 0 0 0,0 0 0 0 0,0 0 0 0 0,0 0 0 0 0,0 0 1 0 0,1 0-1 0 0,-1 0 0 0 0,0 0 0 0 0,1 0 0 0 0,-1 0 0 0 0,1 0 0 0 0,-1 1 0 0 0,1-1 0 0 0,0 0 1 0 0,-1 0-1 0 0,1 0 0 0 0,0 1 0 0 0,0-1 0 0 0,0 0 0 0 0,0 1 0 0 0,0-1 0 0 0,0 2 1 0 0,3 10 162 0 0,0 0 1 0 0,1 0-1 0 0,0 0 1 0 0,1-1-1 0 0,0 1 1 0 0,10 14-1 0 0,-14-25-245 0 0,6 9 14 0 0,1-1 0 0 0,0 0 1 0 0,0 0-1 0 0,1-1 0 0 0,0 0 0 0 0,1-1 1 0 0,0 0-1 0 0,0-1 0 0 0,1 1 1 0 0,0-2-1 0 0,0 0 0 0 0,0 0 0 0 0,17 5 1 0 0,15-2-424 0 0,-41-8 310 0 0,0-1 0 0 0,0 1 0 0 0,0-1-1 0 0,0 0 1 0 0,0 0 0 0 0,0 0 0 0 0,-1 0 0 0 0,1-1-1 0 0,0 1 1 0 0,0 0 0 0 0,0-1 0 0 0,0 1-1 0 0,-1-1 1 0 0,1 1 0 0 0,0-1 0 0 0,-1 0 0 0 0,1 0-1 0 0,0 0 1 0 0,-1 0 0 0 0,1 0 0 0 0,2-2 0 0 0,-2-3-391 0 0,1-1 1 0 0,-1 1 0 0 0,1 0-1 0 0,-2-1 1 0 0,1 1 0 0 0,-1-1-1 0 0,0 0 1 0 0,0 1 0 0 0,-1-1-1 0 0,0 0 1 0 0,0 0 0 0 0,-1 1-1 0 0,0-1 1 0 0,0 0 0 0 0,-3-10-1 0 0,-3-40-1698 0 0,7 50 2360 0 0,-1 1-1 0 0,0 0 1 0 0,0-1-1 0 0,0 1 1 0 0,-1 0-1 0 0,0 0 1 0 0,0 0-1 0 0,0 0 1 0 0,-1 0-1 0 0,0 0 1 0 0,-6-9 0 0 0,9 15-108 0 0,0 0 1 0 0,-1-1-1 0 0,1 1 1 0 0,0 0-1 0 0,0-1 1 0 0,0 1-1 0 0,0 0 1 0 0,0 0 0 0 0,-1-1-1 0 0,1 1 1 0 0,0 0-1 0 0,0 0 1 0 0,-1-1-1 0 0,1 1 1 0 0,0 0-1 0 0,0 0 1 0 0,-1 0 0 0 0,1 0-1 0 0,0-1 1 0 0,0 1-1 0 0,-1 0 1 0 0,1 0-1 0 0,0 0 1 0 0,-1 0-1 0 0,1 0 1 0 0,0 0 0 0 0,-1 0-1 0 0,1 0 1 0 0,0 0-1 0 0,-1 0 1 0 0,1 0-1 0 0,0 0 1 0 0,-1 0-1 0 0,1 0 1 0 0,0 0 0 0 0,-1 0-1 0 0,1 0 1 0 0,0 0-1 0 0,0 0 1 0 0,-1 0-1 0 0,1 1 1 0 0,0-1 0 0 0,-1 0-1 0 0,1 0 1 0 0,0 0-1 0 0,0 1 1 0 0,-1-1-1 0 0,1 0 1 0 0,0 0-1 0 0,0 0 1 0 0,0 1 0 0 0,-1-1-1 0 0,-4 19 1976 0 0,4-12-1289 0 0,-5 17-102 0 0,2-1 0 0 0,1 1 0 0 0,0 0-1 0 0,2 1 1 0 0,1-1 0 0 0,3 26 0 0 0,-1 14 27 0 0,-2-47-668 0 0,2 0 1 0 0,1 0-1 0 0,7 28 0 0 0,2 8-598 0 0,-9-35-407 0 0,0-1 0 0 0,2 0 0 0 0,0 0 0 0 0,11 25 0 0 0,-13-36 79 0 0,-1 1 0 0 0,1 0 1 0 0,-1 0-1 0 0,-1 0 0 0 0,1 0 1 0 0,-1 0-1 0 0,-1 0 0 0 0,1 12 1 0 0,-4-11-1374 0 0,-9-7 406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1.6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0 52 0 0,'-15'9'260'0'0,"0"-1"-188"0"0,15 1-148 0 0,-15-9-44 0 0,15 8 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1.9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1-19T03:41:53.5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2199 100 0 0,'1'0'28'0'0,"0"0"-1"0"0,0 1 1 0 0,0-1-1 0 0,0 0 1 0 0,0 1 0 0 0,0-1-1 0 0,0 1 1 0 0,-1-1 0 0 0,1 1-1 0 0,0-1 1 0 0,0 1-1 0 0,0-1 1 0 0,0 1 0 0 0,-1 0-1 0 0,2 1 1 0 0,-2-2 26 0 0,0 0 1 0 0,1 0-1 0 0,-1 1 1 0 0,0-1-1 0 0,0 0 1 0 0,1 1-1 0 0,-1-1 1 0 0,0 0-1 0 0,0 1 1 0 0,0-1-1 0 0,0 0 1 0 0,1 1-1 0 0,-1-1 1 0 0,0 1-1 0 0,0-1 1 0 0,0 0-1 0 0,0 1 1 0 0,0-1-1 0 0,0 1 1 0 0,0-1-1 0 0,0 0 1 0 0,0 1-1 0 0,0-1 1 0 0,0 0-1 0 0,-1 1 1 0 0,1-1-1 0 0,0 1 1 0 0,0-1-1 0 0,0 0 1 0 0,0 1-1 0 0,0-1 1 0 0,-1 0-1 0 0,1 1 1 0 0,0-1-1 0 0,0 0 1 0 0,-1 1-1 0 0,1-1 1 0 0,0 0-1 0 0,-1 0 1 0 0,1 1-1 0 0,0-1 1 0 0,0 0-1 0 0,-1 0 1 0 0,1 0-1 0 0,-1 1 1 0 0,-39 24 5579 0 0,38-24-4936 0 0,1-1-490 0 0,1 0-99 0 0,-1 0 0 0 0,1 1 0 0 0,-1-1 0 0 0,1 0 0 0 0,-1 0 0 0 0,1 0 0 0 0,-1 0 0 0 0,1 0 0 0 0,-1 0 0 0 0,1 0 0 0 0,-1 0 0 0 0,1-1 0 0 0,0 1 0 0 0,-1 0 0 0 0,1 0-1 0 0,-1 0 1 0 0,1 0 0 0 0,-1-1 0 0 0,1 1 0 0 0,0 0 0 0 0,-1 0 0 0 0,1-1 0 0 0,0 1 0 0 0,-1 0 0 0 0,1-1 0 0 0,0 1 0 0 0,-1 0 0 0 0,1-1 0 0 0,0 1 0 0 0,-1-1 0 0 0,1 1 0 0 0,0 0-1 0 0,0-1 1 0 0,0 1 0 0 0,-1-1 0 0 0,1 1 0 0 0,0-1 0 0 0,0 1 0 0 0,0-1 0 0 0,0 0 0 0 0,0-4 277 0 0,-1 3-259 0 0,1-1 0 0 0,0 0-1 0 0,0 1 1 0 0,-1-1 0 0 0,2 0 0 0 0,-1 1-1 0 0,0-1 1 0 0,1 0 0 0 0,-1 1-1 0 0,2-6 1 0 0,6 6 36 0 0,0-1 0 0 0,0 1 0 0 0,0 0 0 0 0,0 1 0 0 0,13-1 0 0 0,-7 1 58 0 0,0-1-1 0 0,0-1 1 0 0,17-5-1 0 0,-19 4-100 0 0,51-24 722 0 0,83-49 449 0 0,-122 64-1211 0 0,-10 6-36 0 0,-1-1-1 0 0,0 0 1 0 0,0 0-1 0 0,17-16 1 0 0,69-49 381 0 0,-55 39-72 0 0,-35 28-283 0 0,0-1-1 0 0,-1 0 1 0 0,1 0-1 0 0,6-9 1 0 0,20-18 142 0 0,-22 21-152 0 0,0 1-1 0 0,13-19 0 0 0,3-2 7 0 0,-24 29-61 0 0,0-1-1 0 0,-1 0 0 0 0,0 1 1 0 0,0-2-1 0 0,5-6 0 0 0,24-37 29 0 0,2 1 0 0 0,58-61 1 0 0,-91 106-33 0 0,30-41 12 0 0,-26 34-16 0 0,2-1 1 0 0,-1 1-1 0 0,17-17 0 0 0,-9 11 4 0 0,-1 0 1 0 0,16-25-1 0 0,13-15 64 0 0,-35 44-54 0 0,0-1 1 0 0,-1 1-1 0 0,0-1 1 0 0,-1 0-1 0 0,0-1 0 0 0,-1 1 1 0 0,-1-1-1 0 0,3-18 1 0 0,12-29-7 0 0,-16 53 0 0 0,-1 3-2 0 0,-1 1-1 0 0,1 0 1 0 0,-1-1 0 0 0,0 0-1 0 0,0 1 1 0 0,0-10 0 0 0,0 5-2 0 0,1 0 1 0 0,-1 0-1 0 0,2 0 1 0 0,-1 1 0 0 0,1-1-1 0 0,5-9 1 0 0,-1-2-11 0 0,53-148 15 0 0,-55 124 12 0 0,1 24-17 0 0,-3 9-1 0 0,1 1-1 0 0,0 0 1 0 0,6-13-1 0 0,-5 14 18 0 0,-1-1 0 0 0,0 0 0 0 0,4-14 0 0 0,-2 3 18 0 0,-1-13 79 0 0,-2 27-91 0 0,-1 4-14 0 0,-1 0 1 0 0,1 0 0 0 0,-1 0-1 0 0,0 0 1 0 0,0 0-1 0 0,-1 0 1 0 0,1 0-1 0 0,0-7 1 0 0,-1 8-6 0 0,0 0-1 0 0,0-1 1 0 0,1 1 0 0 0,-1 0 0 0 0,1 0-1 0 0,-1-1 1 0 0,1 1 0 0 0,0 0-1 0 0,0 0 1 0 0,1-3 0 0 0,0 3-2 0 0,-1 0-1 0 0,-1 0 1 0 0,1 1 0 0 0,0-1-1 0 0,0 0 1 0 0,-1 0 0 0 0,1 0-1 0 0,-1 0 1 0 0,0 0 0 0 0,1-4-1 0 0,-2 4-1 0 0,1-1-1 0 0,1 0 0 0 0,-1 0 0 0 0,0 1 1 0 0,0-1-1 0 0,1 0 0 0 0,0 1 0 0 0,-1-1 1 0 0,1 0-1 0 0,0 1 0 0 0,0-1 0 0 0,1 1 1 0 0,-1-1-1 0 0,3-2 0 0 0,-4 4 1 0 0,1-2 0 0 0,0 1 0 0 0,0-1 1 0 0,-1 0-1 0 0,1 0 0 0 0,-1 0 0 0 0,0 0 0 0 0,1 0 1 0 0,-1 0-1 0 0,-1 0 0 0 0,1 0 0 0 0,-1-5 0 0 0,0 5 2 0 0,0 0-1 0 0,1 0 0 0 0,0 0 0 0 0,0 0 0 0 0,0 0 1 0 0,0 0-1 0 0,0 0 0 0 0,0 0 0 0 0,1 1 0 0 0,-1-1 1 0 0,3-6-1 0 0,3 2 3 0 0,-6 6-4 0 0,1 0 1 0 0,0 0-1 0 0,-1 0 1 0 0,1 0-1 0 0,-1 1 1 0 0,1-1-1 0 0,-1 0 1 0 0,1 0-1 0 0,-1 0 1 0 0,0 0-1 0 0,1 0 0 0 0,-1 0 1 0 0,0 0-1 0 0,0 0 1 0 0,0 0-1 0 0,0-2 1 0 0,1 1 0 0 0,-1 0 0 0 0,1 0 0 0 0,-1 0 1 0 0,1-1-1 0 0,0 1 0 0 0,0 0 0 0 0,0 0 1 0 0,0 0-1 0 0,0 1 0 0 0,0-1 0 0 0,0 0 1 0 0,1 0-1 0 0,-1 0 0 0 0,0 1 0 0 0,3-2 0 0 0,6-9 8 0 0,-2-4-1 0 0,-7 12-9 0 0,1 0 0 0 0,0 1 1 0 0,0-1-1 0 0,0 1 1 0 0,1 0-1 0 0,-1 0 1 0 0,1-1-1 0 0,4-3 0 0 0,19-28 22 0 0,-10 13 4 0 0,-12 8-9 0 0,-3 4-15 0 0,44-41-25 0 0,-33 45 33 0 0,-11 6-6 0 0,0 0-1 0 0,-1 0 1 0 0,1 0-1 0 0,0 0 1 0 0,-1 0-1 0 0,1-1 1 0 0,0 1-1 0 0,-1 0 1 0 0,1 0-1 0 0,-1-1 1 0 0,1 1-1 0 0,-1 0 1 0 0,1-1-1 0 0,0 1 1 0 0,-1 0-1 0 0,1-1 1 0 0,-1 1-1 0 0,0-1 1 0 0,1 1-1 0 0,-1-1 0 0 0,1 1 1 0 0,-1-1-1 0 0,0 1 1 0 0,1-1-1 0 0,-1 1 1 0 0,0-1-1 0 0,1 0 1 0 0,-1 0-1 0 0,0 0 5 0 0,0 1-1 0 0,1-1 0 0 0,-1 0 0 0 0,0 0 1 0 0,1 1-1 0 0,-1-1 0 0 0,1 0 0 0 0,-1 1 1 0 0,1-1-1 0 0,-1 1 0 0 0,1-1 0 0 0,-1 1 1 0 0,1-1-1 0 0,0 1 0 0 0,-1-1 0 0 0,1 1 1 0 0,0-1-1 0 0,-1 1 0 0 0,1 0 0 0 0,0-1 1 0 0,-1 1-1 0 0,1 0 0 0 0,0 0 1 0 0,0-1-1 0 0,1 1 0 0 0,-1 0 0 0 0,-1 0 0 0 0,1 0 0 0 0,0 0-1 0 0,-1-1 1 0 0,1 1 0 0 0,0 0 0 0 0,-1 0 0 0 0,1-1 0 0 0,-1 1-1 0 0,1 0 1 0 0,0-1 0 0 0,-1 1 0 0 0,1-1 0 0 0,-1 1 0 0 0,1 0 0 0 0,-1-1-1 0 0,1 1 1 0 0,-1-1 0 0 0,1 0 0 0 0,-1 1 0 0 0,0-1 0 0 0,1 1-1 0 0,-1-1 1 0 0,1-1 0 0 0,-1 1 33 0 0,2 0-19 0 0,0 0-16 0 0,1 0 0 0 0,-1 0 0 0 0,0 1 0 0 0,0-1 0 0 0,0 1 0 0 0,1-1 0 0 0,-1 1 0 0 0,0 0 0 0 0,1 0 0 0 0,-1 0 0 0 0,0 0 0 0 0,0 1 0 0 0,1-1 0 0 0,-1 1 0 0 0,0-1 0 0 0,4 3 0 0 0,3-2 14 0 0,0 0-1 0 0,-1 0 0 0 0,1 0 1 0 0,0-1-1 0 0,-1-1 0 0 0,14-1 0 0 0,-13 1 0 0 0,-1 0 0 0 0,1 0-1 0 0,0 1 1 0 0,0 0 0 0 0,0 1-1 0 0,13 2 1 0 0,142 29 233 0 0,-15 2-87 0 0,-128-28-128 0 0,-2-2 79 0 0,35 16 0 0 0,-49-18-72 0 0,0 0 1 0 0,0 1-1 0 0,-1-1 0 0 0,1 1 0 0 0,-1 0 0 0 0,0 1 0 0 0,0-1 0 0 0,0 1 0 0 0,0 0 0 0 0,-1 0 0 0 0,1 0 0 0 0,2 5 0 0 0,24 30 505 0 0,42 72 646 0 0,-43-52-591 0 0,-18-43-344 0 0,0 1-1 0 0,-2 0 0 0 0,0 0 0 0 0,8 25 1 0 0,-7-16 182 0 0,1 0 0 0 0,18 31 0 0 0,1-10-5 0 0,0-11-90 0 0,-1 13-108 0 0,-26-44-220 0 0,0 1-1 0 0,1-1 1 0 0,-1-1 0 0 0,1 1-1 0 0,5 5 1 0 0,-5-6-2 0 0,0 0 1 0 0,-1 0-1 0 0,1 1 1 0 0,-1 0-1 0 0,0-1 1 0 0,0 1-1 0 0,2 6 0 0 0,-1-1 37 0 0,0 0-1 0 0,1 1 0 0 0,0-2 0 0 0,9 15 0 0 0,16 37 220 0 0,0-2-67 0 0,-17-43-159 0 0,-8-10-26 0 0,-1-1 0 0 0,1 1 0 0 0,-1 0 0 0 0,0 0 0 0 0,3 8 0 0 0,-4-3 3 0 0,-3-9-19 0 0,0 0 0 0 0,1 0 0 0 0,-1-1 0 0 0,1 1 0 0 0,-1 0 0 0 0,1-1 0 0 0,0 1 0 0 0,0-1 0 0 0,-1 1 0 0 0,1-1 0 0 0,0 1 0 0 0,1-1 0 0 0,-1 1 0 0 0,0-1 0 0 0,0 0 0 0 0,0 0 0 0 0,3 2 0 0 0,-1-1 2 0 0,0 0 1 0 0,0 1-1 0 0,0-1 0 0 0,0 1 1 0 0,-1 0-1 0 0,1 0 0 0 0,-1 0 1 0 0,0 0-1 0 0,3 5 0 0 0,-2-4 1 0 0,0-1 0 0 0,0 1 0 0 0,0-1 0 0 0,1 0 0 0 0,-1 0 0 0 0,6 4 0 0 0,-5-5 0 0 0,-1 1 0 0 0,1 0 0 0 0,-1 0 1 0 0,0 0-1 0 0,0 0 0 0 0,4 6 0 0 0,38 57 127 0 0,-16-24-9 0 0,-20-29-100 0 0,1 1 0 0 0,0-1-1 0 0,1-1 1 0 0,0 0 0 0 0,1 0 0 0 0,1-1-1 0 0,15 10 1 0 0,-10-5-9 0 0,41 26 53 0 0,31 16 54 0 0,-62-39-87 0 0,-23-16-30 0 0,0-1 1 0 0,-1 1-1 0 0,1 0 1 0 0,-1 1-1 0 0,7 5 1 0 0,-7-5-6 0 0,0 0 0 0 0,1-1 0 0 0,-1 0 0 0 0,1 0 0 0 0,8 4 1 0 0,-7-4-1 0 0,-1 0 1 0 0,0 0-1 0 0,0 0 1 0 0,0 0-1 0 0,8 9 1 0 0,-7-8 4 0 0,0 0-1 0 0,0-1 1 0 0,0 1-1 0 0,0-1 1 0 0,1 0-1 0 0,-1-1 1 0 0,1 1 0 0 0,0-1-1 0 0,0-1 1 0 0,0 1-1 0 0,0-1 1 0 0,0-1-1 0 0,7 1 1 0 0,-2 0 8 0 0,-1 0-1 0 0,1 1 1 0 0,12 3-1 0 0,22 3-10 0 0,-38-7-2 0 0,1 0 0 0 0,0 1 0 0 0,-1 0 0 0 0,1 0 0 0 0,-1 1 0 0 0,12 5 0 0 0,-14-5 0 0 0,0-1 0 0 0,1 0 0 0 0,-1 0 0 0 0,0 0 0 0 0,13 1 0 0 0,-7-1 0 0 0,-7 3 0 0 0,7 0 0 0 0,-9-6 0 0 0,25 15 0 0 0,4 2 0 0 0,-2-8 0 0 0,-14-1 0 0 0,0-1 0 0 0,1 0 0 0 0,0-1 0 0 0,0-1 0 0 0,31 3 0 0 0,-6 0 0 0 0,26 2 0 0 0,1-3 0 0 0,96-3 0 0 0,-122-3 0 0 0,-32-1 0 0 0,0 0 0 0 0,0 0 0 0 0,15-6 0 0 0,-13 2-102 0 0,-11 3-625 0 0,-39 1-9533 0 0,3 3 4370 0 0,20-1 3829 0 0,1 0 0 0 0,-1-1 1 0 0,-25-3-1 0 0,-18-5-1793 0 0,-3 0 1027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8263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229850" y="0"/>
            <a:ext cx="7824788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D2DD4-B0D5-417E-9940-377749E1ACB9}" type="datetimeFigureOut">
              <a:rPr lang="en-MY" smtClean="0"/>
              <a:t>10/12/2025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981700" y="12700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06575" y="4889500"/>
            <a:ext cx="14446250" cy="4000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50413"/>
            <a:ext cx="7826375" cy="5095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229850" y="9650413"/>
            <a:ext cx="7824788" cy="5095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6ACBC-9DFD-46F0-B3BD-D3DAC0A833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260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138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431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4095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1285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6992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011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1571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2469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246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2922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7854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7089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2980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3043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19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0932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20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59520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6ACBC-9DFD-46F0-B3BD-D3DAC0A833E4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93294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b978f3bc7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2b978f3bc7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60552" lvl="1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972"/>
              <a:buFont typeface="Proxima Nova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7e2c763cab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g27e2c763cab_0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7e2c763cab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27e2c763cab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fddf5c83c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fddf5c83c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400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b978f3bc7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g2b978f3bc7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e39c881fcb_3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g2e39c881fcb_3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b978f3bc7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g2b978f3bc7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fddf5c83c6_0_7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639" name="Google Shape;639;g2fddf5c83c6_0_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g2fddf5c83c6_0_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fddf5c83c6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592" name="Google Shape;592;g2fddf5c83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g2fddf5c83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fddf5c83c6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601" name="Google Shape;601;g2fddf5c83c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2" name="Google Shape;602;g2fddf5c83c6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fddf5c83c6_0_4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610" name="Google Shape;610;g2fddf5c83c6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g2fddf5c83c6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7e2c763cab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g27e2c763cab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fddf5c83c6_0_9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2fddf5c83c6_0_9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7e2c763cab_0_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g27e2c763cab_0_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b978f3bc7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2b978f3bc7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b978f3bc7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g2b978f3bc7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b978f3bc7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g2b978f3bc7c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fddf5c83c6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6" name="Google Shape;726;g2fddf5c83c6_0_1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fddf5c83c6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2" name="Google Shape;732;g2fddf5c83c6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fddf5c83c6_0_10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742" name="Google Shape;742;g2fddf5c83c6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2fddf5c83c6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fddf5c83c6_0_12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791" name="Google Shape;791;g2fddf5c83c6_0_1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g2fddf5c83c6_0_1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e39c881fcb_3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2e39c881fcb_3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b967da189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0" name="Google Shape;810;g2b967da189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b967da189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g2b967da1892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e39c881fcb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7" name="Google Shape;837;g2e39c881fcb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54455" y="3149600"/>
            <a:ext cx="15350490" cy="213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08910" y="5689600"/>
            <a:ext cx="12641580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2970" y="2336800"/>
            <a:ext cx="7855839" cy="670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300591" y="2336800"/>
            <a:ext cx="7855839" cy="670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2e02c7bee2b_0_511"/>
          <p:cNvSpPr/>
          <p:nvPr/>
        </p:nvSpPr>
        <p:spPr>
          <a:xfrm>
            <a:off x="0" y="9966815"/>
            <a:ext cx="18059400" cy="193185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180564" tIns="180564" rIns="180564" bIns="180564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7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g2e02c7bee2b_0_5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059400" cy="157037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e02c7bee2b_0_511"/>
          <p:cNvSpPr txBox="1">
            <a:spLocks noGrp="1"/>
          </p:cNvSpPr>
          <p:nvPr>
            <p:ph type="body" idx="1"/>
          </p:nvPr>
        </p:nvSpPr>
        <p:spPr>
          <a:xfrm>
            <a:off x="615608" y="2276494"/>
            <a:ext cx="16828185" cy="6748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902970" lvl="0" indent="-67722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  <a:defRPr>
                <a:solidFill>
                  <a:srgbClr val="0D0D0D"/>
                </a:solidFill>
              </a:defRPr>
            </a:lvl1pPr>
            <a:lvl2pPr marL="1805940" lvl="1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○"/>
              <a:defRPr>
                <a:solidFill>
                  <a:srgbClr val="0D0D0D"/>
                </a:solidFill>
              </a:defRPr>
            </a:lvl2pPr>
            <a:lvl3pPr marL="2708910" lvl="2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■"/>
              <a:defRPr>
                <a:solidFill>
                  <a:srgbClr val="0D0D0D"/>
                </a:solidFill>
              </a:defRPr>
            </a:lvl3pPr>
            <a:lvl4pPr marL="3611880" lvl="3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●"/>
              <a:defRPr>
                <a:solidFill>
                  <a:srgbClr val="0D0D0D"/>
                </a:solidFill>
              </a:defRPr>
            </a:lvl4pPr>
            <a:lvl5pPr marL="4514850" lvl="4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○"/>
              <a:defRPr>
                <a:solidFill>
                  <a:srgbClr val="0D0D0D"/>
                </a:solidFill>
              </a:defRPr>
            </a:lvl5pPr>
            <a:lvl6pPr marL="5417820" lvl="5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■"/>
              <a:defRPr>
                <a:solidFill>
                  <a:srgbClr val="0D0D0D"/>
                </a:solidFill>
              </a:defRPr>
            </a:lvl6pPr>
            <a:lvl7pPr marL="6320790" lvl="6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●"/>
              <a:defRPr>
                <a:solidFill>
                  <a:srgbClr val="0D0D0D"/>
                </a:solidFill>
              </a:defRPr>
            </a:lvl7pPr>
            <a:lvl8pPr marL="7223760" lvl="7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○"/>
              <a:defRPr>
                <a:solidFill>
                  <a:srgbClr val="0D0D0D"/>
                </a:solidFill>
              </a:defRPr>
            </a:lvl8pPr>
            <a:lvl9pPr marL="8126730" lvl="8" indent="-62706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Char char="■"/>
              <a:defRPr>
                <a:solidFill>
                  <a:srgbClr val="0D0D0D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2e02c7bee2b_0_511"/>
          <p:cNvSpPr txBox="1">
            <a:spLocks noGrp="1"/>
          </p:cNvSpPr>
          <p:nvPr>
            <p:ph type="sldNum" idx="12"/>
          </p:nvPr>
        </p:nvSpPr>
        <p:spPr>
          <a:xfrm>
            <a:off x="16733104" y="9211293"/>
            <a:ext cx="1083683" cy="77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975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01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ddf5c83c6_0_1159"/>
          <p:cNvSpPr txBox="1">
            <a:spLocks noGrp="1"/>
          </p:cNvSpPr>
          <p:nvPr>
            <p:ph type="title"/>
          </p:nvPr>
        </p:nvSpPr>
        <p:spPr>
          <a:xfrm>
            <a:off x="902970" y="226250"/>
            <a:ext cx="1143762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2fddf5c83c6_0_1159"/>
          <p:cNvSpPr txBox="1">
            <a:spLocks noGrp="1"/>
          </p:cNvSpPr>
          <p:nvPr>
            <p:ph type="dt" idx="10"/>
          </p:nvPr>
        </p:nvSpPr>
        <p:spPr>
          <a:xfrm>
            <a:off x="902970" y="9144002"/>
            <a:ext cx="6772275" cy="45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2fddf5c83c6_0_1159"/>
          <p:cNvSpPr txBox="1">
            <a:spLocks noGrp="1"/>
          </p:cNvSpPr>
          <p:nvPr>
            <p:ph type="ftr" idx="11"/>
          </p:nvPr>
        </p:nvSpPr>
        <p:spPr>
          <a:xfrm>
            <a:off x="5643563" y="9619075"/>
            <a:ext cx="6772275" cy="42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2fddf5c83c6_0_1159"/>
          <p:cNvSpPr txBox="1">
            <a:spLocks noGrp="1"/>
          </p:cNvSpPr>
          <p:nvPr>
            <p:ph type="sldNum" idx="12"/>
          </p:nvPr>
        </p:nvSpPr>
        <p:spPr>
          <a:xfrm rot="-5400000">
            <a:off x="16573803" y="8629273"/>
            <a:ext cx="1949037" cy="72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983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970" y="406400"/>
            <a:ext cx="16253460" cy="162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970" y="2336800"/>
            <a:ext cx="16253460" cy="670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40196" y="9448800"/>
            <a:ext cx="5779008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02970" y="9448800"/>
            <a:ext cx="4153662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002769" y="9448800"/>
            <a:ext cx="4153662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3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5" Type="http://schemas.openxmlformats.org/officeDocument/2006/relationships/image" Target="../media/image375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35.png"/><Relationship Id="rId299" Type="http://schemas.openxmlformats.org/officeDocument/2006/relationships/image" Target="../media/image526.png"/><Relationship Id="rId303" Type="http://schemas.openxmlformats.org/officeDocument/2006/relationships/image" Target="../media/image528.png"/><Relationship Id="rId63" Type="http://schemas.openxmlformats.org/officeDocument/2006/relationships/image" Target="../media/image408.png"/><Relationship Id="rId84" Type="http://schemas.openxmlformats.org/officeDocument/2006/relationships/customXml" Target="../ink/ink16.xml"/><Relationship Id="rId138" Type="http://schemas.openxmlformats.org/officeDocument/2006/relationships/customXml" Target="../ink/ink43.xml"/><Relationship Id="rId159" Type="http://schemas.openxmlformats.org/officeDocument/2006/relationships/image" Target="../media/image456.png"/><Relationship Id="rId324" Type="http://schemas.openxmlformats.org/officeDocument/2006/relationships/customXml" Target="../ink/ink136.xml"/><Relationship Id="rId170" Type="http://schemas.openxmlformats.org/officeDocument/2006/relationships/customXml" Target="../ink/ink59.xml"/><Relationship Id="rId191" Type="http://schemas.openxmlformats.org/officeDocument/2006/relationships/image" Target="../media/image472.png"/><Relationship Id="rId205" Type="http://schemas.openxmlformats.org/officeDocument/2006/relationships/image" Target="../media/image479.png"/><Relationship Id="rId226" Type="http://schemas.openxmlformats.org/officeDocument/2006/relationships/customXml" Target="../ink/ink87.xml"/><Relationship Id="rId247" Type="http://schemas.openxmlformats.org/officeDocument/2006/relationships/image" Target="../media/image500.png"/><Relationship Id="rId107" Type="http://schemas.openxmlformats.org/officeDocument/2006/relationships/image" Target="../media/image430.png"/><Relationship Id="rId268" Type="http://schemas.openxmlformats.org/officeDocument/2006/relationships/customXml" Target="../ink/ink108.xml"/><Relationship Id="rId289" Type="http://schemas.openxmlformats.org/officeDocument/2006/relationships/image" Target="../media/image521.png"/><Relationship Id="rId74" Type="http://schemas.openxmlformats.org/officeDocument/2006/relationships/customXml" Target="../ink/ink11.xml"/><Relationship Id="rId128" Type="http://schemas.openxmlformats.org/officeDocument/2006/relationships/customXml" Target="../ink/ink38.xml"/><Relationship Id="rId149" Type="http://schemas.openxmlformats.org/officeDocument/2006/relationships/image" Target="../media/image451.png"/><Relationship Id="rId314" Type="http://schemas.openxmlformats.org/officeDocument/2006/relationships/customXml" Target="../ink/ink131.xml"/><Relationship Id="rId95" Type="http://schemas.openxmlformats.org/officeDocument/2006/relationships/image" Target="../media/image424.png"/><Relationship Id="rId160" Type="http://schemas.openxmlformats.org/officeDocument/2006/relationships/customXml" Target="../ink/ink54.xml"/><Relationship Id="rId181" Type="http://schemas.openxmlformats.org/officeDocument/2006/relationships/image" Target="../media/image467.png"/><Relationship Id="rId216" Type="http://schemas.openxmlformats.org/officeDocument/2006/relationships/customXml" Target="../ink/ink82.xml"/><Relationship Id="rId237" Type="http://schemas.openxmlformats.org/officeDocument/2006/relationships/image" Target="../media/image495.png"/><Relationship Id="rId258" Type="http://schemas.openxmlformats.org/officeDocument/2006/relationships/customXml" Target="../ink/ink103.xml"/><Relationship Id="rId279" Type="http://schemas.openxmlformats.org/officeDocument/2006/relationships/image" Target="../media/image516.png"/><Relationship Id="rId64" Type="http://schemas.openxmlformats.org/officeDocument/2006/relationships/customXml" Target="../ink/ink6.xml"/><Relationship Id="rId118" Type="http://schemas.openxmlformats.org/officeDocument/2006/relationships/customXml" Target="../ink/ink33.xml"/><Relationship Id="rId139" Type="http://schemas.openxmlformats.org/officeDocument/2006/relationships/image" Target="../media/image446.png"/><Relationship Id="rId290" Type="http://schemas.openxmlformats.org/officeDocument/2006/relationships/customXml" Target="../ink/ink119.xml"/><Relationship Id="rId304" Type="http://schemas.openxmlformats.org/officeDocument/2006/relationships/customXml" Target="../ink/ink126.xml"/><Relationship Id="rId325" Type="http://schemas.openxmlformats.org/officeDocument/2006/relationships/image" Target="../media/image2.png"/><Relationship Id="rId85" Type="http://schemas.openxmlformats.org/officeDocument/2006/relationships/image" Target="../media/image419.png"/><Relationship Id="rId150" Type="http://schemas.openxmlformats.org/officeDocument/2006/relationships/customXml" Target="../ink/ink49.xml"/><Relationship Id="rId171" Type="http://schemas.openxmlformats.org/officeDocument/2006/relationships/image" Target="../media/image462.png"/><Relationship Id="rId192" Type="http://schemas.openxmlformats.org/officeDocument/2006/relationships/customXml" Target="../ink/ink70.xml"/><Relationship Id="rId206" Type="http://schemas.openxmlformats.org/officeDocument/2006/relationships/customXml" Target="../ink/ink77.xml"/><Relationship Id="rId227" Type="http://schemas.openxmlformats.org/officeDocument/2006/relationships/image" Target="../media/image490.png"/><Relationship Id="rId248" Type="http://schemas.openxmlformats.org/officeDocument/2006/relationships/customXml" Target="../ink/ink98.xml"/><Relationship Id="rId269" Type="http://schemas.openxmlformats.org/officeDocument/2006/relationships/image" Target="../media/image511.png"/><Relationship Id="rId108" Type="http://schemas.openxmlformats.org/officeDocument/2006/relationships/customXml" Target="../ink/ink28.xml"/><Relationship Id="rId129" Type="http://schemas.openxmlformats.org/officeDocument/2006/relationships/image" Target="../media/image441.png"/><Relationship Id="rId280" Type="http://schemas.openxmlformats.org/officeDocument/2006/relationships/customXml" Target="../ink/ink114.xml"/><Relationship Id="rId315" Type="http://schemas.openxmlformats.org/officeDocument/2006/relationships/image" Target="../media/image534.png"/><Relationship Id="rId75" Type="http://schemas.openxmlformats.org/officeDocument/2006/relationships/image" Target="../media/image414.png"/><Relationship Id="rId96" Type="http://schemas.openxmlformats.org/officeDocument/2006/relationships/customXml" Target="../ink/ink22.xml"/><Relationship Id="rId140" Type="http://schemas.openxmlformats.org/officeDocument/2006/relationships/customXml" Target="../ink/ink44.xml"/><Relationship Id="rId161" Type="http://schemas.openxmlformats.org/officeDocument/2006/relationships/image" Target="../media/image457.png"/><Relationship Id="rId182" Type="http://schemas.openxmlformats.org/officeDocument/2006/relationships/customXml" Target="../ink/ink65.xml"/><Relationship Id="rId217" Type="http://schemas.openxmlformats.org/officeDocument/2006/relationships/image" Target="../media/image485.png"/><Relationship Id="rId238" Type="http://schemas.openxmlformats.org/officeDocument/2006/relationships/customXml" Target="../ink/ink93.xml"/><Relationship Id="rId259" Type="http://schemas.openxmlformats.org/officeDocument/2006/relationships/image" Target="../media/image506.png"/><Relationship Id="rId114" Type="http://schemas.openxmlformats.org/officeDocument/2006/relationships/customXml" Target="../ink/ink31.xml"/><Relationship Id="rId119" Type="http://schemas.openxmlformats.org/officeDocument/2006/relationships/image" Target="../media/image436.png"/><Relationship Id="rId270" Type="http://schemas.openxmlformats.org/officeDocument/2006/relationships/customXml" Target="../ink/ink109.xml"/><Relationship Id="rId275" Type="http://schemas.openxmlformats.org/officeDocument/2006/relationships/image" Target="../media/image514.png"/><Relationship Id="rId291" Type="http://schemas.openxmlformats.org/officeDocument/2006/relationships/image" Target="../media/image522.png"/><Relationship Id="rId296" Type="http://schemas.openxmlformats.org/officeDocument/2006/relationships/customXml" Target="../ink/ink122.xml"/><Relationship Id="rId300" Type="http://schemas.openxmlformats.org/officeDocument/2006/relationships/customXml" Target="../ink/ink124.xml"/><Relationship Id="rId305" Type="http://schemas.openxmlformats.org/officeDocument/2006/relationships/image" Target="../media/image529.png"/><Relationship Id="rId326" Type="http://schemas.openxmlformats.org/officeDocument/2006/relationships/customXml" Target="../ink/ink137.xml"/><Relationship Id="rId65" Type="http://schemas.openxmlformats.org/officeDocument/2006/relationships/image" Target="../media/image409.png"/><Relationship Id="rId81" Type="http://schemas.openxmlformats.org/officeDocument/2006/relationships/image" Target="../media/image417.png"/><Relationship Id="rId86" Type="http://schemas.openxmlformats.org/officeDocument/2006/relationships/customXml" Target="../ink/ink17.xml"/><Relationship Id="rId130" Type="http://schemas.openxmlformats.org/officeDocument/2006/relationships/customXml" Target="../ink/ink39.xml"/><Relationship Id="rId135" Type="http://schemas.openxmlformats.org/officeDocument/2006/relationships/image" Target="../media/image444.png"/><Relationship Id="rId151" Type="http://schemas.openxmlformats.org/officeDocument/2006/relationships/image" Target="../media/image452.png"/><Relationship Id="rId156" Type="http://schemas.openxmlformats.org/officeDocument/2006/relationships/customXml" Target="../ink/ink52.xml"/><Relationship Id="rId177" Type="http://schemas.openxmlformats.org/officeDocument/2006/relationships/image" Target="../media/image465.png"/><Relationship Id="rId198" Type="http://schemas.openxmlformats.org/officeDocument/2006/relationships/customXml" Target="../ink/ink73.xml"/><Relationship Id="rId321" Type="http://schemas.openxmlformats.org/officeDocument/2006/relationships/image" Target="../media/image537.png"/><Relationship Id="rId172" Type="http://schemas.openxmlformats.org/officeDocument/2006/relationships/customXml" Target="../ink/ink60.xml"/><Relationship Id="rId193" Type="http://schemas.openxmlformats.org/officeDocument/2006/relationships/image" Target="../media/image473.png"/><Relationship Id="rId202" Type="http://schemas.openxmlformats.org/officeDocument/2006/relationships/customXml" Target="../ink/ink75.xml"/><Relationship Id="rId207" Type="http://schemas.openxmlformats.org/officeDocument/2006/relationships/image" Target="../media/image480.png"/><Relationship Id="rId223" Type="http://schemas.openxmlformats.org/officeDocument/2006/relationships/image" Target="../media/image488.png"/><Relationship Id="rId228" Type="http://schemas.openxmlformats.org/officeDocument/2006/relationships/customXml" Target="../ink/ink88.xml"/><Relationship Id="rId244" Type="http://schemas.openxmlformats.org/officeDocument/2006/relationships/customXml" Target="../ink/ink96.xml"/><Relationship Id="rId249" Type="http://schemas.openxmlformats.org/officeDocument/2006/relationships/image" Target="../media/image501.png"/><Relationship Id="rId39" Type="http://schemas.openxmlformats.org/officeDocument/2006/relationships/image" Target="../media/image396.png"/><Relationship Id="rId109" Type="http://schemas.openxmlformats.org/officeDocument/2006/relationships/image" Target="../media/image431.png"/><Relationship Id="rId260" Type="http://schemas.openxmlformats.org/officeDocument/2006/relationships/customXml" Target="../ink/ink104.xml"/><Relationship Id="rId265" Type="http://schemas.openxmlformats.org/officeDocument/2006/relationships/image" Target="../media/image509.png"/><Relationship Id="rId281" Type="http://schemas.openxmlformats.org/officeDocument/2006/relationships/image" Target="../media/image517.png"/><Relationship Id="rId286" Type="http://schemas.openxmlformats.org/officeDocument/2006/relationships/customXml" Target="../ink/ink117.xml"/><Relationship Id="rId316" Type="http://schemas.openxmlformats.org/officeDocument/2006/relationships/customXml" Target="../ink/ink132.xml"/><Relationship Id="rId76" Type="http://schemas.openxmlformats.org/officeDocument/2006/relationships/customXml" Target="../ink/ink12.xml"/><Relationship Id="rId97" Type="http://schemas.openxmlformats.org/officeDocument/2006/relationships/image" Target="../media/image425.png"/><Relationship Id="rId104" Type="http://schemas.openxmlformats.org/officeDocument/2006/relationships/customXml" Target="../ink/ink26.xml"/><Relationship Id="rId120" Type="http://schemas.openxmlformats.org/officeDocument/2006/relationships/customXml" Target="../ink/ink34.xml"/><Relationship Id="rId125" Type="http://schemas.openxmlformats.org/officeDocument/2006/relationships/image" Target="../media/image439.png"/><Relationship Id="rId141" Type="http://schemas.openxmlformats.org/officeDocument/2006/relationships/image" Target="../media/image447.png"/><Relationship Id="rId146" Type="http://schemas.openxmlformats.org/officeDocument/2006/relationships/customXml" Target="../ink/ink47.xml"/><Relationship Id="rId167" Type="http://schemas.openxmlformats.org/officeDocument/2006/relationships/image" Target="../media/image460.png"/><Relationship Id="rId188" Type="http://schemas.openxmlformats.org/officeDocument/2006/relationships/customXml" Target="../ink/ink68.xml"/><Relationship Id="rId311" Type="http://schemas.openxmlformats.org/officeDocument/2006/relationships/image" Target="../media/image532.png"/><Relationship Id="rId71" Type="http://schemas.openxmlformats.org/officeDocument/2006/relationships/image" Target="../media/image412.png"/><Relationship Id="rId92" Type="http://schemas.openxmlformats.org/officeDocument/2006/relationships/customXml" Target="../ink/ink20.xml"/><Relationship Id="rId162" Type="http://schemas.openxmlformats.org/officeDocument/2006/relationships/customXml" Target="../ink/ink55.xml"/><Relationship Id="rId183" Type="http://schemas.openxmlformats.org/officeDocument/2006/relationships/image" Target="../media/image468.png"/><Relationship Id="rId213" Type="http://schemas.openxmlformats.org/officeDocument/2006/relationships/image" Target="../media/image483.png"/><Relationship Id="rId218" Type="http://schemas.openxmlformats.org/officeDocument/2006/relationships/customXml" Target="../ink/ink83.xml"/><Relationship Id="rId234" Type="http://schemas.openxmlformats.org/officeDocument/2006/relationships/customXml" Target="../ink/ink91.xml"/><Relationship Id="rId239" Type="http://schemas.openxmlformats.org/officeDocument/2006/relationships/image" Target="../media/image496.png"/><Relationship Id="rId2" Type="http://schemas.openxmlformats.org/officeDocument/2006/relationships/notesSlide" Target="../notesSlides/notesSlide10.xml"/><Relationship Id="rId250" Type="http://schemas.openxmlformats.org/officeDocument/2006/relationships/customXml" Target="../ink/ink99.xml"/><Relationship Id="rId255" Type="http://schemas.openxmlformats.org/officeDocument/2006/relationships/image" Target="../media/image504.png"/><Relationship Id="rId271" Type="http://schemas.openxmlformats.org/officeDocument/2006/relationships/image" Target="../media/image512.png"/><Relationship Id="rId276" Type="http://schemas.openxmlformats.org/officeDocument/2006/relationships/customXml" Target="../ink/ink112.xml"/><Relationship Id="rId292" Type="http://schemas.openxmlformats.org/officeDocument/2006/relationships/customXml" Target="../ink/ink120.xml"/><Relationship Id="rId297" Type="http://schemas.openxmlformats.org/officeDocument/2006/relationships/image" Target="../media/image525.png"/><Relationship Id="rId306" Type="http://schemas.openxmlformats.org/officeDocument/2006/relationships/customXml" Target="../ink/ink127.xml"/><Relationship Id="rId40" Type="http://schemas.openxmlformats.org/officeDocument/2006/relationships/customXml" Target="../ink/ink5.xml"/><Relationship Id="rId66" Type="http://schemas.openxmlformats.org/officeDocument/2006/relationships/customXml" Target="../ink/ink7.xml"/><Relationship Id="rId87" Type="http://schemas.openxmlformats.org/officeDocument/2006/relationships/image" Target="../media/image420.png"/><Relationship Id="rId110" Type="http://schemas.openxmlformats.org/officeDocument/2006/relationships/customXml" Target="../ink/ink29.xml"/><Relationship Id="rId115" Type="http://schemas.openxmlformats.org/officeDocument/2006/relationships/image" Target="../media/image434.png"/><Relationship Id="rId131" Type="http://schemas.openxmlformats.org/officeDocument/2006/relationships/image" Target="../media/image442.png"/><Relationship Id="rId136" Type="http://schemas.openxmlformats.org/officeDocument/2006/relationships/customXml" Target="../ink/ink42.xml"/><Relationship Id="rId157" Type="http://schemas.openxmlformats.org/officeDocument/2006/relationships/image" Target="../media/image455.png"/><Relationship Id="rId178" Type="http://schemas.openxmlformats.org/officeDocument/2006/relationships/customXml" Target="../ink/ink63.xml"/><Relationship Id="rId301" Type="http://schemas.openxmlformats.org/officeDocument/2006/relationships/image" Target="../media/image527.png"/><Relationship Id="rId322" Type="http://schemas.openxmlformats.org/officeDocument/2006/relationships/customXml" Target="../ink/ink135.xml"/><Relationship Id="rId327" Type="http://schemas.openxmlformats.org/officeDocument/2006/relationships/image" Target="../media/image539.png"/><Relationship Id="rId82" Type="http://schemas.openxmlformats.org/officeDocument/2006/relationships/customXml" Target="../ink/ink15.xml"/><Relationship Id="rId152" Type="http://schemas.openxmlformats.org/officeDocument/2006/relationships/customXml" Target="../ink/ink50.xml"/><Relationship Id="rId173" Type="http://schemas.openxmlformats.org/officeDocument/2006/relationships/image" Target="../media/image463.png"/><Relationship Id="rId194" Type="http://schemas.openxmlformats.org/officeDocument/2006/relationships/customXml" Target="../ink/ink71.xml"/><Relationship Id="rId199" Type="http://schemas.openxmlformats.org/officeDocument/2006/relationships/image" Target="../media/image476.png"/><Relationship Id="rId203" Type="http://schemas.openxmlformats.org/officeDocument/2006/relationships/image" Target="../media/image478.png"/><Relationship Id="rId208" Type="http://schemas.openxmlformats.org/officeDocument/2006/relationships/customXml" Target="../ink/ink78.xml"/><Relationship Id="rId229" Type="http://schemas.openxmlformats.org/officeDocument/2006/relationships/image" Target="../media/image491.png"/><Relationship Id="rId224" Type="http://schemas.openxmlformats.org/officeDocument/2006/relationships/customXml" Target="../ink/ink86.xml"/><Relationship Id="rId240" Type="http://schemas.openxmlformats.org/officeDocument/2006/relationships/customXml" Target="../ink/ink94.xml"/><Relationship Id="rId245" Type="http://schemas.openxmlformats.org/officeDocument/2006/relationships/image" Target="../media/image499.png"/><Relationship Id="rId261" Type="http://schemas.openxmlformats.org/officeDocument/2006/relationships/image" Target="../media/image507.png"/><Relationship Id="rId266" Type="http://schemas.openxmlformats.org/officeDocument/2006/relationships/customXml" Target="../ink/ink107.xml"/><Relationship Id="rId287" Type="http://schemas.openxmlformats.org/officeDocument/2006/relationships/image" Target="../media/image520.png"/><Relationship Id="rId77" Type="http://schemas.openxmlformats.org/officeDocument/2006/relationships/image" Target="../media/image415.png"/><Relationship Id="rId100" Type="http://schemas.openxmlformats.org/officeDocument/2006/relationships/customXml" Target="../ink/ink24.xml"/><Relationship Id="rId105" Type="http://schemas.openxmlformats.org/officeDocument/2006/relationships/image" Target="../media/image429.png"/><Relationship Id="rId126" Type="http://schemas.openxmlformats.org/officeDocument/2006/relationships/customXml" Target="../ink/ink37.xml"/><Relationship Id="rId147" Type="http://schemas.openxmlformats.org/officeDocument/2006/relationships/image" Target="../media/image450.png"/><Relationship Id="rId168" Type="http://schemas.openxmlformats.org/officeDocument/2006/relationships/customXml" Target="../ink/ink58.xml"/><Relationship Id="rId282" Type="http://schemas.openxmlformats.org/officeDocument/2006/relationships/customXml" Target="../ink/ink115.xml"/><Relationship Id="rId312" Type="http://schemas.openxmlformats.org/officeDocument/2006/relationships/customXml" Target="../ink/ink130.xml"/><Relationship Id="rId317" Type="http://schemas.openxmlformats.org/officeDocument/2006/relationships/image" Target="../media/image535.png"/><Relationship Id="rId72" Type="http://schemas.openxmlformats.org/officeDocument/2006/relationships/customXml" Target="../ink/ink10.xml"/><Relationship Id="rId93" Type="http://schemas.openxmlformats.org/officeDocument/2006/relationships/image" Target="../media/image423.png"/><Relationship Id="rId98" Type="http://schemas.openxmlformats.org/officeDocument/2006/relationships/customXml" Target="../ink/ink23.xml"/><Relationship Id="rId121" Type="http://schemas.openxmlformats.org/officeDocument/2006/relationships/image" Target="../media/image437.png"/><Relationship Id="rId142" Type="http://schemas.openxmlformats.org/officeDocument/2006/relationships/customXml" Target="../ink/ink45.xml"/><Relationship Id="rId163" Type="http://schemas.openxmlformats.org/officeDocument/2006/relationships/image" Target="../media/image458.png"/><Relationship Id="rId184" Type="http://schemas.openxmlformats.org/officeDocument/2006/relationships/customXml" Target="../ink/ink66.xml"/><Relationship Id="rId189" Type="http://schemas.openxmlformats.org/officeDocument/2006/relationships/image" Target="../media/image471.png"/><Relationship Id="rId219" Type="http://schemas.openxmlformats.org/officeDocument/2006/relationships/image" Target="../media/image486.png"/><Relationship Id="rId3" Type="http://schemas.openxmlformats.org/officeDocument/2006/relationships/customXml" Target="../ink/ink4.xml"/><Relationship Id="rId214" Type="http://schemas.openxmlformats.org/officeDocument/2006/relationships/customXml" Target="../ink/ink81.xml"/><Relationship Id="rId230" Type="http://schemas.openxmlformats.org/officeDocument/2006/relationships/customXml" Target="../ink/ink89.xml"/><Relationship Id="rId235" Type="http://schemas.openxmlformats.org/officeDocument/2006/relationships/image" Target="../media/image494.png"/><Relationship Id="rId251" Type="http://schemas.openxmlformats.org/officeDocument/2006/relationships/image" Target="../media/image502.png"/><Relationship Id="rId256" Type="http://schemas.openxmlformats.org/officeDocument/2006/relationships/customXml" Target="../ink/ink102.xml"/><Relationship Id="rId277" Type="http://schemas.openxmlformats.org/officeDocument/2006/relationships/image" Target="../media/image515.png"/><Relationship Id="rId298" Type="http://schemas.openxmlformats.org/officeDocument/2006/relationships/customXml" Target="../ink/ink123.xml"/><Relationship Id="rId67" Type="http://schemas.openxmlformats.org/officeDocument/2006/relationships/image" Target="../media/image410.png"/><Relationship Id="rId116" Type="http://schemas.openxmlformats.org/officeDocument/2006/relationships/customXml" Target="../ink/ink32.xml"/><Relationship Id="rId137" Type="http://schemas.openxmlformats.org/officeDocument/2006/relationships/image" Target="../media/image445.png"/><Relationship Id="rId158" Type="http://schemas.openxmlformats.org/officeDocument/2006/relationships/customXml" Target="../ink/ink53.xml"/><Relationship Id="rId272" Type="http://schemas.openxmlformats.org/officeDocument/2006/relationships/customXml" Target="../ink/ink110.xml"/><Relationship Id="rId293" Type="http://schemas.openxmlformats.org/officeDocument/2006/relationships/image" Target="../media/image523.png"/><Relationship Id="rId302" Type="http://schemas.openxmlformats.org/officeDocument/2006/relationships/customXml" Target="../ink/ink125.xml"/><Relationship Id="rId307" Type="http://schemas.openxmlformats.org/officeDocument/2006/relationships/image" Target="../media/image530.png"/><Relationship Id="rId323" Type="http://schemas.openxmlformats.org/officeDocument/2006/relationships/image" Target="../media/image538.png"/><Relationship Id="rId83" Type="http://schemas.openxmlformats.org/officeDocument/2006/relationships/image" Target="../media/image418.png"/><Relationship Id="rId88" Type="http://schemas.openxmlformats.org/officeDocument/2006/relationships/customXml" Target="../ink/ink18.xml"/><Relationship Id="rId111" Type="http://schemas.openxmlformats.org/officeDocument/2006/relationships/image" Target="../media/image432.png"/><Relationship Id="rId132" Type="http://schemas.openxmlformats.org/officeDocument/2006/relationships/customXml" Target="../ink/ink40.xml"/><Relationship Id="rId153" Type="http://schemas.openxmlformats.org/officeDocument/2006/relationships/image" Target="../media/image453.png"/><Relationship Id="rId174" Type="http://schemas.openxmlformats.org/officeDocument/2006/relationships/customXml" Target="../ink/ink61.xml"/><Relationship Id="rId179" Type="http://schemas.openxmlformats.org/officeDocument/2006/relationships/image" Target="../media/image466.png"/><Relationship Id="rId195" Type="http://schemas.openxmlformats.org/officeDocument/2006/relationships/image" Target="../media/image474.png"/><Relationship Id="rId209" Type="http://schemas.openxmlformats.org/officeDocument/2006/relationships/image" Target="../media/image481.png"/><Relationship Id="rId190" Type="http://schemas.openxmlformats.org/officeDocument/2006/relationships/customXml" Target="../ink/ink69.xml"/><Relationship Id="rId204" Type="http://schemas.openxmlformats.org/officeDocument/2006/relationships/customXml" Target="../ink/ink76.xml"/><Relationship Id="rId220" Type="http://schemas.openxmlformats.org/officeDocument/2006/relationships/customXml" Target="../ink/ink84.xml"/><Relationship Id="rId225" Type="http://schemas.openxmlformats.org/officeDocument/2006/relationships/image" Target="../media/image489.png"/><Relationship Id="rId241" Type="http://schemas.openxmlformats.org/officeDocument/2006/relationships/image" Target="../media/image497.png"/><Relationship Id="rId246" Type="http://schemas.openxmlformats.org/officeDocument/2006/relationships/customXml" Target="../ink/ink97.xml"/><Relationship Id="rId267" Type="http://schemas.openxmlformats.org/officeDocument/2006/relationships/image" Target="../media/image510.png"/><Relationship Id="rId288" Type="http://schemas.openxmlformats.org/officeDocument/2006/relationships/customXml" Target="../ink/ink118.xml"/><Relationship Id="rId106" Type="http://schemas.openxmlformats.org/officeDocument/2006/relationships/customXml" Target="../ink/ink27.xml"/><Relationship Id="rId127" Type="http://schemas.openxmlformats.org/officeDocument/2006/relationships/image" Target="../media/image440.png"/><Relationship Id="rId262" Type="http://schemas.openxmlformats.org/officeDocument/2006/relationships/customXml" Target="../ink/ink105.xml"/><Relationship Id="rId283" Type="http://schemas.openxmlformats.org/officeDocument/2006/relationships/image" Target="../media/image518.png"/><Relationship Id="rId313" Type="http://schemas.openxmlformats.org/officeDocument/2006/relationships/image" Target="../media/image533.png"/><Relationship Id="rId318" Type="http://schemas.openxmlformats.org/officeDocument/2006/relationships/customXml" Target="../ink/ink133.xml"/><Relationship Id="rId73" Type="http://schemas.openxmlformats.org/officeDocument/2006/relationships/image" Target="../media/image413.png"/><Relationship Id="rId78" Type="http://schemas.openxmlformats.org/officeDocument/2006/relationships/customXml" Target="../ink/ink13.xml"/><Relationship Id="rId94" Type="http://schemas.openxmlformats.org/officeDocument/2006/relationships/customXml" Target="../ink/ink21.xml"/><Relationship Id="rId99" Type="http://schemas.openxmlformats.org/officeDocument/2006/relationships/image" Target="../media/image426.png"/><Relationship Id="rId101" Type="http://schemas.openxmlformats.org/officeDocument/2006/relationships/image" Target="../media/image427.png"/><Relationship Id="rId122" Type="http://schemas.openxmlformats.org/officeDocument/2006/relationships/customXml" Target="../ink/ink35.xml"/><Relationship Id="rId143" Type="http://schemas.openxmlformats.org/officeDocument/2006/relationships/image" Target="../media/image448.png"/><Relationship Id="rId148" Type="http://schemas.openxmlformats.org/officeDocument/2006/relationships/customXml" Target="../ink/ink48.xml"/><Relationship Id="rId164" Type="http://schemas.openxmlformats.org/officeDocument/2006/relationships/customXml" Target="../ink/ink56.xml"/><Relationship Id="rId169" Type="http://schemas.openxmlformats.org/officeDocument/2006/relationships/image" Target="../media/image461.png"/><Relationship Id="rId185" Type="http://schemas.openxmlformats.org/officeDocument/2006/relationships/image" Target="../media/image469.png"/><Relationship Id="rId180" Type="http://schemas.openxmlformats.org/officeDocument/2006/relationships/customXml" Target="../ink/ink64.xml"/><Relationship Id="rId210" Type="http://schemas.openxmlformats.org/officeDocument/2006/relationships/customXml" Target="../ink/ink79.xml"/><Relationship Id="rId215" Type="http://schemas.openxmlformats.org/officeDocument/2006/relationships/image" Target="../media/image484.png"/><Relationship Id="rId236" Type="http://schemas.openxmlformats.org/officeDocument/2006/relationships/customXml" Target="../ink/ink92.xml"/><Relationship Id="rId257" Type="http://schemas.openxmlformats.org/officeDocument/2006/relationships/image" Target="../media/image505.png"/><Relationship Id="rId278" Type="http://schemas.openxmlformats.org/officeDocument/2006/relationships/customXml" Target="../ink/ink113.xml"/><Relationship Id="rId231" Type="http://schemas.openxmlformats.org/officeDocument/2006/relationships/image" Target="../media/image492.png"/><Relationship Id="rId252" Type="http://schemas.openxmlformats.org/officeDocument/2006/relationships/customXml" Target="../ink/ink100.xml"/><Relationship Id="rId273" Type="http://schemas.openxmlformats.org/officeDocument/2006/relationships/image" Target="../media/image513.png"/><Relationship Id="rId294" Type="http://schemas.openxmlformats.org/officeDocument/2006/relationships/customXml" Target="../ink/ink121.xml"/><Relationship Id="rId308" Type="http://schemas.openxmlformats.org/officeDocument/2006/relationships/customXml" Target="../ink/ink128.xml"/><Relationship Id="rId68" Type="http://schemas.openxmlformats.org/officeDocument/2006/relationships/customXml" Target="../ink/ink8.xml"/><Relationship Id="rId89" Type="http://schemas.openxmlformats.org/officeDocument/2006/relationships/image" Target="../media/image421.png"/><Relationship Id="rId112" Type="http://schemas.openxmlformats.org/officeDocument/2006/relationships/customXml" Target="../ink/ink30.xml"/><Relationship Id="rId133" Type="http://schemas.openxmlformats.org/officeDocument/2006/relationships/image" Target="../media/image443.png"/><Relationship Id="rId154" Type="http://schemas.openxmlformats.org/officeDocument/2006/relationships/customXml" Target="../ink/ink51.xml"/><Relationship Id="rId175" Type="http://schemas.openxmlformats.org/officeDocument/2006/relationships/image" Target="../media/image464.png"/><Relationship Id="rId196" Type="http://schemas.openxmlformats.org/officeDocument/2006/relationships/customXml" Target="../ink/ink72.xml"/><Relationship Id="rId200" Type="http://schemas.openxmlformats.org/officeDocument/2006/relationships/customXml" Target="../ink/ink74.xml"/><Relationship Id="rId221" Type="http://schemas.openxmlformats.org/officeDocument/2006/relationships/image" Target="../media/image487.png"/><Relationship Id="rId242" Type="http://schemas.openxmlformats.org/officeDocument/2006/relationships/customXml" Target="../ink/ink95.xml"/><Relationship Id="rId263" Type="http://schemas.openxmlformats.org/officeDocument/2006/relationships/image" Target="../media/image508.png"/><Relationship Id="rId284" Type="http://schemas.openxmlformats.org/officeDocument/2006/relationships/customXml" Target="../ink/ink116.xml"/><Relationship Id="rId319" Type="http://schemas.openxmlformats.org/officeDocument/2006/relationships/image" Target="../media/image536.png"/><Relationship Id="rId79" Type="http://schemas.openxmlformats.org/officeDocument/2006/relationships/image" Target="../media/image416.png"/><Relationship Id="rId102" Type="http://schemas.openxmlformats.org/officeDocument/2006/relationships/customXml" Target="../ink/ink25.xml"/><Relationship Id="rId123" Type="http://schemas.openxmlformats.org/officeDocument/2006/relationships/image" Target="../media/image438.png"/><Relationship Id="rId144" Type="http://schemas.openxmlformats.org/officeDocument/2006/relationships/customXml" Target="../ink/ink46.xml"/><Relationship Id="rId90" Type="http://schemas.openxmlformats.org/officeDocument/2006/relationships/customXml" Target="../ink/ink19.xml"/><Relationship Id="rId165" Type="http://schemas.openxmlformats.org/officeDocument/2006/relationships/image" Target="../media/image459.png"/><Relationship Id="rId186" Type="http://schemas.openxmlformats.org/officeDocument/2006/relationships/customXml" Target="../ink/ink67.xml"/><Relationship Id="rId211" Type="http://schemas.openxmlformats.org/officeDocument/2006/relationships/image" Target="../media/image482.png"/><Relationship Id="rId232" Type="http://schemas.openxmlformats.org/officeDocument/2006/relationships/customXml" Target="../ink/ink90.xml"/><Relationship Id="rId253" Type="http://schemas.openxmlformats.org/officeDocument/2006/relationships/image" Target="../media/image503.png"/><Relationship Id="rId274" Type="http://schemas.openxmlformats.org/officeDocument/2006/relationships/customXml" Target="../ink/ink111.xml"/><Relationship Id="rId295" Type="http://schemas.openxmlformats.org/officeDocument/2006/relationships/image" Target="../media/image524.png"/><Relationship Id="rId309" Type="http://schemas.openxmlformats.org/officeDocument/2006/relationships/image" Target="../media/image531.png"/><Relationship Id="rId69" Type="http://schemas.openxmlformats.org/officeDocument/2006/relationships/image" Target="../media/image411.png"/><Relationship Id="rId113" Type="http://schemas.openxmlformats.org/officeDocument/2006/relationships/image" Target="../media/image433.png"/><Relationship Id="rId134" Type="http://schemas.openxmlformats.org/officeDocument/2006/relationships/customXml" Target="../ink/ink41.xml"/><Relationship Id="rId320" Type="http://schemas.openxmlformats.org/officeDocument/2006/relationships/customXml" Target="../ink/ink134.xml"/><Relationship Id="rId80" Type="http://schemas.openxmlformats.org/officeDocument/2006/relationships/customXml" Target="../ink/ink14.xml"/><Relationship Id="rId155" Type="http://schemas.openxmlformats.org/officeDocument/2006/relationships/image" Target="../media/image454.png"/><Relationship Id="rId176" Type="http://schemas.openxmlformats.org/officeDocument/2006/relationships/customXml" Target="../ink/ink62.xml"/><Relationship Id="rId197" Type="http://schemas.openxmlformats.org/officeDocument/2006/relationships/image" Target="../media/image475.png"/><Relationship Id="rId201" Type="http://schemas.openxmlformats.org/officeDocument/2006/relationships/image" Target="../media/image477.png"/><Relationship Id="rId222" Type="http://schemas.openxmlformats.org/officeDocument/2006/relationships/customXml" Target="../ink/ink85.xml"/><Relationship Id="rId243" Type="http://schemas.openxmlformats.org/officeDocument/2006/relationships/image" Target="../media/image498.png"/><Relationship Id="rId264" Type="http://schemas.openxmlformats.org/officeDocument/2006/relationships/customXml" Target="../ink/ink106.xml"/><Relationship Id="rId285" Type="http://schemas.openxmlformats.org/officeDocument/2006/relationships/image" Target="../media/image519.png"/><Relationship Id="rId103" Type="http://schemas.openxmlformats.org/officeDocument/2006/relationships/image" Target="../media/image428.png"/><Relationship Id="rId124" Type="http://schemas.openxmlformats.org/officeDocument/2006/relationships/customXml" Target="../ink/ink36.xml"/><Relationship Id="rId310" Type="http://schemas.openxmlformats.org/officeDocument/2006/relationships/customXml" Target="../ink/ink129.xml"/><Relationship Id="rId70" Type="http://schemas.openxmlformats.org/officeDocument/2006/relationships/customXml" Target="../ink/ink9.xml"/><Relationship Id="rId91" Type="http://schemas.openxmlformats.org/officeDocument/2006/relationships/image" Target="../media/image422.png"/><Relationship Id="rId145" Type="http://schemas.openxmlformats.org/officeDocument/2006/relationships/image" Target="../media/image449.png"/><Relationship Id="rId166" Type="http://schemas.openxmlformats.org/officeDocument/2006/relationships/customXml" Target="../ink/ink57.xml"/><Relationship Id="rId187" Type="http://schemas.openxmlformats.org/officeDocument/2006/relationships/image" Target="../media/image470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80.xml"/><Relationship Id="rId233" Type="http://schemas.openxmlformats.org/officeDocument/2006/relationships/image" Target="../media/image493.png"/><Relationship Id="rId254" Type="http://schemas.openxmlformats.org/officeDocument/2006/relationships/customXml" Target="../ink/ink10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D731C3-69DD-D900-B5EF-1FB3B8332823}"/>
              </a:ext>
            </a:extLst>
          </p:cNvPr>
          <p:cNvSpPr txBox="1"/>
          <p:nvPr/>
        </p:nvSpPr>
        <p:spPr>
          <a:xfrm>
            <a:off x="3390900" y="2870200"/>
            <a:ext cx="11049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7200" b="1" dirty="0"/>
              <a:t>Introduction to Data Science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pPr algn="ctr"/>
            <a:r>
              <a:rPr lang="en-MY" sz="4800" dirty="0"/>
              <a:t>Exploratory Data Analysis Part 1</a:t>
            </a:r>
          </a:p>
        </p:txBody>
      </p:sp>
    </p:spTree>
    <p:extLst>
      <p:ext uri="{BB962C8B-B14F-4D97-AF65-F5344CB8AC3E}">
        <p14:creationId xmlns:p14="http://schemas.microsoft.com/office/powerpoint/2010/main" val="3658075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62B32-532C-C031-EC33-6D1FA54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70" y="1727200"/>
            <a:ext cx="5688330" cy="830997"/>
          </a:xfrm>
        </p:spPr>
        <p:txBody>
          <a:bodyPr/>
          <a:lstStyle/>
          <a:p>
            <a:r>
              <a:rPr lang="en-MY" sz="5400" dirty="0"/>
              <a:t>Recap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8DDCC-D513-9138-BC17-5C22ABDB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736600"/>
            <a:ext cx="10266219" cy="8686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4B45DB-CA0F-3E7D-BFBE-CAD0179C4A24}"/>
                  </a:ext>
                </a:extLst>
              </p14:cNvPr>
              <p14:cNvContentPartPr/>
              <p14:nvPr/>
            </p14:nvContentPartPr>
            <p14:xfrm>
              <a:off x="15166960" y="224959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4B45DB-CA0F-3E7D-BFBE-CAD0179C4A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58320" y="224095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D1563-BD2C-E3B0-8666-AED85E50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1E9E3-76FD-3BBD-3295-590702572971}"/>
              </a:ext>
            </a:extLst>
          </p:cNvPr>
          <p:cNvSpPr txBox="1"/>
          <p:nvPr/>
        </p:nvSpPr>
        <p:spPr>
          <a:xfrm>
            <a:off x="571500" y="801906"/>
            <a:ext cx="169164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Exploratory Data Analysis (EDA)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Why?</a:t>
            </a:r>
          </a:p>
          <a:p>
            <a:r>
              <a:rPr lang="en-GB" sz="2800" dirty="0"/>
              <a:t>	-To discover patterns (correlations)  </a:t>
            </a:r>
          </a:p>
          <a:p>
            <a:r>
              <a:rPr lang="en-GB" sz="2800" dirty="0"/>
              <a:t>	-To discover anomalies (outliers)  </a:t>
            </a:r>
          </a:p>
          <a:p>
            <a:r>
              <a:rPr lang="en-GB" sz="2800" dirty="0"/>
              <a:t>	-Frame Hypothesis  </a:t>
            </a:r>
          </a:p>
          <a:p>
            <a:r>
              <a:rPr lang="en-GB" sz="2800" dirty="0"/>
              <a:t>	-Check Assumptions  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Univariate: Explore each individual variable in the dataset</a:t>
            </a:r>
          </a:p>
          <a:p>
            <a:r>
              <a:rPr lang="en-GB" sz="2800" dirty="0"/>
              <a:t>	- Summary statistics  </a:t>
            </a:r>
          </a:p>
          <a:p>
            <a:r>
              <a:rPr lang="en-GB" sz="2800" dirty="0"/>
              <a:t>   	- Spread  </a:t>
            </a:r>
          </a:p>
          <a:p>
            <a:r>
              <a:rPr lang="en-GB" sz="2800" dirty="0"/>
              <a:t>   	- Distribution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Bivariate: Assess interactions between variables (or between individual variables and the target)  </a:t>
            </a:r>
          </a:p>
          <a:p>
            <a:r>
              <a:rPr lang="en-GB" sz="2800" dirty="0"/>
              <a:t>	- Correlation  </a:t>
            </a:r>
          </a:p>
          <a:p>
            <a:r>
              <a:rPr lang="en-GB" sz="2800" dirty="0"/>
              <a:t>	-Analysis of variance (ANOVA)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Multivariate: Explore data across many dimensions  </a:t>
            </a:r>
          </a:p>
          <a:p>
            <a:r>
              <a:rPr lang="en-GB" sz="2800" dirty="0"/>
              <a:t>	- Clustering </a:t>
            </a:r>
          </a:p>
          <a:p>
            <a:r>
              <a:rPr lang="en-GB" sz="2800" dirty="0"/>
              <a:t>	-Dimensionality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077594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5BDB8-0D57-7D19-095A-B83EABBC5CD6}"/>
              </a:ext>
            </a:extLst>
          </p:cNvPr>
          <p:cNvSpPr txBox="1"/>
          <p:nvPr/>
        </p:nvSpPr>
        <p:spPr>
          <a:xfrm>
            <a:off x="571500" y="801906"/>
            <a:ext cx="9753600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Exploratory Data Analysis (EDA)</a:t>
            </a:r>
          </a:p>
          <a:p>
            <a:endParaRPr lang="en-GB" sz="2800" dirty="0"/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Tools (Week 7)</a:t>
            </a:r>
          </a:p>
          <a:p>
            <a:r>
              <a:rPr lang="en-GB" sz="2800" dirty="0"/>
              <a:t>	1. Introduction to simple statistics</a:t>
            </a:r>
          </a:p>
          <a:p>
            <a:r>
              <a:rPr lang="en-GB" sz="2800" dirty="0"/>
              <a:t>   	1.1 Population vs sample data  </a:t>
            </a:r>
          </a:p>
          <a:p>
            <a:r>
              <a:rPr lang="en-GB" sz="2800" dirty="0"/>
              <a:t>   	1.2 Measure of centrality (mean, median, mode)  </a:t>
            </a:r>
          </a:p>
          <a:p>
            <a:r>
              <a:rPr lang="en-GB" sz="2800" dirty="0"/>
              <a:t>   	1.3 Measure of spread (std dev, variance)  </a:t>
            </a:r>
          </a:p>
          <a:p>
            <a:endParaRPr lang="en-GB" sz="2800" dirty="0"/>
          </a:p>
          <a:p>
            <a:r>
              <a:rPr lang="en-GB" sz="2800" dirty="0"/>
              <a:t>	2. Visualization Methods</a:t>
            </a:r>
          </a:p>
          <a:p>
            <a:r>
              <a:rPr lang="en-GB" sz="2800" dirty="0"/>
              <a:t>   	2.1 Histograms  </a:t>
            </a:r>
          </a:p>
          <a:p>
            <a:r>
              <a:rPr lang="en-GB" sz="2800" dirty="0"/>
              <a:t>   	2.2 Scatter  </a:t>
            </a:r>
          </a:p>
          <a:p>
            <a:r>
              <a:rPr lang="en-GB" sz="2800" dirty="0"/>
              <a:t>   	2.3 Bar  </a:t>
            </a:r>
          </a:p>
          <a:p>
            <a:r>
              <a:rPr lang="en-GB" sz="2800" dirty="0"/>
              <a:t>   	2.4 Pie, time series, etc.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Analysis (Week 8)</a:t>
            </a:r>
          </a:p>
          <a:p>
            <a:r>
              <a:rPr lang="en-GB" sz="2800" dirty="0"/>
              <a:t>	1.  </a:t>
            </a:r>
            <a:r>
              <a:rPr lang="en-GB" sz="2800" dirty="0" err="1"/>
              <a:t>Analyze</a:t>
            </a:r>
            <a:r>
              <a:rPr lang="en-GB" sz="2800" dirty="0"/>
              <a:t> one variable (univariate) </a:t>
            </a:r>
          </a:p>
          <a:p>
            <a:r>
              <a:rPr lang="en-GB" sz="2800" dirty="0"/>
              <a:t>	2.  </a:t>
            </a:r>
            <a:r>
              <a:rPr lang="en-GB" sz="2800" dirty="0" err="1"/>
              <a:t>Analyze</a:t>
            </a:r>
            <a:r>
              <a:rPr lang="en-GB" sz="2800" dirty="0"/>
              <a:t> two variables (bivariate)</a:t>
            </a:r>
          </a:p>
          <a:p>
            <a:r>
              <a:rPr lang="en-GB" sz="2800" dirty="0"/>
              <a:t>	3. </a:t>
            </a:r>
            <a:r>
              <a:rPr lang="en-GB" sz="2800" dirty="0" err="1"/>
              <a:t>Analyze</a:t>
            </a:r>
            <a:r>
              <a:rPr lang="en-GB" sz="2800" dirty="0"/>
              <a:t> multiple variables (multivariate)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30326-43A0-8CEB-158B-296CDC8871B2}"/>
              </a:ext>
            </a:extLst>
          </p:cNvPr>
          <p:cNvSpPr txBox="1"/>
          <p:nvPr/>
        </p:nvSpPr>
        <p:spPr>
          <a:xfrm>
            <a:off x="9639300" y="3818116"/>
            <a:ext cx="7620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Output  (Week 8)</a:t>
            </a:r>
          </a:p>
          <a:p>
            <a:r>
              <a:rPr lang="en-GB" sz="2800" dirty="0"/>
              <a:t>	What questions can the data answer?  </a:t>
            </a:r>
          </a:p>
          <a:p>
            <a:r>
              <a:rPr lang="en-GB" sz="2800" dirty="0"/>
              <a:t>	What questions can the data NOT answer?  </a:t>
            </a:r>
          </a:p>
          <a:p>
            <a:r>
              <a:rPr lang="en-GB" sz="2800" dirty="0"/>
              <a:t>	What questions can be asked from the data? </a:t>
            </a:r>
            <a:endParaRPr lang="en-MY" sz="2800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3925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E0E6A-C49D-CDE2-0DA7-83BC97C2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4A241F-6E7D-0D00-A8B5-5CCC4D12616D}"/>
              </a:ext>
            </a:extLst>
          </p:cNvPr>
          <p:cNvSpPr txBox="1"/>
          <p:nvPr/>
        </p:nvSpPr>
        <p:spPr>
          <a:xfrm>
            <a:off x="571500" y="812800"/>
            <a:ext cx="16916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/>
              <a:t>Statistics</a:t>
            </a:r>
            <a:endParaRPr lang="en-GB" sz="4000" b="1" dirty="0"/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What is the different between Population and Sample Data ?</a:t>
            </a:r>
          </a:p>
        </p:txBody>
      </p:sp>
      <p:sp>
        <p:nvSpPr>
          <p:cNvPr id="3" name="Rectangle 2"/>
          <p:cNvSpPr/>
          <p:nvPr/>
        </p:nvSpPr>
        <p:spPr>
          <a:xfrm>
            <a:off x="1409700" y="3098800"/>
            <a:ext cx="10058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/>
              <a:t>Population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entire group</a:t>
            </a:r>
            <a:r>
              <a:rPr lang="en-US" sz="2400" dirty="0"/>
              <a:t> you want to study or understand.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includes </a:t>
            </a:r>
            <a:r>
              <a:rPr lang="en-US" sz="2400" b="1" dirty="0"/>
              <a:t>every individual</a:t>
            </a:r>
            <a:r>
              <a:rPr lang="en-US" sz="2400" dirty="0"/>
              <a:t> in that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Example: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567 students</a:t>
            </a:r>
            <a:r>
              <a:rPr lang="en-US" sz="2400" dirty="0"/>
              <a:t> = the whole population.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23737" y="5994400"/>
            <a:ext cx="90297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u="sng" dirty="0"/>
              <a:t>Sample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subset</a:t>
            </a:r>
            <a:r>
              <a:rPr lang="en-US" sz="2400" dirty="0"/>
              <a:t> of the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when measuring the entire population is not practical.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Must represent the population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Example: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144 students out of 567</a:t>
            </a:r>
            <a:r>
              <a:rPr lang="en-US" sz="2400" dirty="0"/>
              <a:t> = the sample.</a:t>
            </a:r>
          </a:p>
        </p:txBody>
      </p:sp>
    </p:spTree>
    <p:extLst>
      <p:ext uri="{BB962C8B-B14F-4D97-AF65-F5344CB8AC3E}">
        <p14:creationId xmlns:p14="http://schemas.microsoft.com/office/powerpoint/2010/main" val="415239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D30FE-A421-5C52-F022-07A9268A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516F43-A388-ADBF-1FEB-1B172C668140}"/>
              </a:ext>
            </a:extLst>
          </p:cNvPr>
          <p:cNvSpPr txBox="1"/>
          <p:nvPr/>
        </p:nvSpPr>
        <p:spPr>
          <a:xfrm>
            <a:off x="571500" y="812800"/>
            <a:ext cx="1691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Population vs. Sample </a:t>
            </a:r>
            <a:r>
              <a:rPr lang="en-GB" sz="2800" b="1" dirty="0"/>
              <a:t>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9CE57-6789-B381-4041-784E8B3FC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717800"/>
            <a:ext cx="14951087" cy="381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03976-D4A5-66E3-C46A-83AD9FD71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756400"/>
            <a:ext cx="13741079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t="3626"/>
          <a:stretch/>
        </p:blipFill>
        <p:spPr>
          <a:xfrm>
            <a:off x="14516100" y="660400"/>
            <a:ext cx="3277344" cy="19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8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5292-8B57-2693-2607-B101DA17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81D33-5FB0-635D-A1C3-406EBD7CC989}"/>
              </a:ext>
            </a:extLst>
          </p:cNvPr>
          <p:cNvSpPr txBox="1"/>
          <p:nvPr/>
        </p:nvSpPr>
        <p:spPr>
          <a:xfrm>
            <a:off x="571500" y="812800"/>
            <a:ext cx="1691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Measure of Centrality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What are the measures of centrality?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385134"/>
            <a:ext cx="9753600" cy="758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3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700" y="762000"/>
            <a:ext cx="17106900" cy="9321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BA545B-8567-CE9B-5827-7DB21292A404}"/>
                  </a:ext>
                </a:extLst>
              </p14:cNvPr>
              <p14:cNvContentPartPr/>
              <p14:nvPr/>
            </p14:nvContentPartPr>
            <p14:xfrm>
              <a:off x="8514880" y="5215634"/>
              <a:ext cx="1313280" cy="127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BA545B-8567-CE9B-5827-7DB21292A4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05880" y="5206634"/>
                <a:ext cx="1330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CAFD392-5B02-3508-4039-26505BA6ACA7}"/>
                  </a:ext>
                </a:extLst>
              </p14:cNvPr>
              <p14:cNvContentPartPr/>
              <p14:nvPr/>
            </p14:nvContentPartPr>
            <p14:xfrm>
              <a:off x="8144800" y="6105194"/>
              <a:ext cx="1843920" cy="619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CAFD392-5B02-3508-4039-26505BA6AC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38680" y="6099074"/>
                <a:ext cx="1856160" cy="63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4E09B7-A7DB-D65C-4140-A889E356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355600"/>
            <a:ext cx="12504761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69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6300" y="812800"/>
            <a:ext cx="742870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/>
              <a:t>Measure of Spread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3022600"/>
            <a:ext cx="1370471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65400"/>
            <a:ext cx="11087520" cy="585954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6300" y="812800"/>
            <a:ext cx="742870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/>
              <a:t>Measure of Spread</a:t>
            </a:r>
          </a:p>
        </p:txBody>
      </p:sp>
    </p:spTree>
    <p:extLst>
      <p:ext uri="{BB962C8B-B14F-4D97-AF65-F5344CB8AC3E}">
        <p14:creationId xmlns:p14="http://schemas.microsoft.com/office/powerpoint/2010/main" val="225625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6300" y="812800"/>
            <a:ext cx="742870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200" b="1" dirty="0"/>
              <a:t>Measure of Spread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17800"/>
            <a:ext cx="11658600" cy="647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27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1D59C-0DFD-E83E-87EF-8524DBF9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D1BB02-F56A-6E6D-E77B-00C049443CF9}"/>
              </a:ext>
            </a:extLst>
          </p:cNvPr>
          <p:cNvSpPr txBox="1"/>
          <p:nvPr/>
        </p:nvSpPr>
        <p:spPr>
          <a:xfrm>
            <a:off x="780280" y="1269224"/>
            <a:ext cx="16916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/>
              <a:t>Why Spread Matters</a:t>
            </a:r>
            <a:endParaRPr lang="en-GB" sz="4000" b="1" dirty="0"/>
          </a:p>
          <a:p>
            <a:endParaRPr lang="en-GB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40C6151-EA34-8CA2-7436-BC4B0246B7E7}"/>
                  </a:ext>
                </a:extLst>
              </p14:cNvPr>
              <p14:cNvContentPartPr/>
              <p14:nvPr/>
            </p14:nvContentPartPr>
            <p14:xfrm>
              <a:off x="10052440" y="3443714"/>
              <a:ext cx="446760" cy="370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40C6151-EA34-8CA2-7436-BC4B0246B7E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46320" y="3437594"/>
                <a:ext cx="45900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CE04C14-E775-297B-3ED8-242BE886A56D}"/>
              </a:ext>
            </a:extLst>
          </p:cNvPr>
          <p:cNvGrpSpPr/>
          <p:nvPr/>
        </p:nvGrpSpPr>
        <p:grpSpPr>
          <a:xfrm>
            <a:off x="10936240" y="4420034"/>
            <a:ext cx="3669840" cy="1359360"/>
            <a:chOff x="10936240" y="4420034"/>
            <a:chExt cx="3669840" cy="13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640B5A-F390-AC7B-E096-08ABF02F4546}"/>
                    </a:ext>
                  </a:extLst>
                </p14:cNvPr>
                <p14:cNvContentPartPr/>
                <p14:nvPr/>
              </p14:nvContentPartPr>
              <p14:xfrm>
                <a:off x="10936240" y="5550074"/>
                <a:ext cx="3669840" cy="229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640B5A-F390-AC7B-E096-08ABF02F45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930120" y="5543954"/>
                  <a:ext cx="3682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0D7550-788C-5EE8-0A86-BF29AEF88D69}"/>
                    </a:ext>
                  </a:extLst>
                </p14:cNvPr>
                <p14:cNvContentPartPr/>
                <p14:nvPr/>
              </p14:nvContentPartPr>
              <p14:xfrm>
                <a:off x="12018400" y="4420034"/>
                <a:ext cx="867240" cy="130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0D7550-788C-5EE8-0A86-BF29AEF88D6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012280" y="4413914"/>
                  <a:ext cx="879480" cy="13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D8DAE2-B0BE-2EF0-1909-DF279D37B8DC}"/>
                    </a:ext>
                  </a:extLst>
                </p14:cNvPr>
                <p14:cNvContentPartPr/>
                <p14:nvPr/>
              </p14:nvContentPartPr>
              <p14:xfrm>
                <a:off x="11301280" y="5077034"/>
                <a:ext cx="2504880" cy="69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D8DAE2-B0BE-2EF0-1909-DF279D37B8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295160" y="5070914"/>
                  <a:ext cx="2517120" cy="71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BFD2B5C-FAF3-8A91-ABEC-564F3C5544BA}"/>
              </a:ext>
            </a:extLst>
          </p:cNvPr>
          <p:cNvGrpSpPr/>
          <p:nvPr/>
        </p:nvGrpSpPr>
        <p:grpSpPr>
          <a:xfrm>
            <a:off x="13577200" y="5137154"/>
            <a:ext cx="1141200" cy="270000"/>
            <a:chOff x="13577200" y="5137154"/>
            <a:chExt cx="114120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4CA720-DFCC-5914-243A-83B5010C2F3A}"/>
                    </a:ext>
                  </a:extLst>
                </p14:cNvPr>
                <p14:cNvContentPartPr/>
                <p14:nvPr/>
              </p14:nvContentPartPr>
              <p14:xfrm>
                <a:off x="13577200" y="5183954"/>
                <a:ext cx="199080" cy="204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4CA720-DFCC-5914-243A-83B5010C2F3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571080" y="5177834"/>
                  <a:ext cx="211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CC40C5-8366-B765-FE15-FD9701DACBE4}"/>
                    </a:ext>
                  </a:extLst>
                </p14:cNvPr>
                <p14:cNvContentPartPr/>
                <p14:nvPr/>
              </p14:nvContentPartPr>
              <p14:xfrm>
                <a:off x="13855840" y="5296994"/>
                <a:ext cx="64800" cy="10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CC40C5-8366-B765-FE15-FD9701DACB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49720" y="5290874"/>
                  <a:ext cx="77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56F296-4ECB-13BC-6933-C7E999A19090}"/>
                    </a:ext>
                  </a:extLst>
                </p14:cNvPr>
                <p14:cNvContentPartPr/>
                <p14:nvPr/>
              </p14:nvContentPartPr>
              <p14:xfrm>
                <a:off x="14005960" y="5170274"/>
                <a:ext cx="21960" cy="189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56F296-4ECB-13BC-6933-C7E999A190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999840" y="5164154"/>
                  <a:ext cx="34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01B92A-788F-2DA4-8677-F69B5BE3AFFF}"/>
                    </a:ext>
                  </a:extLst>
                </p14:cNvPr>
                <p14:cNvContentPartPr/>
                <p14:nvPr/>
              </p14:nvContentPartPr>
              <p14:xfrm>
                <a:off x="14033320" y="5294114"/>
                <a:ext cx="106920" cy="3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01B92A-788F-2DA4-8677-F69B5BE3AF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027200" y="5287994"/>
                  <a:ext cx="119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BB9999-3F3E-2739-1796-811055897340}"/>
                    </a:ext>
                  </a:extLst>
                </p14:cNvPr>
                <p14:cNvContentPartPr/>
                <p14:nvPr/>
              </p14:nvContentPartPr>
              <p14:xfrm>
                <a:off x="14148880" y="5170994"/>
                <a:ext cx="168120" cy="184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BB9999-3F3E-2739-1796-8110558973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142760" y="5164874"/>
                  <a:ext cx="180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0A55B1-8152-7021-4C3D-CCF55F5AC946}"/>
                    </a:ext>
                  </a:extLst>
                </p14:cNvPr>
                <p14:cNvContentPartPr/>
                <p14:nvPr/>
              </p14:nvContentPartPr>
              <p14:xfrm>
                <a:off x="14316640" y="5186474"/>
                <a:ext cx="123480" cy="220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0A55B1-8152-7021-4C3D-CCF55F5AC94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310520" y="5180354"/>
                  <a:ext cx="135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417F02C-B804-6AA1-942C-A520A1618D6A}"/>
                    </a:ext>
                  </a:extLst>
                </p14:cNvPr>
                <p14:cNvContentPartPr/>
                <p14:nvPr/>
              </p14:nvContentPartPr>
              <p14:xfrm>
                <a:off x="14514640" y="5137154"/>
                <a:ext cx="203760" cy="184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417F02C-B804-6AA1-942C-A520A1618D6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508520" y="5131034"/>
                  <a:ext cx="2160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67DE010-A4AC-DA3D-1903-92225E49240D}"/>
              </a:ext>
            </a:extLst>
          </p:cNvPr>
          <p:cNvGrpSpPr/>
          <p:nvPr/>
        </p:nvGrpSpPr>
        <p:grpSpPr>
          <a:xfrm>
            <a:off x="13716520" y="5565194"/>
            <a:ext cx="2679120" cy="562680"/>
            <a:chOff x="13716520" y="5565194"/>
            <a:chExt cx="2679120" cy="56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85C990-7F23-5CEC-197F-E0AC9D452130}"/>
                    </a:ext>
                  </a:extLst>
                </p14:cNvPr>
                <p14:cNvContentPartPr/>
                <p14:nvPr/>
              </p14:nvContentPartPr>
              <p14:xfrm>
                <a:off x="14299360" y="5595434"/>
                <a:ext cx="879840" cy="5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85C990-7F23-5CEC-197F-E0AC9D4521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293240" y="5589314"/>
                  <a:ext cx="892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E8F8A3B-1D71-1E31-2984-72E97445D6E9}"/>
                    </a:ext>
                  </a:extLst>
                </p14:cNvPr>
                <p14:cNvContentPartPr/>
                <p14:nvPr/>
              </p14:nvContentPartPr>
              <p14:xfrm>
                <a:off x="15008560" y="5565194"/>
                <a:ext cx="186120" cy="240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E8F8A3B-1D71-1E31-2984-72E97445D6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002440" y="5559074"/>
                  <a:ext cx="198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A3A6637-4F0E-1706-0707-2AA139BF474C}"/>
                    </a:ext>
                  </a:extLst>
                </p14:cNvPr>
                <p14:cNvContentPartPr/>
                <p14:nvPr/>
              </p14:nvContentPartPr>
              <p14:xfrm>
                <a:off x="15427240" y="5627834"/>
                <a:ext cx="62640" cy="302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A3A6637-4F0E-1706-0707-2AA139BF47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421120" y="5621714"/>
                  <a:ext cx="748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4FBD5F-9BFA-526E-833B-6FA0F3890351}"/>
                    </a:ext>
                  </a:extLst>
                </p14:cNvPr>
                <p14:cNvContentPartPr/>
                <p14:nvPr/>
              </p14:nvContentPartPr>
              <p14:xfrm>
                <a:off x="15415720" y="5763914"/>
                <a:ext cx="165600" cy="6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4FBD5F-9BFA-526E-833B-6FA0F38903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409600" y="5757794"/>
                  <a:ext cx="177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BC9E05-C377-C48B-D0E0-FAC22CDF5058}"/>
                    </a:ext>
                  </a:extLst>
                </p14:cNvPr>
                <p14:cNvContentPartPr/>
                <p14:nvPr/>
              </p14:nvContentPartPr>
              <p14:xfrm>
                <a:off x="15574120" y="5668154"/>
                <a:ext cx="66240" cy="226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BC9E05-C377-C48B-D0E0-FAC22CDF50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568000" y="5662034"/>
                  <a:ext cx="78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5A9924-22FF-DFFF-C675-0AC0566C8CAA}"/>
                    </a:ext>
                  </a:extLst>
                </p14:cNvPr>
                <p14:cNvContentPartPr/>
                <p14:nvPr/>
              </p14:nvContentPartPr>
              <p14:xfrm>
                <a:off x="15680680" y="5734034"/>
                <a:ext cx="286200" cy="166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5A9924-22FF-DFFF-C675-0AC0566C8C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5674560" y="5727914"/>
                  <a:ext cx="298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834277-E183-EF36-79BD-B89B65326968}"/>
                    </a:ext>
                  </a:extLst>
                </p14:cNvPr>
                <p14:cNvContentPartPr/>
                <p14:nvPr/>
              </p14:nvContentPartPr>
              <p14:xfrm>
                <a:off x="15955000" y="5755994"/>
                <a:ext cx="97560" cy="249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834277-E183-EF36-79BD-B89B653269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948880" y="5749874"/>
                  <a:ext cx="1098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238DF4-5678-6442-BAEC-440DCEE4C29C}"/>
                    </a:ext>
                  </a:extLst>
                </p14:cNvPr>
                <p14:cNvContentPartPr/>
                <p14:nvPr/>
              </p14:nvContentPartPr>
              <p14:xfrm>
                <a:off x="16068400" y="5680034"/>
                <a:ext cx="300240" cy="21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238DF4-5678-6442-BAEC-440DCEE4C29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062280" y="5673914"/>
                  <a:ext cx="312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A997082-0262-A923-2A81-7F3E1DACC336}"/>
                    </a:ext>
                  </a:extLst>
                </p14:cNvPr>
                <p14:cNvContentPartPr/>
                <p14:nvPr/>
              </p14:nvContentPartPr>
              <p14:xfrm>
                <a:off x="16261360" y="5734034"/>
                <a:ext cx="134280" cy="36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A997082-0262-A923-2A81-7F3E1DACC3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255240" y="5727914"/>
                  <a:ext cx="146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7335706-3978-41B2-02F8-C8DCA1CEB58D}"/>
                    </a:ext>
                  </a:extLst>
                </p14:cNvPr>
                <p14:cNvContentPartPr/>
                <p14:nvPr/>
              </p14:nvContentPartPr>
              <p14:xfrm>
                <a:off x="13716520" y="5583194"/>
                <a:ext cx="632520" cy="111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7335706-3978-41B2-02F8-C8DCA1CEB58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710400" y="5577074"/>
                  <a:ext cx="644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AF65D4-4B73-CE94-5A7C-893CC1F881CA}"/>
                    </a:ext>
                  </a:extLst>
                </p14:cNvPr>
                <p14:cNvContentPartPr/>
                <p14:nvPr/>
              </p14:nvContentPartPr>
              <p14:xfrm>
                <a:off x="14471080" y="5586794"/>
                <a:ext cx="33840" cy="174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AF65D4-4B73-CE94-5A7C-893CC1F881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464960" y="5580674"/>
                  <a:ext cx="46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D87020-3E38-5B9D-94AB-36792FAABB55}"/>
                    </a:ext>
                  </a:extLst>
                </p14:cNvPr>
                <p14:cNvContentPartPr/>
                <p14:nvPr/>
              </p14:nvContentPartPr>
              <p14:xfrm>
                <a:off x="14418520" y="5878394"/>
                <a:ext cx="80640" cy="19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D87020-3E38-5B9D-94AB-36792FAABB5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412400" y="5872274"/>
                  <a:ext cx="92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0F70DB-B48E-FED2-42BF-6BDC6696161D}"/>
                    </a:ext>
                  </a:extLst>
                </p14:cNvPr>
                <p14:cNvContentPartPr/>
                <p14:nvPr/>
              </p14:nvContentPartPr>
              <p14:xfrm>
                <a:off x="14514640" y="5899634"/>
                <a:ext cx="113040" cy="208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0F70DB-B48E-FED2-42BF-6BDC6696161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508520" y="5893514"/>
                  <a:ext cx="125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21C4B34-F2D5-EAEA-263D-14E5A985AFD9}"/>
                    </a:ext>
                  </a:extLst>
                </p14:cNvPr>
                <p14:cNvContentPartPr/>
                <p14:nvPr/>
              </p14:nvContentPartPr>
              <p14:xfrm>
                <a:off x="14572600" y="5953634"/>
                <a:ext cx="300960" cy="174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21C4B34-F2D5-EAEA-263D-14E5A985AF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566480" y="5947514"/>
                  <a:ext cx="313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6FB23C-1945-EB11-8D17-2FFCCDF4BA8F}"/>
                    </a:ext>
                  </a:extLst>
                </p14:cNvPr>
                <p14:cNvContentPartPr/>
                <p14:nvPr/>
              </p14:nvContentPartPr>
              <p14:xfrm>
                <a:off x="14836120" y="5779034"/>
                <a:ext cx="155880" cy="172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26FB23C-1945-EB11-8D17-2FFCCDF4BA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830000" y="5772914"/>
                  <a:ext cx="16812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C43FC2A-5C1B-8F83-F86D-A9E0966F5D3F}"/>
                  </a:ext>
                </a:extLst>
              </p14:cNvPr>
              <p14:cNvContentPartPr/>
              <p14:nvPr/>
            </p14:nvContentPartPr>
            <p14:xfrm>
              <a:off x="12275440" y="4118714"/>
              <a:ext cx="134280" cy="2132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C43FC2A-5C1B-8F83-F86D-A9E0966F5D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269320" y="4112594"/>
                <a:ext cx="146520" cy="21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EDF91284-3BB3-B0A4-BF05-B9B82274EC27}"/>
              </a:ext>
            </a:extLst>
          </p:cNvPr>
          <p:cNvGrpSpPr/>
          <p:nvPr/>
        </p:nvGrpSpPr>
        <p:grpSpPr>
          <a:xfrm>
            <a:off x="12146920" y="3455954"/>
            <a:ext cx="1201320" cy="446400"/>
            <a:chOff x="12146920" y="3455954"/>
            <a:chExt cx="120132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8862AB1-3EA9-0E62-9FE5-F2B3F13FA986}"/>
                    </a:ext>
                  </a:extLst>
                </p14:cNvPr>
                <p14:cNvContentPartPr/>
                <p14:nvPr/>
              </p14:nvContentPartPr>
              <p14:xfrm>
                <a:off x="12189760" y="3687794"/>
                <a:ext cx="171720" cy="160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8862AB1-3EA9-0E62-9FE5-F2B3F13FA9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183640" y="3681674"/>
                  <a:ext cx="183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6649D58-F694-C7F1-B00C-7FA023F6017F}"/>
                    </a:ext>
                  </a:extLst>
                </p14:cNvPr>
                <p14:cNvContentPartPr/>
                <p14:nvPr/>
              </p14:nvContentPartPr>
              <p14:xfrm>
                <a:off x="12227200" y="3668354"/>
                <a:ext cx="182520" cy="234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6649D58-F694-C7F1-B00C-7FA023F6017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221080" y="3662234"/>
                  <a:ext cx="194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669B4EE-DA01-8127-29E9-033C443CE282}"/>
                    </a:ext>
                  </a:extLst>
                </p14:cNvPr>
                <p14:cNvContentPartPr/>
                <p14:nvPr/>
              </p14:nvContentPartPr>
              <p14:xfrm>
                <a:off x="12146920" y="3455954"/>
                <a:ext cx="230760" cy="82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669B4EE-DA01-8127-29E9-033C443CE2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2140800" y="3449834"/>
                  <a:ext cx="243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F241AA9-D4DE-453E-5CED-17ED248A576A}"/>
                    </a:ext>
                  </a:extLst>
                </p14:cNvPr>
                <p14:cNvContentPartPr/>
                <p14:nvPr/>
              </p14:nvContentPartPr>
              <p14:xfrm>
                <a:off x="12602320" y="3705794"/>
                <a:ext cx="32400" cy="36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F241AA9-D4DE-453E-5CED-17ED248A576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596200" y="3699674"/>
                  <a:ext cx="44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791479-D85F-6FD0-39D2-6762932472D6}"/>
                    </a:ext>
                  </a:extLst>
                </p14:cNvPr>
                <p14:cNvContentPartPr/>
                <p14:nvPr/>
              </p14:nvContentPartPr>
              <p14:xfrm>
                <a:off x="12677200" y="3802274"/>
                <a:ext cx="37800" cy="45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791479-D85F-6FD0-39D2-6762932472D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671080" y="3796154"/>
                  <a:ext cx="50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5FF1601-82D1-B51E-F5CF-83256EB5871A}"/>
                    </a:ext>
                  </a:extLst>
                </p14:cNvPr>
                <p14:cNvContentPartPr/>
                <p14:nvPr/>
              </p14:nvContentPartPr>
              <p14:xfrm>
                <a:off x="12837760" y="3607514"/>
                <a:ext cx="43560" cy="251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5FF1601-82D1-B51E-F5CF-83256EB587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831640" y="3601394"/>
                  <a:ext cx="55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148774-68CC-5510-ED9E-CDCC2041B5E7}"/>
                    </a:ext>
                  </a:extLst>
                </p14:cNvPr>
                <p14:cNvContentPartPr/>
                <p14:nvPr/>
              </p14:nvContentPartPr>
              <p14:xfrm>
                <a:off x="12972040" y="3591314"/>
                <a:ext cx="118440" cy="259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148774-68CC-5510-ED9E-CDCC2041B5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965920" y="3585194"/>
                  <a:ext cx="130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494910-12B3-A9EF-13E4-5DFB5ADF39B9}"/>
                    </a:ext>
                  </a:extLst>
                </p14:cNvPr>
                <p14:cNvContentPartPr/>
                <p14:nvPr/>
              </p14:nvContentPartPr>
              <p14:xfrm>
                <a:off x="13196320" y="3582314"/>
                <a:ext cx="151920" cy="229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494910-12B3-A9EF-13E4-5DFB5ADF39B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190200" y="3576194"/>
                  <a:ext cx="16416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EA5A4A2-CBDF-759D-FD2E-76AC5BE9BCD4}"/>
              </a:ext>
            </a:extLst>
          </p:cNvPr>
          <p:cNvGrpSpPr/>
          <p:nvPr/>
        </p:nvGrpSpPr>
        <p:grpSpPr>
          <a:xfrm>
            <a:off x="11020840" y="5610194"/>
            <a:ext cx="654840" cy="753840"/>
            <a:chOff x="11020840" y="5610194"/>
            <a:chExt cx="654840" cy="75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F82793D-21A3-C56E-F98B-9D76D8B4735B}"/>
                    </a:ext>
                  </a:extLst>
                </p14:cNvPr>
                <p14:cNvContentPartPr/>
                <p14:nvPr/>
              </p14:nvContentPartPr>
              <p14:xfrm>
                <a:off x="11125600" y="5610194"/>
                <a:ext cx="398520" cy="169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F82793D-21A3-C56E-F98B-9D76D8B4735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19480" y="5604074"/>
                  <a:ext cx="410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20DEE0-EA99-D885-9471-EE67C7637355}"/>
                    </a:ext>
                  </a:extLst>
                </p14:cNvPr>
                <p14:cNvContentPartPr/>
                <p14:nvPr/>
              </p14:nvContentPartPr>
              <p14:xfrm>
                <a:off x="11295160" y="5613434"/>
                <a:ext cx="81360" cy="347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20DEE0-EA99-D885-9471-EE67C76373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89040" y="5607314"/>
                  <a:ext cx="936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C27A741-A924-D1AB-DC18-2B5C35E74F65}"/>
                    </a:ext>
                  </a:extLst>
                </p14:cNvPr>
                <p14:cNvContentPartPr/>
                <p14:nvPr/>
              </p14:nvContentPartPr>
              <p14:xfrm>
                <a:off x="11070160" y="6026354"/>
                <a:ext cx="55080" cy="259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C27A741-A924-D1AB-DC18-2B5C35E74F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64040" y="6020234"/>
                  <a:ext cx="673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667F6F-3447-2FD7-B77F-78667BFBF612}"/>
                    </a:ext>
                  </a:extLst>
                </p14:cNvPr>
                <p14:cNvContentPartPr/>
                <p14:nvPr/>
              </p14:nvContentPartPr>
              <p14:xfrm>
                <a:off x="11327200" y="6056234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667F6F-3447-2FD7-B77F-78667BFBF6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21080" y="605011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D3ADF5-B3CD-52F4-6FED-C5A490CD8AAB}"/>
                    </a:ext>
                  </a:extLst>
                </p14:cNvPr>
                <p14:cNvContentPartPr/>
                <p14:nvPr/>
              </p14:nvContentPartPr>
              <p14:xfrm>
                <a:off x="11311360" y="6068474"/>
                <a:ext cx="5760" cy="3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D3ADF5-B3CD-52F4-6FED-C5A490CD8A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305240" y="6062354"/>
                  <a:ext cx="18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AB112E0-0ADD-BB16-D154-2193845A53E1}"/>
                    </a:ext>
                  </a:extLst>
                </p14:cNvPr>
                <p14:cNvContentPartPr/>
                <p14:nvPr/>
              </p14:nvContentPartPr>
              <p14:xfrm>
                <a:off x="11273560" y="6077474"/>
                <a:ext cx="113400" cy="209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AB112E0-0ADD-BB16-D154-2193845A53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67440" y="6071354"/>
                  <a:ext cx="125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4BA5516-1C00-F868-61B3-0B004EECC369}"/>
                    </a:ext>
                  </a:extLst>
                </p14:cNvPr>
                <p14:cNvContentPartPr/>
                <p14:nvPr/>
              </p14:nvContentPartPr>
              <p14:xfrm>
                <a:off x="11289760" y="6041114"/>
                <a:ext cx="145080" cy="51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4BA5516-1C00-F868-61B3-0B004EECC36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83640" y="6034994"/>
                  <a:ext cx="157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6ACF7F-E82B-5064-985F-164191CBD01C}"/>
                    </a:ext>
                  </a:extLst>
                </p14:cNvPr>
                <p14:cNvContentPartPr/>
                <p14:nvPr/>
              </p14:nvContentPartPr>
              <p14:xfrm>
                <a:off x="11482720" y="5971994"/>
                <a:ext cx="145080" cy="261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6ACF7F-E82B-5064-985F-164191CBD01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76600" y="5965874"/>
                  <a:ext cx="157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3B9BEE-04CA-9757-11D7-366F65831F86}"/>
                    </a:ext>
                  </a:extLst>
                </p14:cNvPr>
                <p14:cNvContentPartPr/>
                <p14:nvPr/>
              </p14:nvContentPartPr>
              <p14:xfrm>
                <a:off x="11568400" y="5985674"/>
                <a:ext cx="63720" cy="65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3B9BEE-04CA-9757-11D7-366F65831F8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62280" y="5979554"/>
                  <a:ext cx="75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DB58CF5-04D8-7209-5792-645AD045A424}"/>
                    </a:ext>
                  </a:extLst>
                </p14:cNvPr>
                <p14:cNvContentPartPr/>
                <p14:nvPr/>
              </p14:nvContentPartPr>
              <p14:xfrm>
                <a:off x="11541040" y="6007994"/>
                <a:ext cx="134640" cy="356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DB58CF5-04D8-7209-5792-645AD045A42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34920" y="6001874"/>
                  <a:ext cx="1468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D150A3D-25D9-909D-5373-6E1BF20E8D11}"/>
                    </a:ext>
                  </a:extLst>
                </p14:cNvPr>
                <p14:cNvContentPartPr/>
                <p14:nvPr/>
              </p14:nvContentPartPr>
              <p14:xfrm>
                <a:off x="11020840" y="5699834"/>
                <a:ext cx="161640" cy="200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D150A3D-25D9-909D-5373-6E1BF20E8D1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14720" y="5693714"/>
                  <a:ext cx="1738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3F0E670-2F7A-D331-F038-7BAE771DEFA1}"/>
              </a:ext>
            </a:extLst>
          </p:cNvPr>
          <p:cNvGrpSpPr/>
          <p:nvPr/>
        </p:nvGrpSpPr>
        <p:grpSpPr>
          <a:xfrm>
            <a:off x="12591160" y="4461794"/>
            <a:ext cx="1415160" cy="359280"/>
            <a:chOff x="12591160" y="4461794"/>
            <a:chExt cx="141516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D01623-925F-BA55-BBE2-A3CA7431BFA7}"/>
                    </a:ext>
                  </a:extLst>
                </p14:cNvPr>
                <p14:cNvContentPartPr/>
                <p14:nvPr/>
              </p14:nvContentPartPr>
              <p14:xfrm>
                <a:off x="12591160" y="4504634"/>
                <a:ext cx="199440" cy="245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D01623-925F-BA55-BBE2-A3CA7431BF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585040" y="4498514"/>
                  <a:ext cx="211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3247A9-94E5-9750-8CF5-3360A88E6525}"/>
                    </a:ext>
                  </a:extLst>
                </p14:cNvPr>
                <p14:cNvContentPartPr/>
                <p14:nvPr/>
              </p14:nvContentPartPr>
              <p14:xfrm>
                <a:off x="12814000" y="4620554"/>
                <a:ext cx="135720" cy="19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3247A9-94E5-9750-8CF5-3360A88E652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2807880" y="4614434"/>
                  <a:ext cx="147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C924855-7345-35ED-BC70-EEBDDB36B63B}"/>
                    </a:ext>
                  </a:extLst>
                </p14:cNvPr>
                <p14:cNvContentPartPr/>
                <p14:nvPr/>
              </p14:nvContentPartPr>
              <p14:xfrm>
                <a:off x="12929200" y="4664114"/>
                <a:ext cx="123480" cy="36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C924855-7345-35ED-BC70-EEBDDB36B63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923080" y="4657994"/>
                  <a:ext cx="13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E039385-50CB-06A0-957A-85585F0D8E40}"/>
                    </a:ext>
                  </a:extLst>
                </p14:cNvPr>
                <p14:cNvContentPartPr/>
                <p14:nvPr/>
              </p14:nvContentPartPr>
              <p14:xfrm>
                <a:off x="13014520" y="4532354"/>
                <a:ext cx="188280" cy="215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E039385-50CB-06A0-957A-85585F0D8E4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008400" y="4526234"/>
                  <a:ext cx="2005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1077CCB-7CA7-F103-1631-A7E302FFB1DA}"/>
                    </a:ext>
                  </a:extLst>
                </p14:cNvPr>
                <p14:cNvContentPartPr/>
                <p14:nvPr/>
              </p14:nvContentPartPr>
              <p14:xfrm>
                <a:off x="13245280" y="4558634"/>
                <a:ext cx="493200" cy="15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1077CCB-7CA7-F103-1631-A7E302FFB1D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239160" y="4552514"/>
                  <a:ext cx="505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65D85A-DD6E-1B97-3D82-40682CBB4C94}"/>
                    </a:ext>
                  </a:extLst>
                </p14:cNvPr>
                <p14:cNvContentPartPr/>
                <p14:nvPr/>
              </p14:nvContentPartPr>
              <p14:xfrm>
                <a:off x="13813360" y="4504994"/>
                <a:ext cx="85680" cy="273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65D85A-DD6E-1B97-3D82-40682CBB4C9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807240" y="4498874"/>
                  <a:ext cx="97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8326511-B9B6-45F6-CFD2-481C98029E9A}"/>
                    </a:ext>
                  </a:extLst>
                </p14:cNvPr>
                <p14:cNvContentPartPr/>
                <p14:nvPr/>
              </p14:nvContentPartPr>
              <p14:xfrm>
                <a:off x="13818400" y="4461794"/>
                <a:ext cx="69840" cy="299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8326511-B9B6-45F6-CFD2-481C98029E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812280" y="4455674"/>
                  <a:ext cx="820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929A7D9-AB1C-A5AA-C4C6-AE4301FB504B}"/>
                    </a:ext>
                  </a:extLst>
                </p14:cNvPr>
                <p14:cNvContentPartPr/>
                <p14:nvPr/>
              </p14:nvContentPartPr>
              <p14:xfrm>
                <a:off x="13925680" y="4477274"/>
                <a:ext cx="80640" cy="34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929A7D9-AB1C-A5AA-C4C6-AE4301FB504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3919560" y="4471154"/>
                  <a:ext cx="92880" cy="35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950C07B-C685-8F66-EC80-7B518CE03A2C}"/>
                  </a:ext>
                </a:extLst>
              </p14:cNvPr>
              <p14:cNvContentPartPr/>
              <p14:nvPr/>
            </p14:nvContentPartPr>
            <p14:xfrm>
              <a:off x="14113240" y="5447474"/>
              <a:ext cx="19440" cy="61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950C07B-C685-8F66-EC80-7B518CE03A2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4107120" y="5441354"/>
                <a:ext cx="3168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47EBBFC-BF87-C22B-4B80-18C17BCB89B6}"/>
              </a:ext>
            </a:extLst>
          </p:cNvPr>
          <p:cNvGrpSpPr/>
          <p:nvPr/>
        </p:nvGrpSpPr>
        <p:grpSpPr>
          <a:xfrm>
            <a:off x="14337880" y="3182714"/>
            <a:ext cx="2271960" cy="883080"/>
            <a:chOff x="14337880" y="3182714"/>
            <a:chExt cx="2271960" cy="88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CB6EA37-35B1-9E2A-0454-9E87146B8DA5}"/>
                    </a:ext>
                  </a:extLst>
                </p14:cNvPr>
                <p14:cNvContentPartPr/>
                <p14:nvPr/>
              </p14:nvContentPartPr>
              <p14:xfrm>
                <a:off x="14337880" y="3182714"/>
                <a:ext cx="58680" cy="441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CB6EA37-35B1-9E2A-0454-9E87146B8DA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331760" y="3176594"/>
                  <a:ext cx="709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01B5121-DE84-C778-62B5-03A61BD8D49B}"/>
                    </a:ext>
                  </a:extLst>
                </p14:cNvPr>
                <p14:cNvContentPartPr/>
                <p14:nvPr/>
              </p14:nvContentPartPr>
              <p14:xfrm>
                <a:off x="14385760" y="3262634"/>
                <a:ext cx="134640" cy="196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01B5121-DE84-C778-62B5-03A61BD8D49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379640" y="3256514"/>
                  <a:ext cx="146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ACFCDFB-2405-05D2-1E66-DA82413B284E}"/>
                    </a:ext>
                  </a:extLst>
                </p14:cNvPr>
                <p14:cNvContentPartPr/>
                <p14:nvPr/>
              </p14:nvContentPartPr>
              <p14:xfrm>
                <a:off x="14562520" y="3371354"/>
                <a:ext cx="145440" cy="376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ACFCDFB-2405-05D2-1E66-DA82413B28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556400" y="3365234"/>
                  <a:ext cx="1576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FBE34D3-A757-693F-B305-FD7D15E65C27}"/>
                    </a:ext>
                  </a:extLst>
                </p14:cNvPr>
                <p14:cNvContentPartPr/>
                <p14:nvPr/>
              </p14:nvContentPartPr>
              <p14:xfrm>
                <a:off x="14643160" y="3374954"/>
                <a:ext cx="108720" cy="189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FBE34D3-A757-693F-B305-FD7D15E65C2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4637040" y="3368834"/>
                  <a:ext cx="120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02AB973-E7D9-9422-458C-D611B25101BE}"/>
                    </a:ext>
                  </a:extLst>
                </p14:cNvPr>
                <p14:cNvContentPartPr/>
                <p14:nvPr/>
              </p14:nvContentPartPr>
              <p14:xfrm>
                <a:off x="14809480" y="3339314"/>
                <a:ext cx="343080" cy="231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02AB973-E7D9-9422-458C-D611B25101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4803360" y="3333194"/>
                  <a:ext cx="3553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D423F14-A3FF-DBAE-CDB8-D64417F4AF4C}"/>
                    </a:ext>
                  </a:extLst>
                </p14:cNvPr>
                <p14:cNvContentPartPr/>
                <p14:nvPr/>
              </p14:nvContentPartPr>
              <p14:xfrm>
                <a:off x="15124840" y="3341834"/>
                <a:ext cx="258480" cy="230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D423F14-A3FF-DBAE-CDB8-D64417F4AF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5118720" y="3335714"/>
                  <a:ext cx="2707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2BB2F86-3385-4F25-392D-F9E649D3140F}"/>
                    </a:ext>
                  </a:extLst>
                </p14:cNvPr>
                <p14:cNvContentPartPr/>
                <p14:nvPr/>
              </p14:nvContentPartPr>
              <p14:xfrm>
                <a:off x="15339760" y="3307994"/>
                <a:ext cx="150480" cy="174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2BB2F86-3385-4F25-392D-F9E649D314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333640" y="3301874"/>
                  <a:ext cx="162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42E6359-70E1-1F3D-DC87-132052E62D62}"/>
                    </a:ext>
                  </a:extLst>
                </p14:cNvPr>
                <p14:cNvContentPartPr/>
                <p14:nvPr/>
              </p14:nvContentPartPr>
              <p14:xfrm>
                <a:off x="15533080" y="3374594"/>
                <a:ext cx="316080" cy="187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42E6359-70E1-1F3D-DC87-132052E62D6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526960" y="3368474"/>
                  <a:ext cx="328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549C71F-502A-9117-1064-175D835CF302}"/>
                    </a:ext>
                  </a:extLst>
                </p14:cNvPr>
                <p14:cNvContentPartPr/>
                <p14:nvPr/>
              </p14:nvContentPartPr>
              <p14:xfrm>
                <a:off x="16169200" y="3419594"/>
                <a:ext cx="167400" cy="129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549C71F-502A-9117-1064-175D835CF30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6163080" y="3413474"/>
                  <a:ext cx="1796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DC27AB8-4C10-2BCC-F2FD-D62A47E852C2}"/>
                    </a:ext>
                  </a:extLst>
                </p14:cNvPr>
                <p14:cNvContentPartPr/>
                <p14:nvPr/>
              </p14:nvContentPartPr>
              <p14:xfrm>
                <a:off x="16405720" y="3205754"/>
                <a:ext cx="107640" cy="549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DC27AB8-4C10-2BCC-F2FD-D62A47E852C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399600" y="3199634"/>
                  <a:ext cx="11988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E7FB993-2139-31FC-5A2E-E8D6650AC1CD}"/>
                    </a:ext>
                  </a:extLst>
                </p14:cNvPr>
                <p14:cNvContentPartPr/>
                <p14:nvPr/>
              </p14:nvContentPartPr>
              <p14:xfrm>
                <a:off x="16362160" y="3489074"/>
                <a:ext cx="247680" cy="138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E7FB993-2139-31FC-5A2E-E8D6650AC1C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356040" y="3482954"/>
                  <a:ext cx="259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DE269AA-35D4-B0AA-5772-457ADE22CDAF}"/>
                    </a:ext>
                  </a:extLst>
                </p14:cNvPr>
                <p14:cNvContentPartPr/>
                <p14:nvPr/>
              </p14:nvContentPartPr>
              <p14:xfrm>
                <a:off x="14718040" y="3763034"/>
                <a:ext cx="150840" cy="26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DE269AA-35D4-B0AA-5772-457ADE22CDA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711920" y="3756914"/>
                  <a:ext cx="1630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A985DFA-218F-00F4-73AB-14C6AB35D687}"/>
                    </a:ext>
                  </a:extLst>
                </p14:cNvPr>
                <p14:cNvContentPartPr/>
                <p14:nvPr/>
              </p14:nvContentPartPr>
              <p14:xfrm>
                <a:off x="14809480" y="3856634"/>
                <a:ext cx="252000" cy="33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A985DFA-218F-00F4-73AB-14C6AB35D6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803360" y="3850514"/>
                  <a:ext cx="264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35B264B-C703-0732-FADB-C9406E8D08FD}"/>
                    </a:ext>
                  </a:extLst>
                </p14:cNvPr>
                <p14:cNvContentPartPr/>
                <p14:nvPr/>
              </p14:nvContentPartPr>
              <p14:xfrm>
                <a:off x="14992360" y="3766634"/>
                <a:ext cx="69480" cy="299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35B264B-C703-0732-FADB-C9406E8D08F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986240" y="3760514"/>
                  <a:ext cx="817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939C0C-84F2-F7FC-AC6C-AFF82839B76A}"/>
                    </a:ext>
                  </a:extLst>
                </p14:cNvPr>
                <p14:cNvContentPartPr/>
                <p14:nvPr/>
              </p14:nvContentPartPr>
              <p14:xfrm>
                <a:off x="15082000" y="3823154"/>
                <a:ext cx="713520" cy="220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939C0C-84F2-F7FC-AC6C-AFF82839B76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075880" y="3817034"/>
                  <a:ext cx="725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4BA69C1-FCC2-08D4-5163-876CDC4639C0}"/>
                    </a:ext>
                  </a:extLst>
                </p14:cNvPr>
                <p14:cNvContentPartPr/>
                <p14:nvPr/>
              </p14:nvContentPartPr>
              <p14:xfrm>
                <a:off x="15864640" y="3849434"/>
                <a:ext cx="38160" cy="183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4BA69C1-FCC2-08D4-5163-876CDC4639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858520" y="3843314"/>
                  <a:ext cx="50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40302F4-025A-B871-C32E-F367606D367D}"/>
                    </a:ext>
                  </a:extLst>
                </p14:cNvPr>
                <p14:cNvContentPartPr/>
                <p14:nvPr/>
              </p14:nvContentPartPr>
              <p14:xfrm>
                <a:off x="15854560" y="3891914"/>
                <a:ext cx="181800" cy="166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40302F4-025A-B871-C32E-F367606D367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848440" y="3885794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F624581-CD72-0A91-B8B1-E39E332124A2}"/>
              </a:ext>
            </a:extLst>
          </p:cNvPr>
          <p:cNvGrpSpPr/>
          <p:nvPr/>
        </p:nvGrpSpPr>
        <p:grpSpPr>
          <a:xfrm>
            <a:off x="11482720" y="6851834"/>
            <a:ext cx="5276880" cy="2028240"/>
            <a:chOff x="11482720" y="6851834"/>
            <a:chExt cx="5276880" cy="20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DFC5423-F3CA-E409-D1F3-DBB0FD40DC79}"/>
                    </a:ext>
                  </a:extLst>
                </p14:cNvPr>
                <p14:cNvContentPartPr/>
                <p14:nvPr/>
              </p14:nvContentPartPr>
              <p14:xfrm>
                <a:off x="11482720" y="8204714"/>
                <a:ext cx="4099320" cy="150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DFC5423-F3CA-E409-D1F3-DBB0FD40DC7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76600" y="8198594"/>
                  <a:ext cx="4111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15C7BF-8EC5-75B7-2A5A-5FF5EFC9773F}"/>
                    </a:ext>
                  </a:extLst>
                </p14:cNvPr>
                <p14:cNvContentPartPr/>
                <p14:nvPr/>
              </p14:nvContentPartPr>
              <p14:xfrm>
                <a:off x="15361360" y="8189954"/>
                <a:ext cx="170280" cy="211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15C7BF-8EC5-75B7-2A5A-5FF5EFC9773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355240" y="8183834"/>
                  <a:ext cx="182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3B8DA1B-B802-455E-658C-C947065A9298}"/>
                    </a:ext>
                  </a:extLst>
                </p14:cNvPr>
                <p14:cNvContentPartPr/>
                <p14:nvPr/>
              </p14:nvContentPartPr>
              <p14:xfrm>
                <a:off x="12195160" y="7599914"/>
                <a:ext cx="2860920" cy="774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3B8DA1B-B802-455E-658C-C947065A929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189040" y="7593794"/>
                  <a:ext cx="2873160" cy="78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4F39EC0-DE7F-761E-502F-4A129A007BEF}"/>
                    </a:ext>
                  </a:extLst>
                </p14:cNvPr>
                <p14:cNvContentPartPr/>
                <p14:nvPr/>
              </p14:nvContentPartPr>
              <p14:xfrm>
                <a:off x="15794800" y="8221274"/>
                <a:ext cx="60480" cy="291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4F39EC0-DE7F-761E-502F-4A129A007BE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788680" y="8215154"/>
                  <a:ext cx="72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F6CAC5-F338-FAA1-5221-D91877DD570D}"/>
                    </a:ext>
                  </a:extLst>
                </p14:cNvPr>
                <p14:cNvContentPartPr/>
                <p14:nvPr/>
              </p14:nvContentPartPr>
              <p14:xfrm>
                <a:off x="15821800" y="8364554"/>
                <a:ext cx="193320" cy="75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F6CAC5-F338-FAA1-5221-D91877DD57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815680" y="8358434"/>
                  <a:ext cx="205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3BD21C4-609D-3139-CE2B-963BB05B06A4}"/>
                    </a:ext>
                  </a:extLst>
                </p14:cNvPr>
                <p14:cNvContentPartPr/>
                <p14:nvPr/>
              </p14:nvContentPartPr>
              <p14:xfrm>
                <a:off x="15933400" y="8226314"/>
                <a:ext cx="242280" cy="235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3BD21C4-609D-3139-CE2B-963BB05B06A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927280" y="8220194"/>
                  <a:ext cx="2545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976957F-A5EC-D65E-7FDF-7BA33D8609DF}"/>
                    </a:ext>
                  </a:extLst>
                </p14:cNvPr>
                <p14:cNvContentPartPr/>
                <p14:nvPr/>
              </p14:nvContentPartPr>
              <p14:xfrm>
                <a:off x="16218520" y="8334314"/>
                <a:ext cx="91080" cy="138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976957F-A5EC-D65E-7FDF-7BA33D8609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6212400" y="8328194"/>
                  <a:ext cx="103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2814387-BDE7-5630-22DF-0041B823B36A}"/>
                    </a:ext>
                  </a:extLst>
                </p14:cNvPr>
                <p14:cNvContentPartPr/>
                <p14:nvPr/>
              </p14:nvContentPartPr>
              <p14:xfrm>
                <a:off x="16325080" y="8349074"/>
                <a:ext cx="81720" cy="248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2814387-BDE7-5630-22DF-0041B823B36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6318960" y="8342954"/>
                  <a:ext cx="93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A32CD1-B1C6-2737-82F6-0B6249AD7AD3}"/>
                    </a:ext>
                  </a:extLst>
                </p14:cNvPr>
                <p14:cNvContentPartPr/>
                <p14:nvPr/>
              </p14:nvContentPartPr>
              <p14:xfrm>
                <a:off x="16438120" y="8268074"/>
                <a:ext cx="256680" cy="228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A32CD1-B1C6-2737-82F6-0B6249AD7A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6432000" y="8261954"/>
                  <a:ext cx="268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A61EDB9-D19F-E6EB-F3D5-3AD13661EE00}"/>
                    </a:ext>
                  </a:extLst>
                </p14:cNvPr>
                <p14:cNvContentPartPr/>
                <p14:nvPr/>
              </p14:nvContentPartPr>
              <p14:xfrm>
                <a:off x="16587880" y="8364554"/>
                <a:ext cx="171720" cy="39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A61EDB9-D19F-E6EB-F3D5-3AD13661EE0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6581760" y="8358434"/>
                  <a:ext cx="183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A2C894C-C85D-7A71-067B-C0394C4C314C}"/>
                    </a:ext>
                  </a:extLst>
                </p14:cNvPr>
                <p14:cNvContentPartPr/>
                <p14:nvPr/>
              </p14:nvContentPartPr>
              <p14:xfrm>
                <a:off x="13116400" y="7065314"/>
                <a:ext cx="134280" cy="1697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A2C894C-C85D-7A71-067B-C0394C4C314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3110280" y="7059194"/>
                  <a:ext cx="146520" cy="17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B373581-4221-9E77-05B6-B63431F657D6}"/>
                    </a:ext>
                  </a:extLst>
                </p14:cNvPr>
                <p14:cNvContentPartPr/>
                <p14:nvPr/>
              </p14:nvContentPartPr>
              <p14:xfrm>
                <a:off x="13330960" y="6943274"/>
                <a:ext cx="203760" cy="3744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B373581-4221-9E77-05B6-B63431F657D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3324840" y="6937154"/>
                  <a:ext cx="2160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005AF68-D84A-331C-84E6-D4A4A6E8702A}"/>
                    </a:ext>
                  </a:extLst>
                </p14:cNvPr>
                <p14:cNvContentPartPr/>
                <p14:nvPr/>
              </p14:nvContentPartPr>
              <p14:xfrm>
                <a:off x="13341760" y="7060274"/>
                <a:ext cx="193320" cy="216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005AF68-D84A-331C-84E6-D4A4A6E8702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3335280" y="7054154"/>
                  <a:ext cx="205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F1453C4-E61F-A9E9-B351-C2C1166A451F}"/>
                    </a:ext>
                  </a:extLst>
                </p14:cNvPr>
                <p14:cNvContentPartPr/>
                <p14:nvPr/>
              </p14:nvContentPartPr>
              <p14:xfrm>
                <a:off x="13282720" y="6851834"/>
                <a:ext cx="166320" cy="33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F1453C4-E61F-A9E9-B351-C2C1166A451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276600" y="6845714"/>
                  <a:ext cx="178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8FC015-ACF2-6AAB-86F5-379966F9C0FB}"/>
                    </a:ext>
                  </a:extLst>
                </p14:cNvPr>
                <p14:cNvContentPartPr/>
                <p14:nvPr/>
              </p14:nvContentPartPr>
              <p14:xfrm>
                <a:off x="13689520" y="7138034"/>
                <a:ext cx="5760" cy="24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8FC015-ACF2-6AAB-86F5-379966F9C0F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3683400" y="7131914"/>
                  <a:ext cx="1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CA71215-8959-B0CA-3F73-D1DD32FE639B}"/>
                    </a:ext>
                  </a:extLst>
                </p14:cNvPr>
                <p14:cNvContentPartPr/>
                <p14:nvPr/>
              </p14:nvContentPartPr>
              <p14:xfrm>
                <a:off x="13695280" y="7261514"/>
                <a:ext cx="27000" cy="12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CA71215-8959-B0CA-3F73-D1DD32FE639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3689160" y="7255394"/>
                  <a:ext cx="39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46DC2D3-D273-4C4F-F85F-E4F4C43C9E69}"/>
                    </a:ext>
                  </a:extLst>
                </p14:cNvPr>
                <p14:cNvContentPartPr/>
                <p14:nvPr/>
              </p14:nvContentPartPr>
              <p14:xfrm>
                <a:off x="14803360" y="8223074"/>
                <a:ext cx="493200" cy="97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46DC2D3-D273-4C4F-F85F-E4F4C43C9E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4797240" y="8216954"/>
                  <a:ext cx="505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5268BE0-D31A-1A1F-CFEA-6F951D025EF8}"/>
                    </a:ext>
                  </a:extLst>
                </p14:cNvPr>
                <p14:cNvContentPartPr/>
                <p14:nvPr/>
              </p14:nvContentPartPr>
              <p14:xfrm>
                <a:off x="14278840" y="8068274"/>
                <a:ext cx="27720" cy="173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5268BE0-D31A-1A1F-CFEA-6F951D025EF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272720" y="8062154"/>
                  <a:ext cx="399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6B6CEAC-7B1E-7DFC-AABD-3AFB4EA3C6CE}"/>
                    </a:ext>
                  </a:extLst>
                </p14:cNvPr>
                <p14:cNvContentPartPr/>
                <p14:nvPr/>
              </p14:nvContentPartPr>
              <p14:xfrm>
                <a:off x="14272720" y="8301194"/>
                <a:ext cx="28440" cy="262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6B6CEAC-7B1E-7DFC-AABD-3AFB4EA3C6C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266600" y="8295074"/>
                  <a:ext cx="40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C4AF21-093D-AFFF-A75F-50FD1CFFB612}"/>
                    </a:ext>
                  </a:extLst>
                </p14:cNvPr>
                <p14:cNvContentPartPr/>
                <p14:nvPr/>
              </p14:nvContentPartPr>
              <p14:xfrm>
                <a:off x="14208640" y="8738234"/>
                <a:ext cx="44280" cy="141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C4AF21-093D-AFFF-A75F-50FD1CFFB61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4202520" y="8732114"/>
                  <a:ext cx="56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6AFAD1A-6BF6-865C-E5FF-92DC57BA59B4}"/>
                    </a:ext>
                  </a:extLst>
                </p14:cNvPr>
                <p14:cNvContentPartPr/>
                <p14:nvPr/>
              </p14:nvContentPartPr>
              <p14:xfrm>
                <a:off x="14278840" y="8723474"/>
                <a:ext cx="107280" cy="13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6AFAD1A-6BF6-865C-E5FF-92DC57BA59B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4272720" y="8717354"/>
                  <a:ext cx="119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0DA1FCB-5302-53C2-7FD6-891CB4D2AEA0}"/>
                    </a:ext>
                  </a:extLst>
                </p14:cNvPr>
                <p14:cNvContentPartPr/>
                <p14:nvPr/>
              </p14:nvContentPartPr>
              <p14:xfrm>
                <a:off x="14322040" y="8551394"/>
                <a:ext cx="311040" cy="325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0DA1FCB-5302-53C2-7FD6-891CB4D2AEA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315920" y="8545274"/>
                  <a:ext cx="323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E04F32E-9464-F640-8E36-74D6A5A66ED3}"/>
                    </a:ext>
                  </a:extLst>
                </p14:cNvPr>
                <p14:cNvContentPartPr/>
                <p14:nvPr/>
              </p14:nvContentPartPr>
              <p14:xfrm>
                <a:off x="15018280" y="8261954"/>
                <a:ext cx="325080" cy="576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E04F32E-9464-F640-8E36-74D6A5A66ED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5012160" y="8255834"/>
                  <a:ext cx="337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ACDCAE-CBC1-66AD-E4F1-C86E413AAC10}"/>
                    </a:ext>
                  </a:extLst>
                </p14:cNvPr>
                <p14:cNvContentPartPr/>
                <p14:nvPr/>
              </p14:nvContentPartPr>
              <p14:xfrm>
                <a:off x="15226720" y="8159714"/>
                <a:ext cx="83160" cy="191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ACDCAE-CBC1-66AD-E4F1-C86E413AAC1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220600" y="8153594"/>
                  <a:ext cx="95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D6B2B7B-0A78-D0D2-600B-AC06514E7CF3}"/>
                    </a:ext>
                  </a:extLst>
                </p14:cNvPr>
                <p14:cNvContentPartPr/>
                <p14:nvPr/>
              </p14:nvContentPartPr>
              <p14:xfrm>
                <a:off x="15344800" y="8574794"/>
                <a:ext cx="86400" cy="227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D6B2B7B-0A78-D0D2-600B-AC06514E7C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338680" y="8568674"/>
                  <a:ext cx="98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CBD4147-1FCE-4445-325B-0319EF7FF1E1}"/>
                    </a:ext>
                  </a:extLst>
                </p14:cNvPr>
                <p14:cNvContentPartPr/>
                <p14:nvPr/>
              </p14:nvContentPartPr>
              <p14:xfrm>
                <a:off x="15464680" y="8629514"/>
                <a:ext cx="175320" cy="205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CBD4147-1FCE-4445-325B-0319EF7FF1E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458560" y="8623394"/>
                  <a:ext cx="187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4CD3AA0-02F4-AAFD-1941-6541EE0BA8F5}"/>
                    </a:ext>
                  </a:extLst>
                </p14:cNvPr>
                <p14:cNvContentPartPr/>
                <p14:nvPr/>
              </p14:nvContentPartPr>
              <p14:xfrm>
                <a:off x="15645040" y="8656874"/>
                <a:ext cx="241200" cy="166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4CD3AA0-02F4-AAFD-1941-6541EE0BA8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5638920" y="8650754"/>
                  <a:ext cx="2534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2EA995A-8B8F-16B1-3390-FDE19205A5B3}"/>
              </a:ext>
            </a:extLst>
          </p:cNvPr>
          <p:cNvGrpSpPr/>
          <p:nvPr/>
        </p:nvGrpSpPr>
        <p:grpSpPr>
          <a:xfrm>
            <a:off x="11761360" y="8201834"/>
            <a:ext cx="471960" cy="744120"/>
            <a:chOff x="11761360" y="8201834"/>
            <a:chExt cx="47196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415DCCE-A60F-8EF3-55B9-7AAD92DACAFB}"/>
                    </a:ext>
                  </a:extLst>
                </p14:cNvPr>
                <p14:cNvContentPartPr/>
                <p14:nvPr/>
              </p14:nvContentPartPr>
              <p14:xfrm>
                <a:off x="12108040" y="8201834"/>
                <a:ext cx="28440" cy="380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415DCCE-A60F-8EF3-55B9-7AAD92DACAF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101920" y="8195714"/>
                  <a:ext cx="406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BB5AC35-D616-BC8F-3478-C368F8646529}"/>
                    </a:ext>
                  </a:extLst>
                </p14:cNvPr>
                <p14:cNvContentPartPr/>
                <p14:nvPr/>
              </p14:nvContentPartPr>
              <p14:xfrm>
                <a:off x="11761360" y="8572634"/>
                <a:ext cx="113760" cy="313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BB5AC35-D616-BC8F-3478-C368F864652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755240" y="8566514"/>
                  <a:ext cx="1260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2178ACA-992B-D7CD-11EC-27C87CFF0935}"/>
                    </a:ext>
                  </a:extLst>
                </p14:cNvPr>
                <p14:cNvContentPartPr/>
                <p14:nvPr/>
              </p14:nvContentPartPr>
              <p14:xfrm>
                <a:off x="11820040" y="8695394"/>
                <a:ext cx="155160" cy="210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2178ACA-992B-D7CD-11EC-27C87CFF093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813920" y="8689274"/>
                  <a:ext cx="1674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2B103B4-A4A5-4F36-8A9E-434482F560B8}"/>
                    </a:ext>
                  </a:extLst>
                </p14:cNvPr>
                <p14:cNvContentPartPr/>
                <p14:nvPr/>
              </p14:nvContentPartPr>
              <p14:xfrm>
                <a:off x="11814640" y="8633474"/>
                <a:ext cx="273600" cy="126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2B103B4-A4A5-4F36-8A9E-434482F560B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808520" y="8627354"/>
                  <a:ext cx="285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14AAC99-2823-CB7C-D831-AC3862D09252}"/>
                    </a:ext>
                  </a:extLst>
                </p14:cNvPr>
                <p14:cNvContentPartPr/>
                <p14:nvPr/>
              </p14:nvContentPartPr>
              <p14:xfrm>
                <a:off x="12016960" y="8614034"/>
                <a:ext cx="216360" cy="331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14AAC99-2823-CB7C-D831-AC3862D0925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010840" y="8607914"/>
                  <a:ext cx="22860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ED0580A9-5395-73C6-A197-B81E81239C12}"/>
                  </a:ext>
                </a:extLst>
              </p14:cNvPr>
              <p14:cNvContentPartPr/>
              <p14:nvPr/>
            </p14:nvContentPartPr>
            <p14:xfrm>
              <a:off x="10605400" y="4259834"/>
              <a:ext cx="305280" cy="1867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ED0580A9-5395-73C6-A197-B81E81239C1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596400" y="4250834"/>
                <a:ext cx="322920" cy="18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B778255-53F7-E23A-6F58-9E39D2484236}"/>
              </a:ext>
            </a:extLst>
          </p:cNvPr>
          <p:cNvGrpSpPr/>
          <p:nvPr/>
        </p:nvGrpSpPr>
        <p:grpSpPr>
          <a:xfrm>
            <a:off x="9538000" y="5345594"/>
            <a:ext cx="814680" cy="497160"/>
            <a:chOff x="9538000" y="5345594"/>
            <a:chExt cx="814680" cy="49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9055C2C-4552-FFE6-7408-B6B8BCE40621}"/>
                    </a:ext>
                  </a:extLst>
                </p14:cNvPr>
                <p14:cNvContentPartPr/>
                <p14:nvPr/>
              </p14:nvContentPartPr>
              <p14:xfrm>
                <a:off x="9698560" y="5450354"/>
                <a:ext cx="654120" cy="140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9055C2C-4552-FFE6-7408-B6B8BCE4062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89920" y="5441354"/>
                  <a:ext cx="671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079EB06-9C70-44B7-D608-1CA9509B3B8F}"/>
                    </a:ext>
                  </a:extLst>
                </p14:cNvPr>
                <p14:cNvContentPartPr/>
                <p14:nvPr/>
              </p14:nvContentPartPr>
              <p14:xfrm>
                <a:off x="9538000" y="5345594"/>
                <a:ext cx="203760" cy="497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079EB06-9C70-44B7-D608-1CA9509B3B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529360" y="5336954"/>
                  <a:ext cx="221400" cy="51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75FB7B9-2631-E941-E6F0-BF502F6CAAA6}"/>
              </a:ext>
            </a:extLst>
          </p:cNvPr>
          <p:cNvGrpSpPr/>
          <p:nvPr/>
        </p:nvGrpSpPr>
        <p:grpSpPr>
          <a:xfrm>
            <a:off x="8257120" y="6937154"/>
            <a:ext cx="2888280" cy="2066400"/>
            <a:chOff x="8257120" y="6937154"/>
            <a:chExt cx="2888280" cy="20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E1240A-3B97-66AC-D39E-A66187FAC6DA}"/>
                    </a:ext>
                  </a:extLst>
                </p14:cNvPr>
                <p14:cNvContentPartPr/>
                <p14:nvPr/>
              </p14:nvContentPartPr>
              <p14:xfrm>
                <a:off x="10936240" y="7337114"/>
                <a:ext cx="209160" cy="15541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E1240A-3B97-66AC-D39E-A66187FAC6D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27600" y="7328114"/>
                  <a:ext cx="226800" cy="15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CB0A501-DFE7-12FF-2E42-C25ED94DAB48}"/>
                    </a:ext>
                  </a:extLst>
                </p14:cNvPr>
                <p14:cNvContentPartPr/>
                <p14:nvPr/>
              </p14:nvContentPartPr>
              <p14:xfrm>
                <a:off x="10491640" y="7648514"/>
                <a:ext cx="186480" cy="1355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CB0A501-DFE7-12FF-2E42-C25ED94DAB4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82640" y="7639514"/>
                  <a:ext cx="204120" cy="13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0C3F417-3430-2C49-C32C-BA1862305B70}"/>
                    </a:ext>
                  </a:extLst>
                </p14:cNvPr>
                <p14:cNvContentPartPr/>
                <p14:nvPr/>
              </p14:nvContentPartPr>
              <p14:xfrm>
                <a:off x="8257120" y="7392914"/>
                <a:ext cx="124200" cy="384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0C3F417-3430-2C49-C32C-BA1862305B7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48480" y="7384274"/>
                  <a:ext cx="1418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FF55A0D-E5F3-656A-0522-8F85B493633B}"/>
                    </a:ext>
                  </a:extLst>
                </p14:cNvPr>
                <p14:cNvContentPartPr/>
                <p14:nvPr/>
              </p14:nvContentPartPr>
              <p14:xfrm>
                <a:off x="8261800" y="7500554"/>
                <a:ext cx="398160" cy="186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FF55A0D-E5F3-656A-0522-8F85B493633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52800" y="7491914"/>
                  <a:ext cx="415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AF93143-A39D-152B-E082-F50DDC467AA4}"/>
                    </a:ext>
                  </a:extLst>
                </p14:cNvPr>
                <p14:cNvContentPartPr/>
                <p14:nvPr/>
              </p14:nvContentPartPr>
              <p14:xfrm>
                <a:off x="8702440" y="7469594"/>
                <a:ext cx="128160" cy="164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AF93143-A39D-152B-E082-F50DDC467AA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93440" y="7460954"/>
                  <a:ext cx="1458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086148F-A1FF-5798-C96C-992D24A68CF0}"/>
                    </a:ext>
                  </a:extLst>
                </p14:cNvPr>
                <p14:cNvContentPartPr/>
                <p14:nvPr/>
              </p14:nvContentPartPr>
              <p14:xfrm>
                <a:off x="8820160" y="7466714"/>
                <a:ext cx="418320" cy="135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086148F-A1FF-5798-C96C-992D24A68C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11520" y="7457714"/>
                  <a:ext cx="435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0F410DB-18E8-CAD1-EF5D-6B43A1EA7F09}"/>
                    </a:ext>
                  </a:extLst>
                </p14:cNvPr>
                <p14:cNvContentPartPr/>
                <p14:nvPr/>
              </p14:nvContentPartPr>
              <p14:xfrm>
                <a:off x="9259720" y="7122914"/>
                <a:ext cx="225360" cy="445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0F410DB-18E8-CAD1-EF5D-6B43A1EA7F0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250720" y="7114274"/>
                  <a:ext cx="2430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51138C5-0D5F-C395-AA00-5FB96DE72D44}"/>
                    </a:ext>
                  </a:extLst>
                </p14:cNvPr>
                <p14:cNvContentPartPr/>
                <p14:nvPr/>
              </p14:nvContentPartPr>
              <p14:xfrm>
                <a:off x="9559600" y="7279874"/>
                <a:ext cx="225000" cy="355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51138C5-0D5F-C395-AA00-5FB96DE72D4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50600" y="7270874"/>
                  <a:ext cx="2426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9B68654-B6C0-C2C7-A056-1AAD747B8440}"/>
                    </a:ext>
                  </a:extLst>
                </p14:cNvPr>
                <p14:cNvContentPartPr/>
                <p14:nvPr/>
              </p14:nvContentPartPr>
              <p14:xfrm>
                <a:off x="9902320" y="6937154"/>
                <a:ext cx="252360" cy="3157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9B68654-B6C0-C2C7-A056-1AAD747B844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893320" y="6928514"/>
                  <a:ext cx="270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AB4D6DF-46FD-BB43-EC7B-77C4D38A3A1F}"/>
                    </a:ext>
                  </a:extLst>
                </p14:cNvPr>
                <p14:cNvContentPartPr/>
                <p14:nvPr/>
              </p14:nvContentPartPr>
              <p14:xfrm>
                <a:off x="10229200" y="7312994"/>
                <a:ext cx="43200" cy="1450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AB4D6DF-46FD-BB43-EC7B-77C4D38A3A1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220200" y="7303994"/>
                  <a:ext cx="608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B7E5A00-E039-CE80-7C0E-857623E68002}"/>
              </a:ext>
            </a:extLst>
          </p:cNvPr>
          <p:cNvGrpSpPr/>
          <p:nvPr/>
        </p:nvGrpSpPr>
        <p:grpSpPr>
          <a:xfrm>
            <a:off x="14413120" y="6326954"/>
            <a:ext cx="397440" cy="142560"/>
            <a:chOff x="14413120" y="6326954"/>
            <a:chExt cx="39744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1133664-B3F6-EED4-8BC9-2568D233710E}"/>
                    </a:ext>
                  </a:extLst>
                </p14:cNvPr>
                <p14:cNvContentPartPr/>
                <p14:nvPr/>
              </p14:nvContentPartPr>
              <p14:xfrm>
                <a:off x="14510680" y="6326954"/>
                <a:ext cx="299880" cy="35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1133664-B3F6-EED4-8BC9-2568D23371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4501680" y="6317954"/>
                  <a:ext cx="317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EC5D96-BF27-21E6-2E32-26B2399C2A39}"/>
                    </a:ext>
                  </a:extLst>
                </p14:cNvPr>
                <p14:cNvContentPartPr/>
                <p14:nvPr/>
              </p14:nvContentPartPr>
              <p14:xfrm>
                <a:off x="14413120" y="6405794"/>
                <a:ext cx="268200" cy="63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EC5D96-BF27-21E6-2E32-26B2399C2A3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4404120" y="6397154"/>
                  <a:ext cx="28584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0EB51D3E-3753-1B3D-48B9-4393F1490395}"/>
                  </a:ext>
                </a:extLst>
              </p14:cNvPr>
              <p14:cNvContentPartPr/>
              <p14:nvPr/>
            </p14:nvContentPartPr>
            <p14:xfrm>
              <a:off x="11284360" y="6674714"/>
              <a:ext cx="155880" cy="298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0EB51D3E-3753-1B3D-48B9-4393F1490395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1275720" y="6666074"/>
                <a:ext cx="1735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5D02909-2D46-9365-1204-6650C63F727B}"/>
              </a:ext>
            </a:extLst>
          </p:cNvPr>
          <p:cNvGrpSpPr/>
          <p:nvPr/>
        </p:nvGrpSpPr>
        <p:grpSpPr>
          <a:xfrm>
            <a:off x="14149960" y="7267274"/>
            <a:ext cx="1988640" cy="1946520"/>
            <a:chOff x="14149960" y="7267274"/>
            <a:chExt cx="1988640" cy="19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1619D7-4D7B-C016-0658-C675B8A8D472}"/>
                    </a:ext>
                  </a:extLst>
                </p14:cNvPr>
                <p14:cNvContentPartPr/>
                <p14:nvPr/>
              </p14:nvContentPartPr>
              <p14:xfrm>
                <a:off x="15076600" y="8409914"/>
                <a:ext cx="989640" cy="803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1619D7-4D7B-C016-0658-C675B8A8D47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067600" y="8400914"/>
                  <a:ext cx="100728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B43CCB0-DFC3-1A8F-414A-4465192C4CAF}"/>
                    </a:ext>
                  </a:extLst>
                </p14:cNvPr>
                <p14:cNvContentPartPr/>
                <p14:nvPr/>
              </p14:nvContentPartPr>
              <p14:xfrm>
                <a:off x="14916760" y="7937234"/>
                <a:ext cx="413280" cy="488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B43CCB0-DFC3-1A8F-414A-4465192C4CA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907760" y="7928594"/>
                  <a:ext cx="4309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F4EA3B2-2AE4-59CC-88FA-29ED17D4460B}"/>
                    </a:ext>
                  </a:extLst>
                </p14:cNvPr>
                <p14:cNvContentPartPr/>
                <p14:nvPr/>
              </p14:nvContentPartPr>
              <p14:xfrm>
                <a:off x="15200080" y="7275914"/>
                <a:ext cx="42840" cy="298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F4EA3B2-2AE4-59CC-88FA-29ED17D4460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5191440" y="7266914"/>
                  <a:ext cx="604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DCDBE98-C9F1-2862-091B-E0E909A80E15}"/>
                    </a:ext>
                  </a:extLst>
                </p14:cNvPr>
                <p14:cNvContentPartPr/>
                <p14:nvPr/>
              </p14:nvContentPartPr>
              <p14:xfrm>
                <a:off x="15216640" y="7267274"/>
                <a:ext cx="118440" cy="249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DCDBE98-C9F1-2862-091B-E0E909A80E1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5207640" y="7258634"/>
                  <a:ext cx="1360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61BE426-3B3D-9DA6-6BB5-4C6A69EC584E}"/>
                    </a:ext>
                  </a:extLst>
                </p14:cNvPr>
                <p14:cNvContentPartPr/>
                <p14:nvPr/>
              </p14:nvContentPartPr>
              <p14:xfrm>
                <a:off x="15365680" y="7311554"/>
                <a:ext cx="204840" cy="186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61BE426-3B3D-9DA6-6BB5-4C6A69EC584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5356680" y="7302914"/>
                  <a:ext cx="222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ABD44FD-251F-F4AC-44B8-2099C173874C}"/>
                    </a:ext>
                  </a:extLst>
                </p14:cNvPr>
                <p14:cNvContentPartPr/>
                <p14:nvPr/>
              </p14:nvContentPartPr>
              <p14:xfrm>
                <a:off x="15538840" y="7271594"/>
                <a:ext cx="347760" cy="261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ABD44FD-251F-F4AC-44B8-2099C173874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5530200" y="7262954"/>
                  <a:ext cx="365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13633CF-7386-38B5-7B8C-77B33897E91A}"/>
                    </a:ext>
                  </a:extLst>
                </p14:cNvPr>
                <p14:cNvContentPartPr/>
                <p14:nvPr/>
              </p14:nvContentPartPr>
              <p14:xfrm>
                <a:off x="15917200" y="7276634"/>
                <a:ext cx="221400" cy="156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13633CF-7386-38B5-7B8C-77B33897E91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5908200" y="7267994"/>
                  <a:ext cx="239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590993B-1222-F8DE-1A36-581464837E7E}"/>
                    </a:ext>
                  </a:extLst>
                </p14:cNvPr>
                <p14:cNvContentPartPr/>
                <p14:nvPr/>
              </p14:nvContentPartPr>
              <p14:xfrm>
                <a:off x="14766280" y="8216954"/>
                <a:ext cx="11520" cy="193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590993B-1222-F8DE-1A36-581464837E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4757280" y="8207954"/>
                  <a:ext cx="291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7462C96-17F5-893B-2028-359D4846EF30}"/>
                    </a:ext>
                  </a:extLst>
                </p14:cNvPr>
                <p14:cNvContentPartPr/>
                <p14:nvPr/>
              </p14:nvContentPartPr>
              <p14:xfrm>
                <a:off x="14777440" y="8503154"/>
                <a:ext cx="43200" cy="153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7462C96-17F5-893B-2028-359D4846EF3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4768440" y="8494514"/>
                  <a:ext cx="60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E08BD73E-FF60-54FC-7B0F-8B240E833EAE}"/>
                    </a:ext>
                  </a:extLst>
                </p14:cNvPr>
                <p14:cNvContentPartPr/>
                <p14:nvPr/>
              </p14:nvContentPartPr>
              <p14:xfrm>
                <a:off x="14841160" y="8508914"/>
                <a:ext cx="161280" cy="1641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E08BD73E-FF60-54FC-7B0F-8B240E833EA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832520" y="8500274"/>
                  <a:ext cx="178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16BB47-081E-F51B-8EFF-C5DB7EAE9A19}"/>
                    </a:ext>
                  </a:extLst>
                </p14:cNvPr>
                <p14:cNvContentPartPr/>
                <p14:nvPr/>
              </p14:nvContentPartPr>
              <p14:xfrm>
                <a:off x="15035920" y="8468954"/>
                <a:ext cx="105840" cy="227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16BB47-081E-F51B-8EFF-C5DB7EAE9A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5027280" y="8460314"/>
                  <a:ext cx="123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F132968-17D7-A21F-74BD-CD6B82D29CBE}"/>
                    </a:ext>
                  </a:extLst>
                </p14:cNvPr>
                <p14:cNvContentPartPr/>
                <p14:nvPr/>
              </p14:nvContentPartPr>
              <p14:xfrm>
                <a:off x="14155720" y="8379674"/>
                <a:ext cx="16560" cy="12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F132968-17D7-A21F-74BD-CD6B82D29CB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4147080" y="8370674"/>
                  <a:ext cx="34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2971277-A17D-7563-97FD-A68D49D4EFD3}"/>
                    </a:ext>
                  </a:extLst>
                </p14:cNvPr>
                <p14:cNvContentPartPr/>
                <p14:nvPr/>
              </p14:nvContentPartPr>
              <p14:xfrm>
                <a:off x="14155720" y="8394794"/>
                <a:ext cx="360" cy="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2971277-A17D-7563-97FD-A68D49D4EFD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4147080" y="83857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66F2E2E-9F3A-7714-3B70-44AFBDC46E8A}"/>
                    </a:ext>
                  </a:extLst>
                </p14:cNvPr>
                <p14:cNvContentPartPr/>
                <p14:nvPr/>
              </p14:nvContentPartPr>
              <p14:xfrm>
                <a:off x="14149960" y="7609274"/>
                <a:ext cx="1602720" cy="810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66F2E2E-9F3A-7714-3B70-44AFBDC46E8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4140960" y="7600274"/>
                  <a:ext cx="1620360" cy="82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Rectangle 16"/>
          <p:cNvSpPr/>
          <p:nvPr/>
        </p:nvSpPr>
        <p:spPr>
          <a:xfrm>
            <a:off x="1485610" y="2782464"/>
            <a:ext cx="90297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dirty="0"/>
              <a:t>1. Pattern </a:t>
            </a:r>
            <a:r>
              <a:rPr lang="en-US" sz="3600" b="1" dirty="0" smtClean="0"/>
              <a:t>Recognition</a:t>
            </a:r>
            <a:endParaRPr lang="en-US" sz="3600" dirty="0" smtClean="0"/>
          </a:p>
          <a:p>
            <a:r>
              <a:rPr lang="en-US" sz="3600" b="1" dirty="0" smtClean="0"/>
              <a:t>2. Statistical Inference</a:t>
            </a:r>
          </a:p>
          <a:p>
            <a:r>
              <a:rPr lang="en-US" sz="3600" b="1" dirty="0" smtClean="0"/>
              <a:t>3</a:t>
            </a:r>
            <a:r>
              <a:rPr lang="en-US" sz="3600" b="1" dirty="0"/>
              <a:t>. Anomaly / Outlier </a:t>
            </a:r>
            <a:r>
              <a:rPr lang="en-US" sz="3600" b="1" dirty="0" smtClean="0"/>
              <a:t>Detection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4873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0DD4-5EDD-BC84-7903-EAF1D8F1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C1C3C-EB0E-B571-8973-249896D1C273}"/>
              </a:ext>
            </a:extLst>
          </p:cNvPr>
          <p:cNvSpPr txBox="1"/>
          <p:nvPr/>
        </p:nvSpPr>
        <p:spPr>
          <a:xfrm>
            <a:off x="571500" y="812800"/>
            <a:ext cx="1691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What does centrality and spread tells us?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What is the different between Population and Sample Data</a:t>
            </a:r>
          </a:p>
        </p:txBody>
      </p:sp>
    </p:spTree>
    <p:extLst>
      <p:ext uri="{BB962C8B-B14F-4D97-AF65-F5344CB8AC3E}">
        <p14:creationId xmlns:p14="http://schemas.microsoft.com/office/powerpoint/2010/main" val="262857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800100"/>
            <a:ext cx="116459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D213-8F3A-4852-4DC5-E4DC888C1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CA19B-B25A-763E-6024-70791F11E120}"/>
              </a:ext>
            </a:extLst>
          </p:cNvPr>
          <p:cNvSpPr txBox="1"/>
          <p:nvPr/>
        </p:nvSpPr>
        <p:spPr>
          <a:xfrm>
            <a:off x="571500" y="812800"/>
            <a:ext cx="1691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Visualization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What are the difference ways of visualization?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8700" y="2794000"/>
            <a:ext cx="3200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Histogram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Boxplot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Bar </a:t>
            </a:r>
            <a:r>
              <a:rPr lang="en-US" sz="3200" dirty="0" smtClean="0"/>
              <a:t>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Scatter Plot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0" y="812800"/>
            <a:ext cx="3519607" cy="37752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538" y="5156200"/>
            <a:ext cx="3729599" cy="3657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0700" y="5308599"/>
            <a:ext cx="3352800" cy="35763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0700" y="1193069"/>
            <a:ext cx="3378029" cy="3649357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428163"/>
              </p:ext>
            </p:extLst>
          </p:nvPr>
        </p:nvGraphicFramePr>
        <p:xfrm>
          <a:off x="356919" y="6142502"/>
          <a:ext cx="8382000" cy="2651760"/>
        </p:xfrm>
        <a:graphic>
          <a:graphicData uri="http://schemas.openxmlformats.org/drawingml/2006/table">
            <a:tbl>
              <a:tblPr/>
              <a:tblGrid>
                <a:gridCol w="1934943">
                  <a:extLst>
                    <a:ext uri="{9D8B030D-6E8A-4147-A177-3AD203B41FA5}">
                      <a16:colId xmlns:a16="http://schemas.microsoft.com/office/drawing/2014/main" val="299993096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480481651"/>
                    </a:ext>
                  </a:extLst>
                </a:gridCol>
                <a:gridCol w="4237257">
                  <a:extLst>
                    <a:ext uri="{9D8B030D-6E8A-4147-A177-3AD203B41FA5}">
                      <a16:colId xmlns:a16="http://schemas.microsoft.com/office/drawing/2014/main" val="1405826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Visualization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Type of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2070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Histogram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(continuous)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distribution &amp;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271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Boxplot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(continuous)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View spread &amp; outliers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445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Bar Chart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Compare category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91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Scatter Plot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(2 variables)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Explore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7971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12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1" y="1049866"/>
            <a:ext cx="13563600" cy="854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00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584200"/>
            <a:ext cx="13656966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02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1760537"/>
            <a:ext cx="1397317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60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736600"/>
            <a:ext cx="11501386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94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041400"/>
            <a:ext cx="12266098" cy="717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56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978f3bc7c_0_5"/>
          <p:cNvSpPr txBox="1">
            <a:spLocks noGrp="1"/>
          </p:cNvSpPr>
          <p:nvPr>
            <p:ph type="title"/>
          </p:nvPr>
        </p:nvSpPr>
        <p:spPr>
          <a:xfrm>
            <a:off x="0" y="-72824"/>
            <a:ext cx="16828185" cy="12312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 dirty="0">
                <a:solidFill>
                  <a:schemeClr val="bg1"/>
                </a:solidFill>
              </a:rPr>
              <a:t>Descriptive Statistics/ Summary Statistics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23" name="Google Shape;523;g2b978f3bc7c_0_5"/>
          <p:cNvSpPr txBox="1">
            <a:spLocks noGrp="1"/>
          </p:cNvSpPr>
          <p:nvPr>
            <p:ph type="body" idx="1"/>
          </p:nvPr>
        </p:nvSpPr>
        <p:spPr>
          <a:xfrm>
            <a:off x="615607" y="3231202"/>
            <a:ext cx="15986243" cy="5427893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3879" b="1" dirty="0"/>
              <a:t>Descriptive statistics: summarize, organize, and present data concisely. </a:t>
            </a:r>
            <a:endParaRPr sz="3879" b="1" dirty="0"/>
          </a:p>
          <a:p>
            <a:pPr marL="1805940" lvl="1" indent="-6988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72"/>
              <a:buChar char="○"/>
            </a:pPr>
            <a:r>
              <a:rPr lang="en" sz="3891" dirty="0">
                <a:solidFill>
                  <a:schemeClr val="dk1"/>
                </a:solidFill>
              </a:rPr>
              <a:t>They communicate something about the dataset without needing to understand the whole thing</a:t>
            </a:r>
            <a:endParaRPr sz="3891" dirty="0">
              <a:solidFill>
                <a:schemeClr val="dk1"/>
              </a:solidFill>
            </a:endParaRPr>
          </a:p>
          <a:p>
            <a:pPr marL="1805940" lvl="1" indent="-6988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72"/>
              <a:buChar char="○"/>
            </a:pPr>
            <a:r>
              <a:rPr lang="en" sz="3891" dirty="0">
                <a:solidFill>
                  <a:schemeClr val="dk1"/>
                </a:solidFill>
              </a:rPr>
              <a:t>Summarize known data in a way that can be used for further predictions and analysis.</a:t>
            </a:r>
            <a:endParaRPr sz="3891" dirty="0">
              <a:solidFill>
                <a:schemeClr val="dk1"/>
              </a:solidFill>
            </a:endParaRPr>
          </a:p>
          <a:p>
            <a:pPr marL="1805940" lvl="1" indent="-6988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72"/>
              <a:buChar char="○"/>
            </a:pPr>
            <a:r>
              <a:rPr lang="en" sz="3891" dirty="0">
                <a:solidFill>
                  <a:schemeClr val="dk1"/>
                </a:solidFill>
              </a:rPr>
              <a:t>Very useful for quickly understanding what’s going on</a:t>
            </a:r>
            <a:endParaRPr sz="3891" dirty="0">
              <a:solidFill>
                <a:schemeClr val="dk1"/>
              </a:solidFill>
            </a:endParaRPr>
          </a:p>
          <a:p>
            <a:pPr marL="1805940" lvl="1" indent="-698852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72"/>
              <a:buChar char="○"/>
            </a:pPr>
            <a:r>
              <a:rPr lang="en" sz="3891" dirty="0">
                <a:solidFill>
                  <a:schemeClr val="dk1"/>
                </a:solidFill>
              </a:rPr>
              <a:t>Examples: Mean, median, mode</a:t>
            </a:r>
            <a:endParaRPr sz="3891" dirty="0">
              <a:solidFill>
                <a:schemeClr val="dk1"/>
              </a:solidFill>
            </a:endParaRPr>
          </a:p>
        </p:txBody>
      </p:sp>
      <p:sp>
        <p:nvSpPr>
          <p:cNvPr id="524" name="Google Shape;524;g2b978f3bc7c_0_5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22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5" name="Google Shape;525;g2b978f3bc7c_0_5"/>
          <p:cNvSpPr txBox="1"/>
          <p:nvPr/>
        </p:nvSpPr>
        <p:spPr>
          <a:xfrm>
            <a:off x="464421" y="1320983"/>
            <a:ext cx="16601850" cy="2115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2370"/>
              </a:spcAft>
              <a:buClr>
                <a:srgbClr val="000000"/>
              </a:buClr>
              <a:buSzPts val="2064"/>
              <a:buFont typeface="Arial"/>
              <a:buNone/>
            </a:pPr>
            <a:r>
              <a:rPr lang="en" sz="4076" b="0" i="0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Data can be presented in many different formats but, </a:t>
            </a:r>
            <a:r>
              <a:rPr lang="en" sz="4076" b="0" i="0" u="none" strike="noStrike" cap="none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what are the main characteristics that describe the data set</a:t>
            </a:r>
            <a:r>
              <a:rPr lang="en" sz="4076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sz="217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5455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7e2c763cab_0_652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/>
              <a:t>How not to use summary statistics </a:t>
            </a:r>
            <a:endParaRPr/>
          </a:p>
        </p:txBody>
      </p:sp>
      <p:sp>
        <p:nvSpPr>
          <p:cNvPr id="539" name="Google Shape;539;g27e2c763cab_0_652"/>
          <p:cNvSpPr txBox="1">
            <a:spLocks noGrp="1"/>
          </p:cNvSpPr>
          <p:nvPr>
            <p:ph type="body" idx="1"/>
          </p:nvPr>
        </p:nvSpPr>
        <p:spPr>
          <a:xfrm>
            <a:off x="615608" y="2276932"/>
            <a:ext cx="16828185" cy="67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4400" dirty="0"/>
              <a:t>Do NOT take your dataset, compute the mean or median, and then call it a day. </a:t>
            </a:r>
            <a:endParaRPr sz="4400" dirty="0"/>
          </a:p>
          <a:p>
            <a:pPr marL="0" lvl="0" indent="0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1300"/>
              <a:buNone/>
            </a:pPr>
            <a:endParaRPr sz="4400" dirty="0"/>
          </a:p>
          <a:p>
            <a:pPr marL="0" lvl="0" indent="0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1300"/>
              <a:buNone/>
            </a:pPr>
            <a:endParaRPr sz="4400" dirty="0"/>
          </a:p>
          <a:p>
            <a:pPr marL="0" lvl="0" indent="0" algn="l" rtl="0">
              <a:lnSpc>
                <a:spcPct val="115000"/>
              </a:lnSpc>
              <a:spcBef>
                <a:spcPts val="2370"/>
              </a:spcBef>
              <a:spcAft>
                <a:spcPts val="2370"/>
              </a:spcAft>
              <a:buSzPts val="1300"/>
              <a:buNone/>
            </a:pPr>
            <a:r>
              <a:rPr lang="en" sz="4400" dirty="0"/>
              <a:t>If you do not understand your data ahead of computing the summary statistics, they can end up being useless, or actively misleading.</a:t>
            </a:r>
            <a:endParaRPr sz="4400" dirty="0"/>
          </a:p>
        </p:txBody>
      </p:sp>
      <p:sp>
        <p:nvSpPr>
          <p:cNvPr id="540" name="Google Shape;540;g27e2c763cab_0_652"/>
          <p:cNvSpPr txBox="1">
            <a:spLocks noGrp="1"/>
          </p:cNvSpPr>
          <p:nvPr>
            <p:ph type="title"/>
          </p:nvPr>
        </p:nvSpPr>
        <p:spPr>
          <a:xfrm>
            <a:off x="5600700" y="4551490"/>
            <a:ext cx="5895375" cy="1057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2"/>
              <a:buNone/>
            </a:pPr>
            <a:r>
              <a:rPr lang="en" dirty="0"/>
              <a:t>But, why not?</a:t>
            </a:r>
            <a:endParaRPr dirty="0"/>
          </a:p>
        </p:txBody>
      </p:sp>
      <p:sp>
        <p:nvSpPr>
          <p:cNvPr id="541" name="Google Shape;541;g27e2c763cab_0_652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0335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7e2c763cab_0_658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/>
              <a:t>Why not to rely on summary statistics</a:t>
            </a:r>
            <a:endParaRPr/>
          </a:p>
        </p:txBody>
      </p:sp>
      <p:sp>
        <p:nvSpPr>
          <p:cNvPr id="547" name="Google Shape;547;g27e2c763cab_0_658"/>
          <p:cNvSpPr txBox="1">
            <a:spLocks noGrp="1"/>
          </p:cNvSpPr>
          <p:nvPr>
            <p:ph type="body" idx="1"/>
          </p:nvPr>
        </p:nvSpPr>
        <p:spPr>
          <a:xfrm>
            <a:off x="1440664" y="4106572"/>
            <a:ext cx="7667543" cy="4465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370"/>
              </a:spcAft>
              <a:buSzPts val="1300"/>
              <a:buNone/>
            </a:pPr>
            <a:r>
              <a:rPr lang="en" sz="4000" dirty="0"/>
              <a:t>All four of these have the </a:t>
            </a:r>
            <a:r>
              <a:rPr lang="en" sz="4000" dirty="0">
                <a:solidFill>
                  <a:srgbClr val="980000"/>
                </a:solidFill>
              </a:rPr>
              <a:t>same mean and variance</a:t>
            </a:r>
            <a:r>
              <a:rPr lang="en" sz="6600" dirty="0"/>
              <a:t>,</a:t>
            </a:r>
            <a:r>
              <a:rPr lang="en" sz="4000" dirty="0"/>
              <a:t> but are clearly generated by four different processes.</a:t>
            </a:r>
            <a:endParaRPr sz="4000" dirty="0"/>
          </a:p>
        </p:txBody>
      </p:sp>
      <p:pic>
        <p:nvPicPr>
          <p:cNvPr id="548" name="Google Shape;548;g27e2c763cab_0_6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8300" y="2294608"/>
            <a:ext cx="7667351" cy="557078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27e2c763cab_0_658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587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fddf5c83c6_0_28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 Black"/>
              <a:buNone/>
            </a:pPr>
            <a:r>
              <a:rPr lang="en" dirty="0">
                <a:solidFill>
                  <a:srgbClr val="D1282E"/>
                </a:solidFill>
              </a:rPr>
              <a:t>SUMMARY STATISTICS</a:t>
            </a:r>
            <a:endParaRPr dirty="0">
              <a:solidFill>
                <a:srgbClr val="D1282E"/>
              </a:solidFill>
            </a:endParaRPr>
          </a:p>
        </p:txBody>
      </p:sp>
      <p:sp>
        <p:nvSpPr>
          <p:cNvPr id="561" name="Google Shape;561;g2fddf5c83c6_0_28"/>
          <p:cNvSpPr txBox="1">
            <a:spLocks noGrp="1"/>
          </p:cNvSpPr>
          <p:nvPr>
            <p:ph type="body" idx="1"/>
          </p:nvPr>
        </p:nvSpPr>
        <p:spPr>
          <a:xfrm>
            <a:off x="615608" y="2276932"/>
            <a:ext cx="16828185" cy="6747390"/>
          </a:xfrm>
          <a:prstGeom prst="rect">
            <a:avLst/>
          </a:prstGeom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 of </a:t>
            </a:r>
            <a:r>
              <a:rPr lang="en" b="1" dirty="0">
                <a:solidFill>
                  <a:srgbClr val="D1282E"/>
                </a:solidFill>
                <a:latin typeface="Arial"/>
                <a:ea typeface="Arial"/>
                <a:cs typeface="Arial"/>
                <a:sym typeface="Arial"/>
              </a:rPr>
              <a:t>descriptive statistics</a:t>
            </a:r>
            <a:r>
              <a:rPr lang="en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used to summarize data: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77228" lvl="0" indent="-652145" algn="l" rtl="0">
              <a:lnSpc>
                <a:spcPct val="80000"/>
              </a:lnSpc>
              <a:spcBef>
                <a:spcPts val="19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Convey lots of information with extreme simplicity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19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 statistics for a variable: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6040" lvl="0" indent="-290957" algn="l" rtl="0">
              <a:lnSpc>
                <a:spcPct val="80000"/>
              </a:lnSpc>
              <a:spcBef>
                <a:spcPts val="19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of location: mean, median, mode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16040" lvl="0" indent="-290957" algn="l" rtl="0">
              <a:lnSpc>
                <a:spcPct val="80000"/>
              </a:lnSpc>
              <a:spcBef>
                <a:spcPts val="19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of dispersion: variance, standard deviation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2fddf5c83c6_0_28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257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b978f3bc7c_0_57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Types of Descriptive/ Summary Statistics</a:t>
            </a:r>
            <a:endParaRPr/>
          </a:p>
        </p:txBody>
      </p:sp>
      <p:sp>
        <p:nvSpPr>
          <p:cNvPr id="568" name="Google Shape;568;g2b978f3bc7c_0_57"/>
          <p:cNvSpPr txBox="1">
            <a:spLocks noGrp="1"/>
          </p:cNvSpPr>
          <p:nvPr>
            <p:ph type="body" idx="1"/>
          </p:nvPr>
        </p:nvSpPr>
        <p:spPr>
          <a:xfrm>
            <a:off x="615608" y="2276932"/>
            <a:ext cx="16828185" cy="67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73993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4543" dirty="0"/>
              <a:t>Measures of central tendency </a:t>
            </a:r>
            <a:endParaRPr sz="4543" dirty="0"/>
          </a:p>
          <a:p>
            <a:pPr marL="902970" lvl="0" indent="-739934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4543" dirty="0"/>
              <a:t>Measures of Skewness</a:t>
            </a:r>
            <a:endParaRPr sz="4543" dirty="0"/>
          </a:p>
          <a:p>
            <a:pPr marL="902970" lvl="0" indent="-73993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4543" dirty="0"/>
              <a:t>Measures of variability (spread)</a:t>
            </a:r>
            <a:endParaRPr sz="4543" dirty="0"/>
          </a:p>
        </p:txBody>
      </p:sp>
      <p:sp>
        <p:nvSpPr>
          <p:cNvPr id="569" name="Google Shape;569;g2b978f3bc7c_0_57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26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438988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e39c881fcb_3_139"/>
          <p:cNvSpPr txBox="1">
            <a:spLocks noGrp="1"/>
          </p:cNvSpPr>
          <p:nvPr>
            <p:ph type="title"/>
          </p:nvPr>
        </p:nvSpPr>
        <p:spPr>
          <a:xfrm>
            <a:off x="0" y="402658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8277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dirty="0">
                <a:solidFill>
                  <a:schemeClr val="bg1"/>
                </a:solidFill>
              </a:rPr>
              <a:t>Measures of Central Tendency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75" name="Google Shape;575;g2e39c881fcb_3_139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2527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b978f3bc7c_0_50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047"/>
              <a:buNone/>
            </a:pPr>
            <a:r>
              <a:rPr lang="en" dirty="0">
                <a:solidFill>
                  <a:schemeClr val="bg1"/>
                </a:solidFill>
              </a:rPr>
              <a:t>Measures of Central Tendency</a:t>
            </a:r>
            <a:endParaRPr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047"/>
              <a:buNone/>
            </a:pPr>
            <a:endParaRPr dirty="0"/>
          </a:p>
        </p:txBody>
      </p:sp>
      <p:sp>
        <p:nvSpPr>
          <p:cNvPr id="588" name="Google Shape;588;g2b978f3bc7c_0_50"/>
          <p:cNvSpPr txBox="1">
            <a:spLocks noGrp="1"/>
          </p:cNvSpPr>
          <p:nvPr>
            <p:ph type="body" idx="1"/>
          </p:nvPr>
        </p:nvSpPr>
        <p:spPr>
          <a:xfrm>
            <a:off x="615608" y="2276932"/>
            <a:ext cx="16828185" cy="724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Let y denote a quantitative variable, with observations y1 , y2 , y3 , … , yn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None/>
            </a:pPr>
            <a:r>
              <a:rPr lang="en" b="1"/>
              <a:t>a. Describing the center </a:t>
            </a:r>
            <a:endParaRPr b="1"/>
          </a:p>
          <a:p>
            <a:pPr marL="0" lvl="0" indent="0" algn="just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None/>
            </a:pPr>
            <a:r>
              <a:rPr lang="en" b="1"/>
              <a:t>Median: </a:t>
            </a:r>
            <a:r>
              <a:rPr lang="en"/>
              <a:t>Middle measurement of ordered sample. </a:t>
            </a:r>
            <a:endParaRPr/>
          </a:p>
          <a:p>
            <a:pPr marL="902970" lvl="0" indent="-702310" algn="just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value in the dataset that has an equal number of items greater than and less than it.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None/>
            </a:pPr>
            <a:r>
              <a:rPr lang="en" b="1"/>
              <a:t>Mean:</a:t>
            </a:r>
            <a:r>
              <a:rPr lang="en"/>
              <a:t> Average of all observations in the dataset.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2370"/>
              </a:spcBef>
              <a:spcAft>
                <a:spcPts val="2370"/>
              </a:spcAft>
              <a:buSzPts val="2000"/>
              <a:buNone/>
            </a:pPr>
            <a:r>
              <a:rPr lang="en" b="1"/>
              <a:t>Mode: </a:t>
            </a:r>
            <a:r>
              <a:rPr lang="en"/>
              <a:t>The most common item in your dataset</a:t>
            </a:r>
            <a:endParaRPr/>
          </a:p>
        </p:txBody>
      </p:sp>
      <p:sp>
        <p:nvSpPr>
          <p:cNvPr id="589" name="Google Shape;589;g2b978f3bc7c_0_50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28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258108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fddf5c83c6_0_745"/>
          <p:cNvSpPr txBox="1">
            <a:spLocks noGrp="1"/>
          </p:cNvSpPr>
          <p:nvPr>
            <p:ph type="title"/>
          </p:nvPr>
        </p:nvSpPr>
        <p:spPr>
          <a:xfrm>
            <a:off x="677228" y="170454"/>
            <a:ext cx="8578215" cy="15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/>
              <a:t>THE SAMPLE MEDIAN</a:t>
            </a:r>
            <a:endParaRPr/>
          </a:p>
        </p:txBody>
      </p:sp>
      <p:sp>
        <p:nvSpPr>
          <p:cNvPr id="643" name="Google Shape;643;g2fddf5c83c6_0_745"/>
          <p:cNvSpPr txBox="1">
            <a:spLocks noGrp="1"/>
          </p:cNvSpPr>
          <p:nvPr>
            <p:ph type="body" idx="1"/>
          </p:nvPr>
        </p:nvSpPr>
        <p:spPr>
          <a:xfrm>
            <a:off x="677228" y="1947824"/>
            <a:ext cx="11287125" cy="485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Median:</a:t>
            </a:r>
            <a:endParaRPr/>
          </a:p>
          <a:p>
            <a:pPr marL="501650" lvl="0" indent="-489109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Sort the data</a:t>
            </a:r>
            <a:endParaRPr/>
          </a:p>
          <a:p>
            <a:pPr marL="501650" lvl="0" indent="-489109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Take the middle point*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Odd number:</a:t>
            </a:r>
            <a:endParaRPr/>
          </a:p>
          <a:p>
            <a:pPr marL="501650" lvl="0" indent="-489109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Central observation: Med[1,2,4,</a:t>
            </a:r>
            <a:r>
              <a:rPr lang="en" b="0">
                <a:solidFill>
                  <a:schemeClr val="dk2"/>
                </a:solidFill>
              </a:rPr>
              <a:t>6</a:t>
            </a:r>
            <a:r>
              <a:rPr lang="en" b="0"/>
              <a:t>,8,9,17]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Even number:</a:t>
            </a:r>
            <a:endParaRPr/>
          </a:p>
          <a:p>
            <a:pPr marL="501650" lvl="0" indent="-489109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Midpoint between the two central observations Med[1,2,4,6,8,9,14,17] = (6+8)/2=7</a:t>
            </a:r>
            <a:endParaRPr/>
          </a:p>
        </p:txBody>
      </p:sp>
      <p:sp>
        <p:nvSpPr>
          <p:cNvPr id="644" name="Google Shape;644;g2fddf5c83c6_0_745"/>
          <p:cNvSpPr txBox="1">
            <a:spLocks noGrp="1"/>
          </p:cNvSpPr>
          <p:nvPr>
            <p:ph type="sldNum" idx="12"/>
          </p:nvPr>
        </p:nvSpPr>
        <p:spPr>
          <a:xfrm rot="-5400000">
            <a:off x="16385107" y="8214633"/>
            <a:ext cx="1461698" cy="54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29</a:t>
            </a:fld>
            <a:endParaRPr/>
          </a:p>
        </p:txBody>
      </p:sp>
      <p:cxnSp>
        <p:nvCxnSpPr>
          <p:cNvPr id="645" name="Google Shape;645;g2fddf5c83c6_0_745"/>
          <p:cNvCxnSpPr/>
          <p:nvPr/>
        </p:nvCxnSpPr>
        <p:spPr>
          <a:xfrm rot="10800000">
            <a:off x="11435552" y="7037434"/>
            <a:ext cx="0" cy="564060"/>
          </a:xfrm>
          <a:prstGeom prst="straightConnector1">
            <a:avLst/>
          </a:prstGeom>
          <a:noFill/>
          <a:ln w="571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6" name="Google Shape;646;g2fddf5c83c6_0_745"/>
          <p:cNvSpPr txBox="1"/>
          <p:nvPr/>
        </p:nvSpPr>
        <p:spPr>
          <a:xfrm>
            <a:off x="5388215" y="9592999"/>
            <a:ext cx="9725888" cy="50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CMSC351 will show you how to find the median in linear time!</a:t>
            </a:r>
            <a:endParaRPr sz="2173"/>
          </a:p>
        </p:txBody>
      </p:sp>
    </p:spTree>
    <p:extLst>
      <p:ext uri="{BB962C8B-B14F-4D97-AF65-F5344CB8AC3E}">
        <p14:creationId xmlns:p14="http://schemas.microsoft.com/office/powerpoint/2010/main" val="118848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fddf5c83c6_0_40"/>
          <p:cNvSpPr txBox="1">
            <a:spLocks noGrp="1"/>
          </p:cNvSpPr>
          <p:nvPr>
            <p:ph type="body" idx="1"/>
          </p:nvPr>
        </p:nvSpPr>
        <p:spPr>
          <a:xfrm>
            <a:off x="902970" y="2596834"/>
            <a:ext cx="15049500" cy="647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" b="1">
                <a:solidFill>
                  <a:schemeClr val="dk1"/>
                </a:solidFill>
              </a:rPr>
              <a:t>Location and central tendency</a:t>
            </a:r>
            <a:endParaRPr b="1">
              <a:solidFill>
                <a:schemeClr val="dk1"/>
              </a:solidFill>
            </a:endParaRPr>
          </a:p>
          <a:p>
            <a:pPr marL="902970" lvl="0" indent="-600726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77777"/>
              <a:buChar char="●"/>
            </a:pPr>
            <a:r>
              <a:rPr lang="en" b="0">
                <a:solidFill>
                  <a:schemeClr val="dk1"/>
                </a:solidFill>
              </a:rPr>
              <a:t>There exists a distribution of values</a:t>
            </a:r>
            <a:endParaRPr>
              <a:solidFill>
                <a:schemeClr val="dk1"/>
              </a:solidFill>
            </a:endParaRPr>
          </a:p>
          <a:p>
            <a:pPr marL="902970" lvl="0" indent="-60072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777"/>
              <a:buChar char="●"/>
            </a:pPr>
            <a:r>
              <a:rPr lang="en" b="0">
                <a:solidFill>
                  <a:schemeClr val="dk1"/>
                </a:solidFill>
              </a:rPr>
              <a:t>We are interested in the “center” of the distribution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" b="1">
                <a:solidFill>
                  <a:schemeClr val="dk1"/>
                </a:solidFill>
              </a:rPr>
              <a:t>Two measures are the </a:t>
            </a:r>
            <a:r>
              <a:rPr lang="en" b="1">
                <a:solidFill>
                  <a:srgbClr val="FF0000"/>
                </a:solidFill>
              </a:rPr>
              <a:t>sample mean</a:t>
            </a:r>
            <a:r>
              <a:rPr lang="en" b="1">
                <a:solidFill>
                  <a:schemeClr val="dk1"/>
                </a:solidFill>
              </a:rPr>
              <a:t> and the </a:t>
            </a:r>
            <a:r>
              <a:rPr lang="en" b="1">
                <a:solidFill>
                  <a:srgbClr val="FF0000"/>
                </a:solidFill>
              </a:rPr>
              <a:t>sample median.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" b="1">
                <a:solidFill>
                  <a:schemeClr val="dk1"/>
                </a:solidFill>
              </a:rPr>
              <a:t>They look similar, and measure the same thing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ct val="83333"/>
              <a:buNone/>
            </a:pPr>
            <a:r>
              <a:rPr lang="en" b="1">
                <a:solidFill>
                  <a:schemeClr val="dk1"/>
                </a:solidFill>
              </a:rPr>
              <a:t>They differ systematically (and predictably) when the data are not </a:t>
            </a:r>
            <a:r>
              <a:rPr lang="en" b="1">
                <a:solidFill>
                  <a:srgbClr val="FF0000"/>
                </a:solidFill>
              </a:rPr>
              <a:t>symmetric.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6" name="Google Shape;596;g2fddf5c83c6_0_40"/>
          <p:cNvSpPr txBox="1">
            <a:spLocks noGrp="1"/>
          </p:cNvSpPr>
          <p:nvPr>
            <p:ph type="sldNum" idx="12"/>
          </p:nvPr>
        </p:nvSpPr>
        <p:spPr>
          <a:xfrm rot="-5400000">
            <a:off x="16573955" y="8628662"/>
            <a:ext cx="1948733" cy="72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ctr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/>
          </a:p>
        </p:txBody>
      </p:sp>
      <p:sp>
        <p:nvSpPr>
          <p:cNvPr id="597" name="Google Shape;597;g2fddf5c83c6_0_40"/>
          <p:cNvSpPr txBox="1"/>
          <p:nvPr/>
        </p:nvSpPr>
        <p:spPr>
          <a:xfrm>
            <a:off x="2621947" y="2483963"/>
            <a:ext cx="12641580" cy="244228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5436" tIns="67693" rIns="135436" bIns="6769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These are 30 hours of average defect data on sets of  circuit boards. Roughly what is the typical value?</a:t>
            </a:r>
            <a:endParaRPr sz="2173"/>
          </a:p>
          <a:p>
            <a:pPr marL="0" marR="0" lvl="0" indent="0" algn="l" rtl="0">
              <a:spcBef>
                <a:spcPts val="1383"/>
              </a:spcBef>
              <a:spcAft>
                <a:spcPts val="0"/>
              </a:spcAft>
              <a:buNone/>
            </a:pPr>
            <a: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1.45  1.65  1.50  2.25  1.65  1.60  2.30  2.20  2.70  1.70</a:t>
            </a:r>
            <a:b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2.35  1.70  1.90  1.45  1.40  2.60  2.05  1.70  1.05  2.35</a:t>
            </a:r>
            <a:b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765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1.90  1.55  1.95  1.60  2.05  2.05  1.70  2.30  1.30  2.35</a:t>
            </a:r>
            <a:endParaRPr sz="2173"/>
          </a:p>
        </p:txBody>
      </p:sp>
      <p:sp>
        <p:nvSpPr>
          <p:cNvPr id="598" name="Google Shape;598;g2fddf5c83c6_0_40"/>
          <p:cNvSpPr txBox="1"/>
          <p:nvPr/>
        </p:nvSpPr>
        <p:spPr>
          <a:xfrm>
            <a:off x="-86949" y="228462"/>
            <a:ext cx="18059400" cy="1570125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 sz="553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OF LOCATION</a:t>
            </a:r>
            <a:endParaRPr sz="553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107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660400"/>
            <a:ext cx="12496800" cy="845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66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fddf5c83c6_0_248"/>
          <p:cNvSpPr txBox="1">
            <a:spLocks noGrp="1"/>
          </p:cNvSpPr>
          <p:nvPr>
            <p:ph type="title"/>
          </p:nvPr>
        </p:nvSpPr>
        <p:spPr>
          <a:xfrm>
            <a:off x="902970" y="-224455"/>
            <a:ext cx="15502763" cy="203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THE MEAN OF AGGREGATE DATA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5" name="Google Shape;605;g2fddf5c83c6_0_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7220" y="2365916"/>
            <a:ext cx="10835638" cy="6031559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2fddf5c83c6_0_248"/>
          <p:cNvSpPr txBox="1"/>
          <p:nvPr/>
        </p:nvSpPr>
        <p:spPr>
          <a:xfrm>
            <a:off x="3301023" y="8542341"/>
            <a:ext cx="11192325" cy="98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5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list price:</a:t>
            </a:r>
            <a:endParaRPr sz="2173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5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1/51 ($898,800 + $713,864 + … + $164,326) = $369,687</a:t>
            </a:r>
            <a:endParaRPr sz="2173"/>
          </a:p>
        </p:txBody>
      </p:sp>
      <p:sp>
        <p:nvSpPr>
          <p:cNvPr id="607" name="Google Shape;607;g2fddf5c83c6_0_248"/>
          <p:cNvSpPr txBox="1"/>
          <p:nvPr/>
        </p:nvSpPr>
        <p:spPr>
          <a:xfrm rot="-5400000">
            <a:off x="16573955" y="8628662"/>
            <a:ext cx="1948733" cy="72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975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975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80331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fddf5c83c6_0_444"/>
          <p:cNvSpPr txBox="1">
            <a:spLocks noGrp="1"/>
          </p:cNvSpPr>
          <p:nvPr>
            <p:ph type="title"/>
          </p:nvPr>
        </p:nvSpPr>
        <p:spPr>
          <a:xfrm>
            <a:off x="677228" y="170454"/>
            <a:ext cx="8578215" cy="15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AVERAGING AVERAGES?</a:t>
            </a:r>
            <a:endParaRPr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14" name="Google Shape;614;g2fddf5c83c6_0_444"/>
          <p:cNvSpPr txBox="1">
            <a:spLocks noGrp="1"/>
          </p:cNvSpPr>
          <p:nvPr>
            <p:ph type="body" idx="1"/>
          </p:nvPr>
        </p:nvSpPr>
        <p:spPr>
          <a:xfrm>
            <a:off x="677228" y="1947824"/>
            <a:ext cx="11287125" cy="485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Hawaii’s average listing 	= $896,800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Hawaii’s population       	=   1,275,194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Illinois’ average listing 	= $377,683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Illinois’ population 		=   12,763,371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Illinois and Hawaii each get an equal weight of 1/51 = .019607 when the mean is computed.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Looks like Hawaii is getting too much influence …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208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7e2c763cab_0_668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8277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dirty="0">
                <a:solidFill>
                  <a:schemeClr val="bg1"/>
                </a:solidFill>
              </a:rPr>
              <a:t>Measures of Central Tendency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81" name="Google Shape;581;g27e2c763cab_0_668"/>
          <p:cNvSpPr txBox="1">
            <a:spLocks noGrp="1"/>
          </p:cNvSpPr>
          <p:nvPr>
            <p:ph type="body" idx="1"/>
          </p:nvPr>
        </p:nvSpPr>
        <p:spPr>
          <a:xfrm>
            <a:off x="1440664" y="2525880"/>
            <a:ext cx="14156603" cy="6046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dirty="0"/>
              <a:t>Measures of Central Tendency tell you about the center of your distribution. It represents the whole set of data by a single value. These include:</a:t>
            </a:r>
            <a:endParaRPr dirty="0"/>
          </a:p>
          <a:p>
            <a:pPr marL="902970" lvl="0" indent="-614521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1300"/>
              <a:buChar char="●"/>
            </a:pPr>
            <a:r>
              <a:rPr lang="en" b="1" dirty="0"/>
              <a:t>The Pythagorean means</a:t>
            </a:r>
            <a:endParaRPr b="1" dirty="0"/>
          </a:p>
          <a:p>
            <a:pPr marL="1805940" lvl="1" indent="-58943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 dirty="0"/>
              <a:t>Arithmetic Mean</a:t>
            </a:r>
            <a:endParaRPr b="1" dirty="0"/>
          </a:p>
          <a:p>
            <a:pPr marL="1805940" lvl="1" indent="-58943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 dirty="0"/>
              <a:t>Geometric Mean</a:t>
            </a:r>
            <a:endParaRPr b="1" dirty="0"/>
          </a:p>
          <a:p>
            <a:pPr marL="1805940" lvl="1" indent="-58943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b="1" dirty="0"/>
              <a:t>Harmonis Mean</a:t>
            </a:r>
            <a:endParaRPr b="1" dirty="0"/>
          </a:p>
          <a:p>
            <a:pPr marL="902970" lvl="0" indent="-6145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b="1" dirty="0"/>
              <a:t>Median</a:t>
            </a:r>
            <a:endParaRPr b="1" dirty="0"/>
          </a:p>
          <a:p>
            <a:pPr marL="902970" lvl="0" indent="-6145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b="1" dirty="0"/>
              <a:t>Mode</a:t>
            </a:r>
            <a:endParaRPr b="1" dirty="0"/>
          </a:p>
        </p:txBody>
      </p:sp>
      <p:sp>
        <p:nvSpPr>
          <p:cNvPr id="582" name="Google Shape;582;g27e2c763cab_0_668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965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fddf5c83c6_0_935"/>
          <p:cNvSpPr txBox="1">
            <a:spLocks noGrp="1"/>
          </p:cNvSpPr>
          <p:nvPr>
            <p:ph type="body" idx="1"/>
          </p:nvPr>
        </p:nvSpPr>
        <p:spPr>
          <a:xfrm>
            <a:off x="6134100" y="4089400"/>
            <a:ext cx="5078730" cy="1568766"/>
          </a:xfrm>
          <a:prstGeom prst="rect">
            <a:avLst/>
          </a:prstGeom>
        </p:spPr>
        <p:txBody>
          <a:bodyPr spcFirstLastPara="1" wrap="square" lIns="135436" tIns="67693" rIns="135436" bIns="6769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593"/>
              </a:spcBef>
              <a:spcAft>
                <a:spcPts val="988"/>
              </a:spcAft>
              <a:buNone/>
            </a:pPr>
            <a:r>
              <a:rPr lang="en" sz="4148" dirty="0"/>
              <a:t>Pythagorean Means</a:t>
            </a:r>
            <a:endParaRPr sz="4148" dirty="0"/>
          </a:p>
        </p:txBody>
      </p:sp>
      <p:sp>
        <p:nvSpPr>
          <p:cNvPr id="661" name="Google Shape;661;g2fddf5c83c6_0_935"/>
          <p:cNvSpPr txBox="1">
            <a:spLocks noGrp="1"/>
          </p:cNvSpPr>
          <p:nvPr>
            <p:ph type="sldNum" idx="12"/>
          </p:nvPr>
        </p:nvSpPr>
        <p:spPr>
          <a:xfrm rot="-5400000">
            <a:off x="16573955" y="8628662"/>
            <a:ext cx="1948733" cy="721073"/>
          </a:xfrm>
          <a:prstGeom prst="rect">
            <a:avLst/>
          </a:prstGeom>
        </p:spPr>
        <p:txBody>
          <a:bodyPr spcFirstLastPara="1" wrap="square" lIns="135436" tIns="67693" rIns="135436" bIns="676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7116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7e2c763cab_0_673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Pythagorean</a:t>
            </a:r>
            <a:r>
              <a:rPr lang="en" dirty="0"/>
              <a:t> Means</a:t>
            </a:r>
            <a:endParaRPr dirty="0"/>
          </a:p>
        </p:txBody>
      </p:sp>
      <p:sp>
        <p:nvSpPr>
          <p:cNvPr id="667" name="Google Shape;667;g27e2c763cab_0_673"/>
          <p:cNvSpPr txBox="1">
            <a:spLocks noGrp="1"/>
          </p:cNvSpPr>
          <p:nvPr>
            <p:ph type="body" idx="1"/>
          </p:nvPr>
        </p:nvSpPr>
        <p:spPr>
          <a:xfrm>
            <a:off x="1440664" y="2380768"/>
            <a:ext cx="16322190" cy="619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dirty="0"/>
              <a:t>Pythagorean means refer to </a:t>
            </a:r>
            <a:r>
              <a:rPr lang="en" b="1" dirty="0"/>
              <a:t>three separate concepts:</a:t>
            </a:r>
            <a:r>
              <a:rPr lang="en" dirty="0"/>
              <a:t> </a:t>
            </a:r>
            <a:r>
              <a:rPr lang="en" dirty="0">
                <a:solidFill>
                  <a:srgbClr val="980000"/>
                </a:solidFill>
              </a:rPr>
              <a:t>the arithmetic mean, the geometric mean, and the harmonic mean.</a:t>
            </a:r>
            <a:endParaRPr dirty="0">
              <a:solidFill>
                <a:srgbClr val="980000"/>
              </a:solidFill>
            </a:endParaRPr>
          </a:p>
          <a:p>
            <a:pPr marL="902970" lvl="0" indent="-614521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These means are named after the Pythagorean theorem because they are all forms of averaging. </a:t>
            </a:r>
            <a:endParaRPr dirty="0"/>
          </a:p>
          <a:p>
            <a:pPr marL="902970" lvl="0" indent="-614521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/>
              <a:t>Provide different ways of summarizing a set of numbers.</a:t>
            </a:r>
            <a:endParaRPr dirty="0"/>
          </a:p>
        </p:txBody>
      </p:sp>
      <p:sp>
        <p:nvSpPr>
          <p:cNvPr id="668" name="Google Shape;668;g27e2c763cab_0_673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397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b978f3bc7c_0_63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Pythagorean Means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74" name="Google Shape;674;g2b978f3bc7c_0_63"/>
          <p:cNvSpPr txBox="1">
            <a:spLocks noGrp="1"/>
          </p:cNvSpPr>
          <p:nvPr>
            <p:ph type="body" idx="1"/>
          </p:nvPr>
        </p:nvSpPr>
        <p:spPr>
          <a:xfrm>
            <a:off x="406356" y="2380768"/>
            <a:ext cx="16828185" cy="619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61452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b="1" dirty="0"/>
              <a:t>Arithmetic Mean</a:t>
            </a:r>
            <a:r>
              <a:rPr lang="en" dirty="0"/>
              <a:t>: Your typical average</a:t>
            </a:r>
            <a:endParaRPr dirty="0"/>
          </a:p>
          <a:p>
            <a:pPr marL="1805940" lvl="1" indent="-790099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" sz="3753" b="1" dirty="0">
                <a:solidFill>
                  <a:srgbClr val="980000"/>
                </a:solidFill>
              </a:rPr>
              <a:t>Sensitive to Outliers: </a:t>
            </a:r>
            <a:r>
              <a:rPr lang="en" sz="3753" dirty="0">
                <a:solidFill>
                  <a:srgbClr val="000000"/>
                </a:solidFill>
              </a:rPr>
              <a:t>Affected by extreme values.</a:t>
            </a:r>
            <a:endParaRPr sz="3753" dirty="0"/>
          </a:p>
          <a:p>
            <a:pPr marL="2708910" lvl="2" indent="-689769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en" sz="3753" b="1" dirty="0"/>
              <a:t>Equal Weight: </a:t>
            </a:r>
            <a:r>
              <a:rPr lang="en" sz="3753" dirty="0"/>
              <a:t>Treats all values equally in calculation, regardless of its distance from the center of the dataset.</a:t>
            </a:r>
            <a:endParaRPr sz="3753" dirty="0"/>
          </a:p>
          <a:p>
            <a:pPr marL="90297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4543" dirty="0"/>
          </a:p>
        </p:txBody>
      </p:sp>
      <p:pic>
        <p:nvPicPr>
          <p:cNvPr id="675" name="Google Shape;675;g2b978f3bc7c_0_63"/>
          <p:cNvPicPr preferRelativeResize="0"/>
          <p:nvPr/>
        </p:nvPicPr>
        <p:blipFill rotWithShape="1">
          <a:blip r:embed="rId3">
            <a:alphaModFix/>
          </a:blip>
          <a:srcRect b="71688"/>
          <a:stretch/>
        </p:blipFill>
        <p:spPr>
          <a:xfrm>
            <a:off x="4792536" y="6301192"/>
            <a:ext cx="7716769" cy="1683391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2b978f3bc7c_0_63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5481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b978f3bc7c_0_69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Pythagorean Means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82" name="Google Shape;682;g2b978f3bc7c_0_69"/>
          <p:cNvSpPr txBox="1">
            <a:spLocks noGrp="1"/>
          </p:cNvSpPr>
          <p:nvPr>
            <p:ph type="body" idx="1"/>
          </p:nvPr>
        </p:nvSpPr>
        <p:spPr>
          <a:xfrm>
            <a:off x="406356" y="2380768"/>
            <a:ext cx="17037338" cy="693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614521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b="1" dirty="0"/>
              <a:t>Geometric Mean</a:t>
            </a:r>
            <a:r>
              <a:rPr lang="en" dirty="0"/>
              <a:t>: Multiply all the values in a dataset and then take the nth root (n = number of values). </a:t>
            </a:r>
            <a:endParaRPr dirty="0"/>
          </a:p>
          <a:p>
            <a:pPr marL="1805940" lvl="1" indent="-639604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3555" u="sng" dirty="0"/>
              <a:t>Suitable for datasets</a:t>
            </a:r>
            <a:r>
              <a:rPr lang="en" sz="3555" dirty="0"/>
              <a:t> with </a:t>
            </a:r>
            <a:r>
              <a:rPr lang="en" sz="3555" dirty="0">
                <a:solidFill>
                  <a:srgbClr val="980000"/>
                </a:solidFill>
              </a:rPr>
              <a:t>proportional values</a:t>
            </a:r>
            <a:r>
              <a:rPr lang="en" sz="3555" dirty="0"/>
              <a:t>, such as growth rates or investment returns, as it accounts for relative changes rather than absolute values. </a:t>
            </a:r>
            <a:endParaRPr sz="3555" dirty="0"/>
          </a:p>
          <a:p>
            <a:pPr marL="2708910" lvl="2" indent="-639604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3555" dirty="0"/>
              <a:t>Ideal for data that changes or grows over time, like COVID cases, investment returns, or population growth</a:t>
            </a:r>
            <a:endParaRPr sz="3555" dirty="0"/>
          </a:p>
        </p:txBody>
      </p:sp>
      <p:pic>
        <p:nvPicPr>
          <p:cNvPr id="683" name="Google Shape;683;g2b978f3bc7c_0_69"/>
          <p:cNvPicPr preferRelativeResize="0"/>
          <p:nvPr/>
        </p:nvPicPr>
        <p:blipFill rotWithShape="1">
          <a:blip r:embed="rId3">
            <a:alphaModFix/>
          </a:blip>
          <a:srcRect t="28309" b="35566"/>
          <a:stretch/>
        </p:blipFill>
        <p:spPr>
          <a:xfrm>
            <a:off x="4842036" y="7837299"/>
            <a:ext cx="7716769" cy="2147763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2b978f3bc7c_0_69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38</a:t>
            </a:fld>
            <a:endParaRPr/>
          </a:p>
        </p:txBody>
      </p:sp>
      <p:pic>
        <p:nvPicPr>
          <p:cNvPr id="685" name="Google Shape;685;g2b978f3bc7c_0_69"/>
          <p:cNvPicPr preferRelativeResize="0"/>
          <p:nvPr/>
        </p:nvPicPr>
        <p:blipFill rotWithShape="1">
          <a:blip r:embed="rId4">
            <a:alphaModFix/>
          </a:blip>
          <a:srcRect l="14250" t="30469" b="28740"/>
          <a:stretch/>
        </p:blipFill>
        <p:spPr>
          <a:xfrm>
            <a:off x="8869133" y="7405168"/>
            <a:ext cx="7397161" cy="23477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41031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b978f3bc7c_0_76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Pythagorean Means: (Harmonic Mean)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03" name="Google Shape;703;g2b978f3bc7c_0_76"/>
          <p:cNvSpPr txBox="1">
            <a:spLocks noGrp="1"/>
          </p:cNvSpPr>
          <p:nvPr>
            <p:ph type="body" idx="1"/>
          </p:nvPr>
        </p:nvSpPr>
        <p:spPr>
          <a:xfrm>
            <a:off x="-203129" y="1778788"/>
            <a:ext cx="18059400" cy="619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902970" lvl="0" indent="-627063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4148" b="1" dirty="0"/>
              <a:t>Harmonic Mean</a:t>
            </a:r>
            <a:r>
              <a:rPr lang="en" sz="4148" dirty="0"/>
              <a:t>: is calculated by taking the reciprocal of the arithmetic mean of the reciprocals of all the values in a set. </a:t>
            </a:r>
            <a:endParaRPr sz="4148" dirty="0"/>
          </a:p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358" b="1" dirty="0"/>
          </a:p>
        </p:txBody>
      </p:sp>
      <p:sp>
        <p:nvSpPr>
          <p:cNvPr id="704" name="Google Shape;704;g2b978f3bc7c_0_76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39</a:t>
            </a:fld>
            <a:endParaRPr/>
          </a:p>
        </p:txBody>
      </p:sp>
      <p:pic>
        <p:nvPicPr>
          <p:cNvPr id="705" name="Google Shape;705;g2b978f3bc7c_0_76"/>
          <p:cNvPicPr preferRelativeResize="0"/>
          <p:nvPr/>
        </p:nvPicPr>
        <p:blipFill rotWithShape="1">
          <a:blip r:embed="rId3">
            <a:alphaModFix/>
          </a:blip>
          <a:srcRect l="3464" r="4377"/>
          <a:stretch/>
        </p:blipFill>
        <p:spPr>
          <a:xfrm>
            <a:off x="5671757" y="4075121"/>
            <a:ext cx="7589579" cy="2273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251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fddf5c83c6_0_1321"/>
          <p:cNvSpPr txBox="1">
            <a:spLocks noGrp="1"/>
          </p:cNvSpPr>
          <p:nvPr>
            <p:ph type="title"/>
          </p:nvPr>
        </p:nvSpPr>
        <p:spPr>
          <a:xfrm>
            <a:off x="-33674" y="4230355"/>
            <a:ext cx="18059400" cy="12312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2. Measures of Skewness: Other Descriptors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29" name="Google Shape;729;g2fddf5c83c6_0_1321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7212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fddf5c83c6_0_941"/>
          <p:cNvSpPr txBox="1">
            <a:spLocks noGrp="1"/>
          </p:cNvSpPr>
          <p:nvPr>
            <p:ph type="title"/>
          </p:nvPr>
        </p:nvSpPr>
        <p:spPr>
          <a:xfrm>
            <a:off x="-33674" y="16495"/>
            <a:ext cx="18059400" cy="12312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>
                <a:solidFill>
                  <a:schemeClr val="bg1"/>
                </a:solidFill>
              </a:rPr>
              <a:t>2. Measures of Skewness: Other Descriptors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35" name="Google Shape;735;g2fddf5c83c6_0_941"/>
          <p:cNvSpPr txBox="1">
            <a:spLocks noGrp="1"/>
          </p:cNvSpPr>
          <p:nvPr>
            <p:ph type="body" idx="1"/>
          </p:nvPr>
        </p:nvSpPr>
        <p:spPr>
          <a:xfrm>
            <a:off x="267316" y="2264687"/>
            <a:ext cx="8276633" cy="476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/>
              <a:t>Skew (left or right tailed)</a:t>
            </a:r>
            <a:endParaRPr b="1"/>
          </a:p>
          <a:p>
            <a:pPr marL="1805940" lvl="1" indent="-589439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Measures the asymmetry in data distribution.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805940" lvl="1" indent="-589439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shows if the distribution is shifted to the left (negative skew) or right (positive skew).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736" name="Google Shape;736;g2fddf5c83c6_0_9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0748" y="2264687"/>
            <a:ext cx="8139072" cy="2901571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g2fddf5c83c6_0_941"/>
          <p:cNvSpPr txBox="1"/>
          <p:nvPr/>
        </p:nvSpPr>
        <p:spPr>
          <a:xfrm>
            <a:off x="0" y="5638283"/>
            <a:ext cx="17791590" cy="425592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316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skew (right-tailed):</a:t>
            </a:r>
            <a:r>
              <a:rPr lang="en" sz="316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tail of the distribution extends </a:t>
            </a:r>
            <a:r>
              <a:rPr lang="en" sz="3160"/>
              <a:t>to </a:t>
            </a:r>
            <a:r>
              <a:rPr lang="en" sz="316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values</a:t>
            </a:r>
            <a:endParaRPr sz="31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2970" marR="0" lvl="0" indent="-6521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600"/>
              <a:buFont typeface="Arial"/>
              <a:buChar char="●"/>
            </a:pPr>
            <a:r>
              <a:rPr lang="en" sz="3160" b="1">
                <a:solidFill>
                  <a:srgbClr val="980000"/>
                </a:solidFill>
              </a:rPr>
              <a:t>Typically </a:t>
            </a:r>
            <a:r>
              <a:rPr lang="en" sz="3160" b="1" i="0" u="none" strike="noStrike" cap="none">
                <a:solidFill>
                  <a:srgbClr val="980000"/>
                </a:solidFill>
              </a:rPr>
              <a:t>Mean </a:t>
            </a:r>
            <a:r>
              <a:rPr lang="en" sz="3160" b="1">
                <a:solidFill>
                  <a:srgbClr val="980000"/>
                </a:solidFill>
              </a:rPr>
              <a:t>&gt; </a:t>
            </a:r>
            <a:r>
              <a:rPr lang="en" sz="3160" b="1" i="0" u="none" strike="noStrike" cap="none">
                <a:solidFill>
                  <a:srgbClr val="980000"/>
                </a:solidFill>
              </a:rPr>
              <a:t>median</a:t>
            </a:r>
            <a:r>
              <a:rPr lang="en" sz="3160" b="0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; more data points are on the left side of the distribution. Ex: </a:t>
            </a:r>
            <a:r>
              <a:rPr lang="en" sz="3160">
                <a:solidFill>
                  <a:srgbClr val="980000"/>
                </a:solidFill>
              </a:rPr>
              <a:t> Income distribution with a few high incomes.</a:t>
            </a:r>
            <a:endParaRPr sz="3160" b="0" i="0" u="none" strike="noStrike" cap="non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60">
              <a:solidFill>
                <a:srgbClr val="98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31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316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skew (left-tailed)</a:t>
            </a:r>
            <a:r>
              <a:rPr lang="en" sz="316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3160"/>
              <a:t>Tail extends to lower values.</a:t>
            </a:r>
            <a:endParaRPr sz="31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2970" marR="0" lvl="0" indent="-6521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600"/>
              <a:buFont typeface="Arial"/>
              <a:buChar char="●"/>
            </a:pPr>
            <a:r>
              <a:rPr lang="en" sz="3160" b="1">
                <a:solidFill>
                  <a:srgbClr val="980000"/>
                </a:solidFill>
              </a:rPr>
              <a:t>Typically Mean &lt; median</a:t>
            </a:r>
            <a:r>
              <a:rPr lang="en" sz="3160">
                <a:solidFill>
                  <a:srgbClr val="980000"/>
                </a:solidFill>
              </a:rPr>
              <a:t>; more data points are on the right. Example: Test scores with a few extremely low scores.</a:t>
            </a:r>
            <a:endParaRPr sz="316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2fddf5c83c6_0_941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41</a:t>
            </a:fld>
            <a:endParaRPr/>
          </a:p>
        </p:txBody>
      </p:sp>
      <p:sp>
        <p:nvSpPr>
          <p:cNvPr id="739" name="Google Shape;739;g2fddf5c83c6_0_941"/>
          <p:cNvSpPr txBox="1"/>
          <p:nvPr/>
        </p:nvSpPr>
        <p:spPr>
          <a:xfrm>
            <a:off x="0" y="1204754"/>
            <a:ext cx="18059400" cy="790395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765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Skewness is essential for understanding the shape and structure of the distribution of the data.</a:t>
            </a:r>
            <a:endParaRPr sz="2765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9815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fddf5c83c6_0_1089"/>
          <p:cNvSpPr txBox="1">
            <a:spLocks noGrp="1"/>
          </p:cNvSpPr>
          <p:nvPr>
            <p:ph type="title"/>
          </p:nvPr>
        </p:nvSpPr>
        <p:spPr>
          <a:xfrm>
            <a:off x="481102" y="1298606"/>
            <a:ext cx="3747563" cy="203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/>
              <a:t>SKEWED DATA</a:t>
            </a:r>
            <a:endParaRPr/>
          </a:p>
        </p:txBody>
      </p:sp>
      <p:sp>
        <p:nvSpPr>
          <p:cNvPr id="746" name="Google Shape;746;g2fddf5c83c6_0_1089"/>
          <p:cNvSpPr txBox="1">
            <a:spLocks noGrp="1"/>
          </p:cNvSpPr>
          <p:nvPr>
            <p:ph type="sldNum" idx="12"/>
          </p:nvPr>
        </p:nvSpPr>
        <p:spPr>
          <a:xfrm rot="-5400000">
            <a:off x="16573955" y="8628662"/>
            <a:ext cx="1948733" cy="72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/>
          </a:p>
        </p:txBody>
      </p:sp>
      <p:sp>
        <p:nvSpPr>
          <p:cNvPr id="747" name="Google Shape;747;g2fddf5c83c6_0_1089"/>
          <p:cNvSpPr txBox="1"/>
          <p:nvPr/>
        </p:nvSpPr>
        <p:spPr>
          <a:xfrm>
            <a:off x="8390096" y="5266507"/>
            <a:ext cx="3950198" cy="183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Monthly Earnings</a:t>
            </a:r>
            <a:b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= 595, </a:t>
            </a:r>
            <a:b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 = 800</a:t>
            </a:r>
            <a:b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   = 883</a:t>
            </a:r>
            <a:endParaRPr sz="2173"/>
          </a:p>
        </p:txBody>
      </p:sp>
      <p:pic>
        <p:nvPicPr>
          <p:cNvPr id="748" name="Google Shape;748;g2fddf5c83c6_0_10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953" y="5144232"/>
            <a:ext cx="7803991" cy="401217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g2fddf5c83c6_0_1089"/>
          <p:cNvSpPr txBox="1"/>
          <p:nvPr/>
        </p:nvSpPr>
        <p:spPr>
          <a:xfrm>
            <a:off x="3579845" y="9156410"/>
            <a:ext cx="4740593" cy="80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436" tIns="67693" rIns="135436" bIns="67693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7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data are skewed to the </a:t>
            </a:r>
            <a:r>
              <a:rPr lang="en" sz="2173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" sz="2173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73"/>
          </a:p>
        </p:txBody>
      </p:sp>
      <p:grpSp>
        <p:nvGrpSpPr>
          <p:cNvPr id="750" name="Google Shape;750;g2fddf5c83c6_0_1089"/>
          <p:cNvGrpSpPr/>
          <p:nvPr/>
        </p:nvGrpSpPr>
        <p:grpSpPr>
          <a:xfrm>
            <a:off x="788704" y="8643240"/>
            <a:ext cx="1621080" cy="1413436"/>
            <a:chOff x="907067" y="4419600"/>
            <a:chExt cx="1094400" cy="954219"/>
          </a:xfrm>
        </p:grpSpPr>
        <p:cxnSp>
          <p:nvCxnSpPr>
            <p:cNvPr id="751" name="Google Shape;751;g2fddf5c83c6_0_1089"/>
            <p:cNvCxnSpPr/>
            <p:nvPr/>
          </p:nvCxnSpPr>
          <p:spPr>
            <a:xfrm rot="10800000">
              <a:off x="1854437" y="4419600"/>
              <a:ext cx="0" cy="6096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2" name="Google Shape;752;g2fddf5c83c6_0_1089"/>
            <p:cNvSpPr txBox="1"/>
            <p:nvPr/>
          </p:nvSpPr>
          <p:spPr>
            <a:xfrm>
              <a:off x="907067" y="4994319"/>
              <a:ext cx="1094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65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endParaRPr sz="2173"/>
            </a:p>
          </p:txBody>
        </p:sp>
      </p:grpSp>
      <p:grpSp>
        <p:nvGrpSpPr>
          <p:cNvPr id="753" name="Google Shape;753;g2fddf5c83c6_0_1089"/>
          <p:cNvGrpSpPr/>
          <p:nvPr/>
        </p:nvGrpSpPr>
        <p:grpSpPr>
          <a:xfrm>
            <a:off x="2317907" y="8643240"/>
            <a:ext cx="1621080" cy="1413436"/>
            <a:chOff x="1939440" y="4419600"/>
            <a:chExt cx="1094400" cy="954219"/>
          </a:xfrm>
        </p:grpSpPr>
        <p:cxnSp>
          <p:nvCxnSpPr>
            <p:cNvPr id="754" name="Google Shape;754;g2fddf5c83c6_0_1089"/>
            <p:cNvCxnSpPr/>
            <p:nvPr/>
          </p:nvCxnSpPr>
          <p:spPr>
            <a:xfrm rot="10800000">
              <a:off x="2063809" y="4419600"/>
              <a:ext cx="0" cy="609600"/>
            </a:xfrm>
            <a:prstGeom prst="straightConnector1">
              <a:avLst/>
            </a:prstGeom>
            <a:noFill/>
            <a:ln w="571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5" name="Google Shape;755;g2fddf5c83c6_0_1089"/>
            <p:cNvSpPr txBox="1"/>
            <p:nvPr/>
          </p:nvSpPr>
          <p:spPr>
            <a:xfrm>
              <a:off x="1939440" y="4994319"/>
              <a:ext cx="1094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65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endParaRPr sz="2173"/>
            </a:p>
          </p:txBody>
        </p:sp>
      </p:grpSp>
      <p:sp>
        <p:nvSpPr>
          <p:cNvPr id="756" name="Google Shape;756;g2fddf5c83c6_0_1089"/>
          <p:cNvSpPr/>
          <p:nvPr/>
        </p:nvSpPr>
        <p:spPr>
          <a:xfrm>
            <a:off x="8473262" y="7265936"/>
            <a:ext cx="8505930" cy="2724315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436" tIns="67693" rIns="135436" bIns="676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6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mean will exceed the median when the distribution is skewed to the right.</a:t>
            </a:r>
            <a:endParaRPr sz="2173"/>
          </a:p>
          <a:p>
            <a:pPr marL="0" marR="0" lvl="0" indent="0" algn="l" rtl="0">
              <a:spcBef>
                <a:spcPts val="1580"/>
              </a:spcBef>
              <a:spcAft>
                <a:spcPts val="0"/>
              </a:spcAft>
              <a:buNone/>
            </a:pPr>
            <a:r>
              <a:rPr lang="en" sz="296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Skewness is in the direction of the </a:t>
            </a:r>
            <a:r>
              <a:rPr lang="en" sz="2963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 tail</a:t>
            </a:r>
            <a:endParaRPr sz="2173"/>
          </a:p>
        </p:txBody>
      </p:sp>
      <p:grpSp>
        <p:nvGrpSpPr>
          <p:cNvPr id="757" name="Google Shape;757;g2fddf5c83c6_0_1089"/>
          <p:cNvGrpSpPr/>
          <p:nvPr/>
        </p:nvGrpSpPr>
        <p:grpSpPr>
          <a:xfrm>
            <a:off x="4362949" y="508507"/>
            <a:ext cx="13093065" cy="3611880"/>
            <a:chOff x="152400" y="3733800"/>
            <a:chExt cx="8839200" cy="2438400"/>
          </a:xfrm>
        </p:grpSpPr>
        <p:sp>
          <p:nvSpPr>
            <p:cNvPr id="758" name="Google Shape;758;g2fddf5c83c6_0_1089"/>
            <p:cNvSpPr/>
            <p:nvPr/>
          </p:nvSpPr>
          <p:spPr>
            <a:xfrm>
              <a:off x="6096000" y="3733800"/>
              <a:ext cx="2895600" cy="2438400"/>
            </a:xfrm>
            <a:prstGeom prst="rect">
              <a:avLst/>
            </a:prstGeom>
            <a:solidFill>
              <a:srgbClr val="FDE0B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g2fddf5c83c6_0_1089"/>
            <p:cNvSpPr/>
            <p:nvPr/>
          </p:nvSpPr>
          <p:spPr>
            <a:xfrm>
              <a:off x="152400" y="3733800"/>
              <a:ext cx="2895600" cy="2438400"/>
            </a:xfrm>
            <a:prstGeom prst="rect">
              <a:avLst/>
            </a:prstGeom>
            <a:solidFill>
              <a:srgbClr val="FDE0B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g2fddf5c83c6_0_1089"/>
            <p:cNvSpPr/>
            <p:nvPr/>
          </p:nvSpPr>
          <p:spPr>
            <a:xfrm>
              <a:off x="3124200" y="3733800"/>
              <a:ext cx="2895600" cy="2438400"/>
            </a:xfrm>
            <a:prstGeom prst="rect">
              <a:avLst/>
            </a:prstGeom>
            <a:solidFill>
              <a:srgbClr val="FDE0BD"/>
            </a:solidFill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g2fddf5c83c6_0_1089"/>
            <p:cNvSpPr/>
            <p:nvPr/>
          </p:nvSpPr>
          <p:spPr>
            <a:xfrm>
              <a:off x="2090738" y="4819650"/>
              <a:ext cx="452437" cy="1071563"/>
            </a:xfrm>
            <a:custGeom>
              <a:avLst/>
              <a:gdLst/>
              <a:ahLst/>
              <a:cxnLst/>
              <a:rect l="l" t="t" r="r" b="b"/>
              <a:pathLst>
                <a:path w="285" h="675" extrusionOk="0">
                  <a:moveTo>
                    <a:pt x="284" y="674"/>
                  </a:moveTo>
                  <a:lnTo>
                    <a:pt x="254" y="667"/>
                  </a:lnTo>
                  <a:lnTo>
                    <a:pt x="239" y="659"/>
                  </a:lnTo>
                  <a:lnTo>
                    <a:pt x="225" y="648"/>
                  </a:lnTo>
                  <a:lnTo>
                    <a:pt x="210" y="633"/>
                  </a:lnTo>
                  <a:lnTo>
                    <a:pt x="195" y="612"/>
                  </a:lnTo>
                  <a:lnTo>
                    <a:pt x="180" y="583"/>
                  </a:lnTo>
                  <a:lnTo>
                    <a:pt x="150" y="506"/>
                  </a:lnTo>
                  <a:lnTo>
                    <a:pt x="119" y="396"/>
                  </a:lnTo>
                  <a:lnTo>
                    <a:pt x="91" y="263"/>
                  </a:lnTo>
                  <a:lnTo>
                    <a:pt x="76" y="197"/>
                  </a:lnTo>
                  <a:lnTo>
                    <a:pt x="61" y="133"/>
                  </a:lnTo>
                  <a:lnTo>
                    <a:pt x="45" y="78"/>
                  </a:lnTo>
                  <a:lnTo>
                    <a:pt x="30" y="36"/>
                  </a:lnTo>
                  <a:lnTo>
                    <a:pt x="15" y="1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g2fddf5c83c6_0_1089"/>
            <p:cNvSpPr/>
            <p:nvPr/>
          </p:nvSpPr>
          <p:spPr>
            <a:xfrm>
              <a:off x="738188" y="4819650"/>
              <a:ext cx="1354138" cy="1071563"/>
            </a:xfrm>
            <a:custGeom>
              <a:avLst/>
              <a:gdLst/>
              <a:ahLst/>
              <a:cxnLst/>
              <a:rect l="l" t="t" r="r" b="b"/>
              <a:pathLst>
                <a:path w="853" h="675" extrusionOk="0">
                  <a:moveTo>
                    <a:pt x="0" y="674"/>
                  </a:moveTo>
                  <a:lnTo>
                    <a:pt x="90" y="667"/>
                  </a:lnTo>
                  <a:lnTo>
                    <a:pt x="134" y="659"/>
                  </a:lnTo>
                  <a:lnTo>
                    <a:pt x="179" y="648"/>
                  </a:lnTo>
                  <a:lnTo>
                    <a:pt x="225" y="633"/>
                  </a:lnTo>
                  <a:lnTo>
                    <a:pt x="269" y="612"/>
                  </a:lnTo>
                  <a:lnTo>
                    <a:pt x="314" y="583"/>
                  </a:lnTo>
                  <a:lnTo>
                    <a:pt x="403" y="506"/>
                  </a:lnTo>
                  <a:lnTo>
                    <a:pt x="494" y="396"/>
                  </a:lnTo>
                  <a:lnTo>
                    <a:pt x="583" y="263"/>
                  </a:lnTo>
                  <a:lnTo>
                    <a:pt x="628" y="197"/>
                  </a:lnTo>
                  <a:lnTo>
                    <a:pt x="674" y="133"/>
                  </a:lnTo>
                  <a:lnTo>
                    <a:pt x="717" y="78"/>
                  </a:lnTo>
                  <a:lnTo>
                    <a:pt x="763" y="36"/>
                  </a:lnTo>
                  <a:lnTo>
                    <a:pt x="808" y="10"/>
                  </a:lnTo>
                  <a:lnTo>
                    <a:pt x="852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g2fddf5c83c6_0_1089"/>
            <p:cNvSpPr/>
            <p:nvPr/>
          </p:nvSpPr>
          <p:spPr>
            <a:xfrm>
              <a:off x="4559300" y="4819650"/>
              <a:ext cx="904875" cy="1071563"/>
            </a:xfrm>
            <a:custGeom>
              <a:avLst/>
              <a:gdLst/>
              <a:ahLst/>
              <a:cxnLst/>
              <a:rect l="l" t="t" r="r" b="b"/>
              <a:pathLst>
                <a:path w="570" h="675" extrusionOk="0">
                  <a:moveTo>
                    <a:pt x="569" y="674"/>
                  </a:moveTo>
                  <a:lnTo>
                    <a:pt x="508" y="667"/>
                  </a:lnTo>
                  <a:lnTo>
                    <a:pt x="478" y="659"/>
                  </a:lnTo>
                  <a:lnTo>
                    <a:pt x="449" y="648"/>
                  </a:lnTo>
                  <a:lnTo>
                    <a:pt x="419" y="633"/>
                  </a:lnTo>
                  <a:lnTo>
                    <a:pt x="389" y="612"/>
                  </a:lnTo>
                  <a:lnTo>
                    <a:pt x="358" y="583"/>
                  </a:lnTo>
                  <a:lnTo>
                    <a:pt x="300" y="506"/>
                  </a:lnTo>
                  <a:lnTo>
                    <a:pt x="239" y="396"/>
                  </a:lnTo>
                  <a:lnTo>
                    <a:pt x="178" y="263"/>
                  </a:lnTo>
                  <a:lnTo>
                    <a:pt x="150" y="197"/>
                  </a:lnTo>
                  <a:lnTo>
                    <a:pt x="120" y="133"/>
                  </a:lnTo>
                  <a:lnTo>
                    <a:pt x="89" y="78"/>
                  </a:lnTo>
                  <a:lnTo>
                    <a:pt x="59" y="36"/>
                  </a:lnTo>
                  <a:lnTo>
                    <a:pt x="29" y="1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g2fddf5c83c6_0_1089"/>
            <p:cNvSpPr/>
            <p:nvPr/>
          </p:nvSpPr>
          <p:spPr>
            <a:xfrm>
              <a:off x="3657600" y="4819650"/>
              <a:ext cx="903288" cy="1071563"/>
            </a:xfrm>
            <a:custGeom>
              <a:avLst/>
              <a:gdLst/>
              <a:ahLst/>
              <a:cxnLst/>
              <a:rect l="l" t="t" r="r" b="b"/>
              <a:pathLst>
                <a:path w="569" h="675" extrusionOk="0">
                  <a:moveTo>
                    <a:pt x="0" y="674"/>
                  </a:moveTo>
                  <a:lnTo>
                    <a:pt x="59" y="667"/>
                  </a:lnTo>
                  <a:lnTo>
                    <a:pt x="89" y="659"/>
                  </a:lnTo>
                  <a:lnTo>
                    <a:pt x="120" y="648"/>
                  </a:lnTo>
                  <a:lnTo>
                    <a:pt x="150" y="633"/>
                  </a:lnTo>
                  <a:lnTo>
                    <a:pt x="178" y="612"/>
                  </a:lnTo>
                  <a:lnTo>
                    <a:pt x="209" y="583"/>
                  </a:lnTo>
                  <a:lnTo>
                    <a:pt x="269" y="506"/>
                  </a:lnTo>
                  <a:lnTo>
                    <a:pt x="328" y="396"/>
                  </a:lnTo>
                  <a:lnTo>
                    <a:pt x="389" y="263"/>
                  </a:lnTo>
                  <a:lnTo>
                    <a:pt x="419" y="197"/>
                  </a:lnTo>
                  <a:lnTo>
                    <a:pt x="449" y="133"/>
                  </a:lnTo>
                  <a:lnTo>
                    <a:pt x="478" y="78"/>
                  </a:lnTo>
                  <a:lnTo>
                    <a:pt x="508" y="36"/>
                  </a:lnTo>
                  <a:lnTo>
                    <a:pt x="538" y="10"/>
                  </a:lnTo>
                  <a:lnTo>
                    <a:pt x="568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g2fddf5c83c6_0_1089"/>
            <p:cNvSpPr/>
            <p:nvPr/>
          </p:nvSpPr>
          <p:spPr>
            <a:xfrm>
              <a:off x="7194550" y="4795838"/>
              <a:ext cx="1354138" cy="1071563"/>
            </a:xfrm>
            <a:custGeom>
              <a:avLst/>
              <a:gdLst/>
              <a:ahLst/>
              <a:cxnLst/>
              <a:rect l="l" t="t" r="r" b="b"/>
              <a:pathLst>
                <a:path w="853" h="675" extrusionOk="0">
                  <a:moveTo>
                    <a:pt x="852" y="674"/>
                  </a:moveTo>
                  <a:lnTo>
                    <a:pt x="761" y="667"/>
                  </a:lnTo>
                  <a:lnTo>
                    <a:pt x="718" y="659"/>
                  </a:lnTo>
                  <a:lnTo>
                    <a:pt x="672" y="648"/>
                  </a:lnTo>
                  <a:lnTo>
                    <a:pt x="627" y="633"/>
                  </a:lnTo>
                  <a:lnTo>
                    <a:pt x="583" y="612"/>
                  </a:lnTo>
                  <a:lnTo>
                    <a:pt x="538" y="583"/>
                  </a:lnTo>
                  <a:lnTo>
                    <a:pt x="447" y="506"/>
                  </a:lnTo>
                  <a:lnTo>
                    <a:pt x="358" y="396"/>
                  </a:lnTo>
                  <a:lnTo>
                    <a:pt x="269" y="263"/>
                  </a:lnTo>
                  <a:lnTo>
                    <a:pt x="224" y="197"/>
                  </a:lnTo>
                  <a:lnTo>
                    <a:pt x="178" y="133"/>
                  </a:lnTo>
                  <a:lnTo>
                    <a:pt x="135" y="78"/>
                  </a:lnTo>
                  <a:lnTo>
                    <a:pt x="89" y="36"/>
                  </a:lnTo>
                  <a:lnTo>
                    <a:pt x="44" y="1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g2fddf5c83c6_0_1089"/>
            <p:cNvSpPr/>
            <p:nvPr/>
          </p:nvSpPr>
          <p:spPr>
            <a:xfrm>
              <a:off x="6743700" y="4795838"/>
              <a:ext cx="452438" cy="1071563"/>
            </a:xfrm>
            <a:custGeom>
              <a:avLst/>
              <a:gdLst/>
              <a:ahLst/>
              <a:cxnLst/>
              <a:rect l="l" t="t" r="r" b="b"/>
              <a:pathLst>
                <a:path w="285" h="675" extrusionOk="0">
                  <a:moveTo>
                    <a:pt x="0" y="674"/>
                  </a:moveTo>
                  <a:lnTo>
                    <a:pt x="28" y="667"/>
                  </a:lnTo>
                  <a:lnTo>
                    <a:pt x="43" y="659"/>
                  </a:lnTo>
                  <a:lnTo>
                    <a:pt x="59" y="648"/>
                  </a:lnTo>
                  <a:lnTo>
                    <a:pt x="74" y="633"/>
                  </a:lnTo>
                  <a:lnTo>
                    <a:pt x="89" y="612"/>
                  </a:lnTo>
                  <a:lnTo>
                    <a:pt x="104" y="583"/>
                  </a:lnTo>
                  <a:lnTo>
                    <a:pt x="134" y="506"/>
                  </a:lnTo>
                  <a:lnTo>
                    <a:pt x="165" y="396"/>
                  </a:lnTo>
                  <a:lnTo>
                    <a:pt x="193" y="263"/>
                  </a:lnTo>
                  <a:lnTo>
                    <a:pt x="208" y="197"/>
                  </a:lnTo>
                  <a:lnTo>
                    <a:pt x="223" y="133"/>
                  </a:lnTo>
                  <a:lnTo>
                    <a:pt x="239" y="78"/>
                  </a:lnTo>
                  <a:lnTo>
                    <a:pt x="254" y="36"/>
                  </a:lnTo>
                  <a:lnTo>
                    <a:pt x="269" y="10"/>
                  </a:lnTo>
                  <a:lnTo>
                    <a:pt x="284" y="0"/>
                  </a:lnTo>
                </a:path>
              </a:pathLst>
            </a:custGeom>
            <a:noFill/>
            <a:ln w="254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5436" tIns="67693" rIns="135436" bIns="6769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g2fddf5c83c6_0_1089"/>
            <p:cNvSpPr/>
            <p:nvPr/>
          </p:nvSpPr>
          <p:spPr>
            <a:xfrm>
              <a:off x="3657600" y="4620899"/>
              <a:ext cx="2231400" cy="39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3" b="1" dirty="0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r>
                <a:rPr lang="en" sz="2963" b="1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=</a:t>
              </a:r>
              <a:r>
                <a:rPr lang="en" sz="2963" b="1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Median</a:t>
              </a:r>
              <a:endParaRPr sz="2765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g2fddf5c83c6_0_1089"/>
            <p:cNvSpPr/>
            <p:nvPr/>
          </p:nvSpPr>
          <p:spPr>
            <a:xfrm>
              <a:off x="4779963" y="4318000"/>
              <a:ext cx="244500" cy="3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65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2173"/>
            </a:p>
          </p:txBody>
        </p:sp>
        <p:sp>
          <p:nvSpPr>
            <p:cNvPr id="769" name="Google Shape;769;g2fddf5c83c6_0_1089"/>
            <p:cNvSpPr/>
            <p:nvPr/>
          </p:nvSpPr>
          <p:spPr>
            <a:xfrm>
              <a:off x="6164263" y="4648200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g2fddf5c83c6_0_1089"/>
            <p:cNvSpPr/>
            <p:nvPr/>
          </p:nvSpPr>
          <p:spPr>
            <a:xfrm>
              <a:off x="762000" y="4343400"/>
              <a:ext cx="2231400" cy="39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3" b="1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r>
                <a:rPr lang="en" sz="2963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&lt;</a:t>
              </a:r>
              <a:r>
                <a:rPr lang="en" sz="2963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Median</a:t>
              </a:r>
              <a:endParaRPr sz="2963" b="1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g2fddf5c83c6_0_1089"/>
            <p:cNvSpPr/>
            <p:nvPr/>
          </p:nvSpPr>
          <p:spPr>
            <a:xfrm>
              <a:off x="2393950" y="4665663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g2fddf5c83c6_0_1089"/>
            <p:cNvSpPr/>
            <p:nvPr/>
          </p:nvSpPr>
          <p:spPr>
            <a:xfrm>
              <a:off x="6478053" y="4618784"/>
              <a:ext cx="2290800" cy="39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65" b="1" dirty="0">
                  <a:solidFill>
                    <a:srgbClr val="FF00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2963" b="1" dirty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Median &lt; </a:t>
              </a:r>
              <a:r>
                <a:rPr lang="en" sz="2963" b="1" dirty="0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endParaRPr sz="2765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2fddf5c83c6_0_1089"/>
            <p:cNvSpPr/>
            <p:nvPr/>
          </p:nvSpPr>
          <p:spPr>
            <a:xfrm>
              <a:off x="8666163" y="4648200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4" name="Google Shape;774;g2fddf5c83c6_0_1089"/>
            <p:cNvCxnSpPr/>
            <p:nvPr/>
          </p:nvCxnSpPr>
          <p:spPr>
            <a:xfrm>
              <a:off x="7391400" y="4876800"/>
              <a:ext cx="0" cy="1066800"/>
            </a:xfrm>
            <a:prstGeom prst="straightConnector1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g2fddf5c83c6_0_1089"/>
            <p:cNvCxnSpPr/>
            <p:nvPr/>
          </p:nvCxnSpPr>
          <p:spPr>
            <a:xfrm>
              <a:off x="7620000" y="5257800"/>
              <a:ext cx="0" cy="685800"/>
            </a:xfrm>
            <a:prstGeom prst="straightConnector1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g2fddf5c83c6_0_1089"/>
            <p:cNvCxnSpPr/>
            <p:nvPr/>
          </p:nvCxnSpPr>
          <p:spPr>
            <a:xfrm>
              <a:off x="1752600" y="5105400"/>
              <a:ext cx="0" cy="838200"/>
            </a:xfrm>
            <a:prstGeom prst="straightConnector1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g2fddf5c83c6_0_1089"/>
            <p:cNvCxnSpPr/>
            <p:nvPr/>
          </p:nvCxnSpPr>
          <p:spPr>
            <a:xfrm flipH="1">
              <a:off x="1524088" y="5519738"/>
              <a:ext cx="1500" cy="423900"/>
            </a:xfrm>
            <a:prstGeom prst="straightConnector1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g2fddf5c83c6_0_1089"/>
            <p:cNvCxnSpPr/>
            <p:nvPr/>
          </p:nvCxnSpPr>
          <p:spPr>
            <a:xfrm>
              <a:off x="4572000" y="4800600"/>
              <a:ext cx="0" cy="1143000"/>
            </a:xfrm>
            <a:prstGeom prst="straightConnector1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g2fddf5c83c6_0_1089"/>
            <p:cNvCxnSpPr/>
            <p:nvPr/>
          </p:nvCxnSpPr>
          <p:spPr>
            <a:xfrm>
              <a:off x="4572000" y="4953000"/>
              <a:ext cx="0" cy="762000"/>
            </a:xfrm>
            <a:prstGeom prst="straightConnector1">
              <a:avLst/>
            </a:prstGeom>
            <a:noFill/>
            <a:ln w="2540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g2fddf5c83c6_0_1089"/>
            <p:cNvCxnSpPr/>
            <p:nvPr/>
          </p:nvCxnSpPr>
          <p:spPr>
            <a:xfrm>
              <a:off x="3581400" y="5943600"/>
              <a:ext cx="19812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1" name="Google Shape;781;g2fddf5c83c6_0_1089"/>
            <p:cNvSpPr/>
            <p:nvPr/>
          </p:nvSpPr>
          <p:spPr>
            <a:xfrm>
              <a:off x="4467225" y="6003925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2" name="Google Shape;782;g2fddf5c83c6_0_1089"/>
            <p:cNvCxnSpPr/>
            <p:nvPr/>
          </p:nvCxnSpPr>
          <p:spPr>
            <a:xfrm>
              <a:off x="6629400" y="5943600"/>
              <a:ext cx="18987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3" name="Google Shape;783;g2fddf5c83c6_0_1089"/>
            <p:cNvSpPr/>
            <p:nvPr/>
          </p:nvSpPr>
          <p:spPr>
            <a:xfrm>
              <a:off x="7553325" y="5980113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4" name="Google Shape;784;g2fddf5c83c6_0_1089"/>
            <p:cNvCxnSpPr/>
            <p:nvPr/>
          </p:nvCxnSpPr>
          <p:spPr>
            <a:xfrm>
              <a:off x="685800" y="5943600"/>
              <a:ext cx="1905000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5" name="Google Shape;785;g2fddf5c83c6_0_1089"/>
            <p:cNvSpPr/>
            <p:nvPr/>
          </p:nvSpPr>
          <p:spPr>
            <a:xfrm>
              <a:off x="1547813" y="6003925"/>
              <a:ext cx="184200" cy="9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436" tIns="67693" rIns="135436" bIns="67693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6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2fddf5c83c6_0_1089"/>
            <p:cNvSpPr/>
            <p:nvPr/>
          </p:nvSpPr>
          <p:spPr>
            <a:xfrm>
              <a:off x="6289675" y="3803650"/>
              <a:ext cx="25353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48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Right-Skewed</a:t>
              </a:r>
              <a:endParaRPr sz="2173"/>
            </a:p>
          </p:txBody>
        </p:sp>
        <p:sp>
          <p:nvSpPr>
            <p:cNvPr id="787" name="Google Shape;787;g2fddf5c83c6_0_1089"/>
            <p:cNvSpPr/>
            <p:nvPr/>
          </p:nvSpPr>
          <p:spPr>
            <a:xfrm>
              <a:off x="603250" y="3816350"/>
              <a:ext cx="22797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48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Left-Skewed</a:t>
              </a:r>
              <a:endParaRPr sz="2173"/>
            </a:p>
          </p:txBody>
        </p:sp>
        <p:sp>
          <p:nvSpPr>
            <p:cNvPr id="788" name="Google Shape;788;g2fddf5c83c6_0_1089"/>
            <p:cNvSpPr/>
            <p:nvPr/>
          </p:nvSpPr>
          <p:spPr>
            <a:xfrm>
              <a:off x="3670300" y="3816350"/>
              <a:ext cx="22187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4004" tIns="65866" rIns="134004" bIns="65866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2765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148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Symmetric</a:t>
              </a:r>
              <a:endParaRPr sz="2173" dirty="0"/>
            </a:p>
          </p:txBody>
        </p:sp>
      </p:grpSp>
    </p:spTree>
    <p:extLst>
      <p:ext uri="{BB962C8B-B14F-4D97-AF65-F5344CB8AC3E}">
        <p14:creationId xmlns:p14="http://schemas.microsoft.com/office/powerpoint/2010/main" val="32281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fddf5c83c6_0_1223"/>
          <p:cNvSpPr txBox="1">
            <a:spLocks noGrp="1"/>
          </p:cNvSpPr>
          <p:nvPr>
            <p:ph type="title"/>
          </p:nvPr>
        </p:nvSpPr>
        <p:spPr>
          <a:xfrm>
            <a:off x="677228" y="170454"/>
            <a:ext cx="8578215" cy="15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</a:pPr>
            <a:r>
              <a:rPr lang="en"/>
              <a:t>SKEWNESS</a:t>
            </a:r>
            <a:endParaRPr/>
          </a:p>
        </p:txBody>
      </p:sp>
      <p:sp>
        <p:nvSpPr>
          <p:cNvPr id="795" name="Google Shape;795;g2fddf5c83c6_0_1223"/>
          <p:cNvSpPr txBox="1">
            <a:spLocks noGrp="1"/>
          </p:cNvSpPr>
          <p:nvPr>
            <p:ph type="sldNum" idx="12"/>
          </p:nvPr>
        </p:nvSpPr>
        <p:spPr>
          <a:xfrm rot="-5400000">
            <a:off x="12430466" y="6471547"/>
            <a:ext cx="1461698" cy="540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43</a:t>
            </a:fld>
            <a:endParaRPr dirty="0"/>
          </a:p>
        </p:txBody>
      </p:sp>
      <p:grpSp>
        <p:nvGrpSpPr>
          <p:cNvPr id="796" name="Google Shape;796;g2fddf5c83c6_0_1223"/>
          <p:cNvGrpSpPr/>
          <p:nvPr/>
        </p:nvGrpSpPr>
        <p:grpSpPr>
          <a:xfrm>
            <a:off x="7235653" y="6617640"/>
            <a:ext cx="9920777" cy="3541566"/>
            <a:chOff x="2293493" y="4482059"/>
            <a:chExt cx="6697571" cy="2390931"/>
          </a:xfrm>
        </p:grpSpPr>
        <p:pic>
          <p:nvPicPr>
            <p:cNvPr id="797" name="Google Shape;797;g2fddf5c83c6_0_12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93493" y="5540115"/>
              <a:ext cx="2308484" cy="133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8" name="Google Shape;798;g2fddf5c83c6_0_12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283256" y="4482059"/>
              <a:ext cx="1707808" cy="23909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9" name="Google Shape;799;g2fddf5c83c6_0_12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89406" y="5207958"/>
              <a:ext cx="1593850" cy="1665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0" name="Google Shape;800;g2fddf5c83c6_0_12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77127" y="4935230"/>
              <a:ext cx="1291839" cy="19377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1" name="Google Shape;801;g2fddf5c83c6_0_1223"/>
          <p:cNvSpPr txBox="1">
            <a:spLocks noGrp="1"/>
          </p:cNvSpPr>
          <p:nvPr>
            <p:ph type="body" idx="1"/>
          </p:nvPr>
        </p:nvSpPr>
        <p:spPr>
          <a:xfrm>
            <a:off x="677228" y="1947847"/>
            <a:ext cx="12213795" cy="485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436" tIns="67693" rIns="135436" bIns="6769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Extreme observations distort means but not medians.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Outlying observations distort the mean:</a:t>
            </a:r>
            <a:endParaRPr/>
          </a:p>
          <a:p>
            <a:pPr marL="225743" lvl="0" indent="-213201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Med  [1,2,4,6,8,9,17] = 6</a:t>
            </a:r>
            <a:endParaRPr/>
          </a:p>
          <a:p>
            <a:pPr marL="225743" lvl="0" indent="-213201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Mean[1,2,4,6,8,9,17] = 6.714</a:t>
            </a:r>
            <a:endParaRPr/>
          </a:p>
          <a:p>
            <a:pPr marL="225743" lvl="0" indent="-213201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Med  [1,2,4,6,8,9,</a:t>
            </a:r>
            <a:r>
              <a:rPr lang="en" b="0">
                <a:solidFill>
                  <a:schemeClr val="dk2"/>
                </a:solidFill>
              </a:rPr>
              <a:t>17000</a:t>
            </a:r>
            <a:r>
              <a:rPr lang="en" b="0"/>
              <a:t>] = 6 (still)</a:t>
            </a:r>
            <a:endParaRPr/>
          </a:p>
          <a:p>
            <a:pPr marL="225743" lvl="0" indent="-213201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b="0"/>
              <a:t>Mean[1,2,4,6,8,9,</a:t>
            </a:r>
            <a:r>
              <a:rPr lang="en" b="0">
                <a:solidFill>
                  <a:schemeClr val="dk2"/>
                </a:solidFill>
              </a:rPr>
              <a:t>17000</a:t>
            </a:r>
            <a:r>
              <a:rPr lang="en" b="0"/>
              <a:t>] = 2432.8 (!)</a:t>
            </a:r>
            <a:endParaRPr/>
          </a:p>
          <a:p>
            <a:pPr marL="0" lvl="0" indent="0" algn="l" rtl="0">
              <a:spcBef>
                <a:spcPts val="158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/>
              <a:t>Typically occurs when there are some outlying observations, such as in cross sections of income or wealth and/or when the sample is not very large.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2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e39c881fcb_3_124"/>
          <p:cNvSpPr txBox="1">
            <a:spLocks noGrp="1"/>
          </p:cNvSpPr>
          <p:nvPr>
            <p:ph type="title"/>
          </p:nvPr>
        </p:nvSpPr>
        <p:spPr>
          <a:xfrm>
            <a:off x="0" y="3880583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3172"/>
              <a:buFont typeface="Arial"/>
              <a:buNone/>
            </a:pPr>
            <a:r>
              <a:rPr lang="en" dirty="0">
                <a:solidFill>
                  <a:schemeClr val="bg1"/>
                </a:solidFill>
              </a:rPr>
              <a:t>3. Measures of Variance</a:t>
            </a:r>
            <a:endParaRPr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047"/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807" name="Google Shape;807;g2e39c881fcb_3_124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798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b967da1892_0_10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3172"/>
              <a:buFont typeface="Arial"/>
              <a:buNone/>
            </a:pPr>
            <a:r>
              <a:rPr lang="en" dirty="0">
                <a:solidFill>
                  <a:schemeClr val="bg1"/>
                </a:solidFill>
              </a:rPr>
              <a:t>3. Measures of Variance</a:t>
            </a:r>
            <a:endParaRPr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047"/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813" name="Google Shape;813;g2b967da1892_0_10"/>
          <p:cNvSpPr txBox="1">
            <a:spLocks noGrp="1"/>
          </p:cNvSpPr>
          <p:nvPr>
            <p:ph type="body" idx="1"/>
          </p:nvPr>
        </p:nvSpPr>
        <p:spPr>
          <a:xfrm>
            <a:off x="615608" y="2276932"/>
            <a:ext cx="16828185" cy="67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An important characteristic of any set of data is the </a:t>
            </a:r>
            <a:r>
              <a:rPr lang="en">
                <a:solidFill>
                  <a:srgbClr val="980000"/>
                </a:solidFill>
              </a:rPr>
              <a:t>variation in the data</a:t>
            </a:r>
            <a:r>
              <a:rPr lang="en"/>
              <a:t>; it reflects how tightly or widely data points are distributed around the mean. </a:t>
            </a: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The </a:t>
            </a:r>
            <a:r>
              <a:rPr lang="en" b="1">
                <a:solidFill>
                  <a:srgbClr val="980000"/>
                </a:solidFill>
              </a:rPr>
              <a:t>standard deviation and variance</a:t>
            </a:r>
            <a:r>
              <a:rPr lang="en">
                <a:solidFill>
                  <a:srgbClr val="980000"/>
                </a:solidFill>
              </a:rPr>
              <a:t> are </a:t>
            </a:r>
            <a:r>
              <a:rPr lang="en"/>
              <a:t>the most common measures of this spread.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14" name="Google Shape;814;g2b967da1892_0_10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45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5" name="Google Shape;815;g2b967da1892_0_10"/>
          <p:cNvSpPr txBox="1"/>
          <p:nvPr/>
        </p:nvSpPr>
        <p:spPr>
          <a:xfrm>
            <a:off x="362314" y="9024322"/>
            <a:ext cx="15695325" cy="66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9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one: https://www.shiksha.com/online-courses/articles/variance-and-standard-deviation/</a:t>
            </a:r>
            <a:endParaRPr sz="197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4422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b967da1892_0_16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The standard deviation σ and The Variance</a:t>
            </a:r>
            <a:endParaRPr/>
          </a:p>
        </p:txBody>
      </p:sp>
      <p:sp>
        <p:nvSpPr>
          <p:cNvPr id="821" name="Google Shape;821;g2b967da1892_0_16"/>
          <p:cNvSpPr txBox="1">
            <a:spLocks noGrp="1"/>
          </p:cNvSpPr>
          <p:nvPr>
            <p:ph type="body" idx="1"/>
          </p:nvPr>
        </p:nvSpPr>
        <p:spPr>
          <a:xfrm>
            <a:off x="615608" y="1674952"/>
            <a:ext cx="16828185" cy="5010180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b="1"/>
              <a:t>The Standard Deviation: </a:t>
            </a:r>
            <a:r>
              <a:rPr lang="en"/>
              <a:t>provides a numerical measure of the overall amount of variation in a data set, and</a:t>
            </a:r>
            <a:endParaRPr/>
          </a:p>
          <a:p>
            <a:pPr marL="902970" lvl="0" indent="-702310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Can be used to determine whether </a:t>
            </a:r>
            <a:r>
              <a:rPr lang="en" i="1">
                <a:solidFill>
                  <a:srgbClr val="980000"/>
                </a:solidFill>
              </a:rPr>
              <a:t>a particular data value is close to or far from the mean</a:t>
            </a:r>
            <a:r>
              <a:rPr lang="en"/>
              <a:t>.</a:t>
            </a:r>
            <a:endParaRPr/>
          </a:p>
          <a:p>
            <a:pPr marL="902970" lvl="0" indent="-7023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It's always positive or zero.</a:t>
            </a:r>
            <a:endParaRPr/>
          </a:p>
          <a:p>
            <a:pPr marL="1805940" lvl="1" indent="-6521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 When the data is clustered close to the average (mean), the</a:t>
            </a:r>
            <a:r>
              <a:rPr lang="en" b="1"/>
              <a:t> standard deviation is small</a:t>
            </a:r>
            <a:r>
              <a:rPr lang="en"/>
              <a:t>. </a:t>
            </a:r>
            <a:endParaRPr/>
          </a:p>
          <a:p>
            <a:pPr marL="1805940" lvl="1" indent="-6521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When the data is spread out from the mean, </a:t>
            </a:r>
            <a:r>
              <a:rPr lang="en" b="1"/>
              <a:t>the standard deviation is larger.</a:t>
            </a:r>
            <a:endParaRPr b="1"/>
          </a:p>
        </p:txBody>
      </p:sp>
      <p:sp>
        <p:nvSpPr>
          <p:cNvPr id="822" name="Google Shape;822;g2b967da1892_0_16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46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3" name="Google Shape;823;g2b967da1892_0_16"/>
          <p:cNvSpPr txBox="1"/>
          <p:nvPr/>
        </p:nvSpPr>
        <p:spPr>
          <a:xfrm>
            <a:off x="615608" y="6789165"/>
            <a:ext cx="16828185" cy="2535308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3555" b="1" i="0" u="none" strike="noStrike" cap="none">
                <a:solidFill>
                  <a:srgbClr val="0D0D0D"/>
                </a:solidFill>
                <a:latin typeface="Proxima Nova"/>
                <a:ea typeface="Proxima Nova"/>
                <a:cs typeface="Proxima Nova"/>
                <a:sym typeface="Proxima Nova"/>
              </a:rPr>
              <a:t>The Variance:</a:t>
            </a:r>
            <a:r>
              <a:rPr lang="en" sz="3555" b="0" i="0" u="none" strike="noStrike" cap="none">
                <a:solidFill>
                  <a:srgbClr val="0D0D0D"/>
                </a:solidFill>
                <a:latin typeface="Proxima Nova"/>
                <a:ea typeface="Proxima Nova"/>
                <a:cs typeface="Proxima Nova"/>
                <a:sym typeface="Proxima Nova"/>
              </a:rPr>
              <a:t> the average of the squared differences from the Mean; indicates how far individuals in a group are spread out.</a:t>
            </a:r>
            <a:endParaRPr sz="3555" b="0" i="0" u="none" strike="noStrike" cap="none">
              <a:solidFill>
                <a:srgbClr val="0D0D0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902970" marR="0" lvl="0" indent="-702310" algn="l" rtl="0">
              <a:lnSpc>
                <a:spcPct val="115000"/>
              </a:lnSpc>
              <a:spcBef>
                <a:spcPts val="237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Proxima Nova"/>
              <a:buChar char="●"/>
            </a:pPr>
            <a:r>
              <a:rPr lang="en" sz="3555" b="1" i="0" u="none" strike="noStrike" cap="none">
                <a:solidFill>
                  <a:srgbClr val="0D0D0D"/>
                </a:solidFill>
                <a:latin typeface="Proxima Nova"/>
                <a:ea typeface="Proxima Nova"/>
                <a:cs typeface="Proxima Nova"/>
                <a:sym typeface="Proxima Nova"/>
              </a:rPr>
              <a:t>Standard deviation is the square root of the variance.</a:t>
            </a:r>
            <a:endParaRPr sz="3555" b="1" i="0" u="none" strike="noStrike" cap="none">
              <a:solidFill>
                <a:srgbClr val="0D0D0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179852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e39c881fcb_3_2"/>
          <p:cNvSpPr txBox="1">
            <a:spLocks noGrp="1"/>
          </p:cNvSpPr>
          <p:nvPr>
            <p:ph type="title"/>
          </p:nvPr>
        </p:nvSpPr>
        <p:spPr>
          <a:xfrm>
            <a:off x="0" y="794"/>
            <a:ext cx="18059400" cy="15701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564" tIns="180564" rIns="180564" bIns="180564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Interpreting Variability with Standard Deviation</a:t>
            </a:r>
            <a:endParaRPr/>
          </a:p>
        </p:txBody>
      </p:sp>
      <p:sp>
        <p:nvSpPr>
          <p:cNvPr id="840" name="Google Shape;840;g2e39c881fcb_3_2"/>
          <p:cNvSpPr txBox="1">
            <a:spLocks noGrp="1"/>
          </p:cNvSpPr>
          <p:nvPr>
            <p:ph type="sldNum" idx="12"/>
          </p:nvPr>
        </p:nvSpPr>
        <p:spPr>
          <a:xfrm>
            <a:off x="16733104" y="9210647"/>
            <a:ext cx="1083683" cy="77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546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47</a:t>
            </a:fld>
            <a:endParaRPr/>
          </a:p>
        </p:txBody>
      </p:sp>
      <p:pic>
        <p:nvPicPr>
          <p:cNvPr id="841" name="Google Shape;841;g2e39c881fcb_3_2"/>
          <p:cNvPicPr preferRelativeResize="0"/>
          <p:nvPr/>
        </p:nvPicPr>
        <p:blipFill rotWithShape="1">
          <a:blip r:embed="rId3">
            <a:alphaModFix/>
          </a:blip>
          <a:srcRect t="16618" b="7909"/>
          <a:stretch/>
        </p:blipFill>
        <p:spPr>
          <a:xfrm>
            <a:off x="712532" y="2143422"/>
            <a:ext cx="8213383" cy="55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2e39c881fcb_3_2"/>
          <p:cNvSpPr txBox="1"/>
          <p:nvPr/>
        </p:nvSpPr>
        <p:spPr>
          <a:xfrm>
            <a:off x="9278254" y="3525033"/>
            <a:ext cx="8123768" cy="2492648"/>
          </a:xfrm>
          <a:prstGeom prst="rect">
            <a:avLst/>
          </a:prstGeom>
          <a:solidFill>
            <a:srgbClr val="E6F1FF"/>
          </a:solidFill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76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Greater Variability (a wide, flat distribution curve):</a:t>
            </a:r>
            <a:r>
              <a:rPr lang="en"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Larger standard deviation.</a:t>
            </a:r>
            <a:endParaRPr sz="27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76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 Variability (tall, spike-like distribution curve): </a:t>
            </a:r>
            <a:r>
              <a:rPr lang="en"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standard deviation (data points are closer to the mean).</a:t>
            </a:r>
            <a:endParaRPr sz="276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2e39c881fcb_3_2"/>
          <p:cNvSpPr txBox="1"/>
          <p:nvPr/>
        </p:nvSpPr>
        <p:spPr>
          <a:xfrm>
            <a:off x="794295" y="8459176"/>
            <a:ext cx="12197798" cy="121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564" tIns="180564" rIns="180564" bIns="180564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76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765" b="0" i="0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This visual representation helps us understand the level of variability in the data.</a:t>
            </a:r>
            <a:endParaRPr sz="2765" b="1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7545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</TotalTime>
  <Words>1450</Words>
  <Application>Microsoft Office PowerPoint</Application>
  <PresentationFormat>Custom</PresentationFormat>
  <Paragraphs>287</Paragraphs>
  <Slides>47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Aptos</vt:lpstr>
      <vt:lpstr>Arial</vt:lpstr>
      <vt:lpstr>Arial Black</vt:lpstr>
      <vt:lpstr>Calibri</vt:lpstr>
      <vt:lpstr>Courier New</vt:lpstr>
      <vt:lpstr>Georgia</vt:lpstr>
      <vt:lpstr>Proxima Nova</vt:lpstr>
      <vt:lpstr>Proxima Nova Extrabold</vt:lpstr>
      <vt:lpstr>Office Theme</vt:lpstr>
      <vt:lpstr>PowerPoint Presentation</vt:lpstr>
      <vt:lpstr>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 Statistics/ Summary Statistics</vt:lpstr>
      <vt:lpstr>How not to use summary statistics </vt:lpstr>
      <vt:lpstr>Why not to rely on summary statistics</vt:lpstr>
      <vt:lpstr>SUMMARY STATISTICS</vt:lpstr>
      <vt:lpstr>Types of Descriptive/ Summary Statistics</vt:lpstr>
      <vt:lpstr>Measures of Central Tendency</vt:lpstr>
      <vt:lpstr>Measures of Central Tendency </vt:lpstr>
      <vt:lpstr>THE SAMPLE MEDIAN</vt:lpstr>
      <vt:lpstr>PowerPoint Presentation</vt:lpstr>
      <vt:lpstr>PowerPoint Presentation</vt:lpstr>
      <vt:lpstr>THE MEAN OF AGGREGATE DATA</vt:lpstr>
      <vt:lpstr>AVERAGING AVERAGES?</vt:lpstr>
      <vt:lpstr>Measures of Central Tendency</vt:lpstr>
      <vt:lpstr>PowerPoint Presentation</vt:lpstr>
      <vt:lpstr>Pythagorean Means</vt:lpstr>
      <vt:lpstr>Pythagorean Means</vt:lpstr>
      <vt:lpstr>Pythagorean Means</vt:lpstr>
      <vt:lpstr>Pythagorean Means: (Harmonic Mean)</vt:lpstr>
      <vt:lpstr>2. Measures of Skewness: Other Descriptors</vt:lpstr>
      <vt:lpstr>2. Measures of Skewness: Other Descriptors</vt:lpstr>
      <vt:lpstr>SKEWED DATA</vt:lpstr>
      <vt:lpstr>SKEWNESS</vt:lpstr>
      <vt:lpstr>3. Measures of Variance </vt:lpstr>
      <vt:lpstr>3. Measures of Variance </vt:lpstr>
      <vt:lpstr>The standard deviation σ and The Variance</vt:lpstr>
      <vt:lpstr>Interpreting Variability with Standard Deviation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Zainab</dc:creator>
  <cp:lastModifiedBy>Zainab</cp:lastModifiedBy>
  <cp:revision>47</cp:revision>
  <dcterms:created xsi:type="dcterms:W3CDTF">2024-11-18T05:06:11Z</dcterms:created>
  <dcterms:modified xsi:type="dcterms:W3CDTF">2025-12-10T04:59:06Z</dcterms:modified>
</cp:coreProperties>
</file>