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2.jpg" ContentType="image/jpg"/>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8.jpg" ContentType="image/jpg"/>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679" r:id="rId2"/>
  </p:sldMasterIdLst>
  <p:notesMasterIdLst>
    <p:notesMasterId r:id="rId27"/>
  </p:notesMasterIdLst>
  <p:sldIdLst>
    <p:sldId id="279" r:id="rId3"/>
    <p:sldId id="294" r:id="rId4"/>
    <p:sldId id="281" r:id="rId5"/>
    <p:sldId id="299" r:id="rId6"/>
    <p:sldId id="300" r:id="rId7"/>
    <p:sldId id="297" r:id="rId8"/>
    <p:sldId id="277" r:id="rId9"/>
    <p:sldId id="301" r:id="rId10"/>
    <p:sldId id="302" r:id="rId11"/>
    <p:sldId id="295" r:id="rId12"/>
    <p:sldId id="303" r:id="rId13"/>
    <p:sldId id="298" r:id="rId14"/>
    <p:sldId id="282" r:id="rId15"/>
    <p:sldId id="283" r:id="rId16"/>
    <p:sldId id="284" r:id="rId17"/>
    <p:sldId id="285" r:id="rId18"/>
    <p:sldId id="286" r:id="rId19"/>
    <p:sldId id="287" r:id="rId20"/>
    <p:sldId id="288" r:id="rId21"/>
    <p:sldId id="289" r:id="rId22"/>
    <p:sldId id="290" r:id="rId23"/>
    <p:sldId id="291" r:id="rId24"/>
    <p:sldId id="292" r:id="rId25"/>
    <p:sldId id="304" r:id="rId26"/>
  </p:sldIdLst>
  <p:sldSz cx="18059400" cy="10160000"/>
  <p:notesSz cx="18059400" cy="10160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33372" autoAdjust="0"/>
  </p:normalViewPr>
  <p:slideViewPr>
    <p:cSldViewPr>
      <p:cViewPr varScale="1">
        <p:scale>
          <a:sx n="21" d="100"/>
          <a:sy n="21" d="100"/>
        </p:scale>
        <p:origin x="2640" y="2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17.251"/>
    </inkml:context>
    <inkml:brush xml:id="br0">
      <inkml:brushProperty name="width" value="0.05" units="cm"/>
      <inkml:brushProperty name="height" value="0.05" units="cm"/>
      <inkml:brushProperty name="color" value="#CC0066"/>
    </inkml:brush>
  </inkml:definitions>
  <inkml:trace contextRef="#ctx0" brushRef="#br0">46 295 1176 0 0,'-2'0'343'0'0,"1"0"1"0"0,0 1-1 0 0,-1-1 0 0 0,1 0 1 0 0,0 0-1 0 0,-1 1 0 0 0,1-1 1 0 0,0 1-1 0 0,0 0 0 0 0,-1-1 1 0 0,1 1-1 0 0,0 0 0 0 0,-2 1 1 0 0,2-1 35 0 0,0 0 0 0 0,-1 0 0 0 0,1 0 0 0 0,-1-1 0 0 0,1 1 0 0 0,-1 0 0 0 0,0 0 0 0 0,1-1 0 0 0,-1 1-1 0 0,0-1 1 0 0,1 0 0 0 0,-1 1 0 0 0,-3-1 0 0 0,9 0 2834 0 0,126-8-41 0 0,305-40 118 0 0,35-5-531 0 0,-38-7-1495 0 0,-262 33-1097 0 0,-85 12-209 0 0,168-8 1 0 0,-185 19-139 0 0,-39 1-877 0 0,-22 0-2282 0 0,-65-17-639 0 0,33 11 1779 0 0,-43-10 0 0 0,15 11 317 0 0,1 2 0 0 0,-1 2 0 0 0,-1 2 1 0 0,-79 8-1 0 0,4 15 189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17.580"/>
    </inkml:context>
    <inkml:brush xml:id="br0">
      <inkml:brushProperty name="width" value="0.05" units="cm"/>
      <inkml:brushProperty name="height" value="0.05" units="cm"/>
      <inkml:brushProperty name="color" value="#CC0066"/>
    </inkml:brush>
  </inkml:definitions>
  <inkml:trace contextRef="#ctx0" brushRef="#br0">594 92 1232 0 0,'-96'45'3545'0'0,"-1"-4"0"0"0,-1-5 1 0 0,-115 27-1 0 0,174-51-2622 0 0,32-9-631 0 0,1-1 0 0 0,-1 0 0 0 0,0 0 0 0 0,0-1 0 0 0,-9 2 0 0 0,46 5 1138 0 0,208-9-201 0 0,650-65 869 0 0,-499 7-1390 0 0,-230 28-693 0 0,114-26 106 0 0,-97 3-2775 0 0,-171 52 3276 0 0,15-7-6858 0 0,-58-13-7211 0 0,23 13 11641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19.689"/>
    </inkml:context>
    <inkml:brush xml:id="br0">
      <inkml:brushProperty name="width" value="0.05" units="cm"/>
      <inkml:brushProperty name="height" value="0.05" units="cm"/>
      <inkml:brushProperty name="color" value="#CC0066"/>
    </inkml:brush>
  </inkml:definitions>
  <inkml:trace contextRef="#ctx0" brushRef="#br0">115 405 900 0 0,'-7'4'843'0'0,"-1"-1"1"0"0,0 0-1 0 0,0 0 0 0 0,0-1 0 0 0,-9 1 1 0 0,10-2-45 0 0,0 1 0 0 0,1 0 0 0 0,-1 0 0 0 0,-11 5 1 0 0,4-3 2521 0 0,28-6-2075 0 0,7 2-1016 0 0,225-7 1411 0 0,47-2-454 0 0,99-10-304 0 0,239 10 1454 0 0,-384 11-1617 0 0,-26-11-206 0 0,123 1 656 0 0,247 8 804 0 0,-280-18-1501 0 0,-129 4-290 0 0,-74 7-64 0 0,94-4 82 0 0,41 3 7 0 0,-129 8-118 0 0,308-7 357 0 0,-38-10 4 0 0,-340 14-418 0 0,371-29 320 0 0,-171 15 124 0 0,-98 10-166 0 0,222 4 123 0 0,-203 5-186 0 0,480-43 888 0 0,-558 33-942 0 0,46 0 20 0 0,1-1-51 0 0,28 1 11 0 0,1-1 50 0 0,1 1 16 0 0,77-9-20 0 0,-151 11-149 0 0,43-4 86 0 0,-14 1-9 0 0,-91 7-127 0 0,-1 0 0 0 0,31 4 0 0 0,-8-1-369 0 0,-55-3-255 0 0,0 0 1 0 0,0-1 0 0 0,0 1-1 0 0,0-1 1 0 0,0 0-1 0 0,1 0 1 0 0,-6-6-1 0 0,-8-6-2410 0 0,12 8 1957 0 0,-1 1 1 0 0,0 1-1 0 0,0 0 0 0 0,0 0 1 0 0,0 0-1 0 0,-1 1 1 0 0,0 0-1 0 0,-9-4 0 0 0,-2 4-607 0 0,0 1-1 0 0,0 0 1 0 0,-1 1-1 0 0,1 2 1 0 0,-32 1-1 0 0,5 0-42 0 0,-26-1-200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21.037"/>
    </inkml:context>
    <inkml:brush xml:id="br0">
      <inkml:brushProperty name="width" value="0.05" units="cm"/>
      <inkml:brushProperty name="height" value="0.05" units="cm"/>
      <inkml:brushProperty name="color" value="#CC0066"/>
    </inkml:brush>
  </inkml:definitions>
  <inkml:trace contextRef="#ctx0" brushRef="#br0">1 403 240 0 0,'0'1'359'0'0,"0"0"0"0"0,0 0 0 0 0,0 0 0 0 0,0 0 0 0 0,0 0 0 0 0,0 0 0 0 0,0 0 0 0 0,0 0 0 0 0,0 0 0 0 0,1 0 0 0 0,-1 0 1 0 0,1 0-1 0 0,-1 0 0 0 0,0 0 0 0 0,1 0 0 0 0,0 0 0 0 0,-1 0 0 0 0,1 0 0 0 0,-1 0 0 0 0,1 0 0 0 0,0 0 0 0 0,0-1 0 0 0,-1 1 0 0 0,1 0 0 0 0,1 0 0 0 0,12 1 2697 0 0,6-6-3641 0 0,96-28 3588 0 0,-89 24-2136 0 0,51-9-1 0 0,-34 9-470 0 0,-25 4-228 0 0,0 1 0 0 0,21-1 1 0 0,21-2 88 0 0,58-8 230 0 0,156 3 0 0 0,-151 11-66 0 0,370 7 1396 0 0,-68-4-1465 0 0,-232-5-351 0 0,584-46 128 0 0,-574 29-108 0 0,781-31 471 0 0,39 50 2870 0 0,-781-8-2524 0 0,-47 0-328 0 0,7-1-102 0 0,20 1-25 0 0,281-18 176 0 0,-296 11-281 0 0,-175 13-216 0 0,353-14 714 0 0,-258 8-368 0 0,-3-1 84 0 0,30 1-46 0 0,0 0-216 0 0,-33-1-26 0 0,-64 10-88 0 0,-19 0 2 0 0,1-1 0 0 0,59-9 1 0 0,-83 7-85 0 0,1 1 0 0 0,0 0 0 0 0,28 2 0 0 0,-7 1-37 0 0,-35-2-2 0 0,-30-17-8782 0 0,23 13 6919 0 0,0 1 0 0 0,0-1 0 0 0,0 1 0 0 0,0 0 0 0 0,0 0 0 0 0,-7-3 0 0 0,-31-10-4311 0 0,12 8 3739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24.373"/>
    </inkml:context>
    <inkml:brush xml:id="br0">
      <inkml:brushProperty name="width" value="0.05" units="cm"/>
      <inkml:brushProperty name="height" value="0.05" units="cm"/>
      <inkml:brushProperty name="color" value="#CC0066"/>
    </inkml:brush>
  </inkml:definitions>
  <inkml:trace contextRef="#ctx0" brushRef="#br0">46 75 1580 0 0,'-33'51'7012'0'0,"22"-31"-5033"0"0,11-20-1937 0 0,-1 1-1 0 0,1-1 1 0 0,0 0-1 0 0,0 1 1 0 0,0-1-1 0 0,0 1 1 0 0,0-1-1 0 0,0 1 1 0 0,0-1-1 0 0,0 0 1 0 0,0 1-1 0 0,0-1 1 0 0,0 1-1 0 0,0-1 1 0 0,0 0-1 0 0,1 1 1 0 0,-1-1-1 0 0,0 1 1 0 0,0-1-1 0 0,0 0 1 0 0,0 1-1 0 0,1-1 1 0 0,-1 0-1 0 0,0 1 1 0 0,0-1-1 0 0,1 0 1 0 0,-1 1-1 0 0,0-1 1 0 0,1 0-1 0 0,-1 1 1 0 0,0-1-1 0 0,1 0 1 0 0,-1 0-1 0 0,1 0 1 0 0,-1 1-1 0 0,0-1 1 0 0,1 0-1 0 0,-1 0 1 0 0,1 0-1 0 0,-1 0 1 0 0,0 0-1 0 0,1 0 1 0 0,-1 0-1 0 0,1 0 1 0 0,-1 0-1 0 0,1 0 1 0 0,-1 0-1 0 0,0 0 1 0 0,1 0-1 0 0,32 8 1785 0 0,146-16 694 0 0,-1 0-1408 0 0,-72 3-63 0 0,117-20 1 0 0,-64 4-218 0 0,612-4 2499 0 0,-664 25-3059 0 0,191-19 385 0 0,-147 6-449 0 0,-32-2-117 0 0,-59 5-69 0 0,-49 9-22 0 0,20-6-50 0 0,-28 5-154 0 0,-20-2-3282 0 0,15 3 3150 0 0,0 1 0 0 0,1-1 0 0 0,-1 1 0 0 0,0-1 0 0 0,1 1 0 0 0,-1 0 0 0 0,0-1 0 0 0,0 1 0 0 0,0 0 0 0 0,1 0 0 0 0,-1 0 0 0 0,0 0 0 0 0,0 1 0 0 0,-1-1 0 0 0,-37 14-6872 0 0,35-12 3853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25.486"/>
    </inkml:context>
    <inkml:brush xml:id="br0">
      <inkml:brushProperty name="width" value="0.05" units="cm"/>
      <inkml:brushProperty name="height" value="0.05" units="cm"/>
      <inkml:brushProperty name="color" value="#CC0066"/>
    </inkml:brush>
  </inkml:definitions>
  <inkml:trace contextRef="#ctx0" brushRef="#br0">31 218 200 0 0,'0'2'299'0'0,"0"-1"1"0"0,0 0-1 0 0,0 1 1 0 0,-1-1-1 0 0,1 0 0 0 0,0 1 1 0 0,-1-1-1 0 0,1 0 1 0 0,-1 1-1 0 0,0-1 0 0 0,1 0 1 0 0,-1 0-1 0 0,0 0 0 0 0,0 0 1 0 0,0 0-1 0 0,1 0 1 0 0,-1 0-1 0 0,0 0 0 0 0,0 0 1 0 0,-1 0-1 0 0,1 0 1 0 0,0-1-1 0 0,0 1 0 0 0,0 0 1 0 0,0-1-1 0 0,-3 2 0 0 0,-1 0 210 0 0,2 0 1213 0 0,3-2-1689 0 0,0 1 1 0 0,0-1-1 0 0,0 0 1 0 0,0 1-1 0 0,0-1 1 0 0,0 0-1 0 0,0 1 1 0 0,0-1-1 0 0,0 0 1 0 0,0 1-1 0 0,0-1 1 0 0,0 1-1 0 0,0-1 1 0 0,0 0-1 0 0,0 1 1 0 0,0-1-1 0 0,0 0 1 0 0,1 1-1 0 0,-1-1 1 0 0,0 0-1 0 0,0 1 1 0 0,0-1-1 0 0,0 0 1 0 0,1 0-1 0 0,-1 1 1 0 0,0-1-1 0 0,1 1 1 0 0,6 1 247 0 0,0 1 0 0 0,0-1 0 0 0,0 0 0 0 0,0-1 0 0 0,1 0 0 0 0,-1 0 0 0 0,1 0 0 0 0,-1-1 1 0 0,1 0-1 0 0,-1 0 0 0 0,14-3 0 0 0,27 0 353 0 0,15-1 544 0 0,98-18 1 0 0,-103 13-614 0 0,97-16 630 0 0,330-42 1252 0 0,-342 51-1976 0 0,96-9 218 0 0,597 15 1218 0 0,-592 13-1342 0 0,48 3 553 0 0,-88-4 177 0 0,-128-3-478 0 0,-74 1-646 0 0,-49 0-1188 0 0,47 0 872 0 0,-1 0-1 0 0,1 0 0 0 0,-1 0 0 0 0,1 0 1 0 0,-1 0-1 0 0,1 0 0 0 0,-1 0 1 0 0,1 0-1 0 0,0 0 0 0 0,-1 0 1 0 0,1-1-1 0 0,-1 1 0 0 0,1 0 0 0 0,-1 0 1 0 0,1 0-1 0 0,0-1 0 0 0,-1 1 1 0 0,1 0-1 0 0,-1-1 0 0 0,1 1 1 0 0,0 0-1 0 0,-1-1 0 0 0,1 1 1 0 0,0 0-1 0 0,0-1 0 0 0,-1 1 0 0 0,1-1 1 0 0,0 1-1 0 0,0-1 0 0 0,0 1 1 0 0,-1 0-1 0 0,1-1 0 0 0,0 1 1 0 0,0-1-1 0 0,0 1 0 0 0,0-1 0 0 0,0 1 1 0 0,0-1-1 0 0,0 1 0 0 0,0-1 1 0 0,0 0-1 0 0,0 0-226 0 0,1 0 1 0 0,-1-1-1 0 0,0 1 1 0 0,1 0-1 0 0,-1 0 0 0 0,1 0 1 0 0,-1 0-1 0 0,1 0 1 0 0,0 0-1 0 0,-1 0 1 0 0,1 0-1 0 0,0 0 0 0 0,0 0 1 0 0,0 0-1 0 0,0 0 1 0 0,0 0-1 0 0,0 1 1 0 0,2-2-1 0 0,66-32-7926 0 0,-34 19 5987 0 0,10-3-232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26.131"/>
    </inkml:context>
    <inkml:brush xml:id="br0">
      <inkml:brushProperty name="width" value="0.05" units="cm"/>
      <inkml:brushProperty name="height" value="0.05" units="cm"/>
      <inkml:brushProperty name="color" value="#CC0066"/>
    </inkml:brush>
  </inkml:definitions>
  <inkml:trace contextRef="#ctx0" brushRef="#br0">209 126 512 0 0,'-105'8'5723'0'0,"4"1"1299"0"0,99-9-5592 0 0,4 0-1045 0 0,50 3 766 0 0,-32-1-781 0 0,0 0 1 0 0,22-2-1 0 0,1071-25 6077 0 0,-815 26-5616 0 0,15 2-79 0 0,280-5 991 0 0,-294 0-408 0 0,-164 3-794 0 0,-76-9-805 0 0,-56-2-2006 0 0,0 3 510 0 0,1 1 0 0 0,1 0 0 0 0,-1 1 1 0 0,1-1-1 0 0,0 1 0 0 0,0-1 0 0 0,0 2 0 0 0,12-9 0 0 0,-6 6 346 0 0,1 2 0 0 0,-1-1 0 0 0,1 1 0 0 0,0 1 0 0 0,13-3 0 0 0,30-9-596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26.553"/>
    </inkml:context>
    <inkml:brush xml:id="br0">
      <inkml:brushProperty name="width" value="0.05" units="cm"/>
      <inkml:brushProperty name="height" value="0.05" units="cm"/>
      <inkml:brushProperty name="color" value="#CC0066"/>
    </inkml:brush>
  </inkml:definitions>
  <inkml:trace contextRef="#ctx0" brushRef="#br0">1 210 1628 0 0,'0'-18'8274'0'0,"4"4"-4211"0"0,-3 13-3967 0 0,0-1 0 0 0,0 1 1 0 0,0 0-1 0 0,0 0 0 0 0,0 0 0 0 0,0 0 0 0 0,0 0 1 0 0,0 0-1 0 0,0 0 0 0 0,1 0 0 0 0,-1 0 1 0 0,0 1-1 0 0,1-1 0 0 0,-1 1 0 0 0,1-1 0 0 0,-1 1 1 0 0,1-1-1 0 0,-1 1 0 0 0,1 0 0 0 0,1-1 0 0 0,205-27 3496 0 0,-107 22-1946 0 0,272-11 2969 0 0,128 10-1187 0 0,-216-2-2461 0 0,-179 8-765 0 0,-57 1-107 0 0,67-7 0 0 0,-52 5-104 0 0,-39 3-4 0 0,7-10-483 0 0,-23 5-704 0 0,8-14-5095 0 0,12-9-5568 0 0,-29 17 5416 0 0,0 9 5866 0 0,-13-14-1956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27.740"/>
    </inkml:context>
    <inkml:brush xml:id="br0">
      <inkml:brushProperty name="width" value="0.05" units="cm"/>
      <inkml:brushProperty name="height" value="0.05" units="cm"/>
      <inkml:brushProperty name="color" value="#CC0066"/>
    </inkml:brush>
  </inkml:definitions>
  <inkml:trace contextRef="#ctx0" brushRef="#br0">86 58 1404 0 0,'-45'-24'8359'0'0,"32"16"-5812"0"0,12 7-2368 0 0,0 1 0 0 0,0 0 0 0 0,0-1 0 0 0,0 1 0 0 0,1-1 0 0 0,-1 1 0 0 0,0-1 0 0 0,0 1 0 0 0,0-1 0 0 0,0 0 0 0 0,1 0 0 0 0,-1 1 0 0 0,0-1 0 0 0,0 0 0 0 0,1 0 0 0 0,-1 0 0 0 0,1 0 0 0 0,-1 0 0 0 0,1 0 0 0 0,-1 1 0 0 0,0-3 0 0 0,1 2-97 0 0,0 1 0 0 0,0-1 0 0 0,0 1-1 0 0,0 0 1 0 0,0-1 0 0 0,-1 1 0 0 0,1 0-1 0 0,0-1 1 0 0,0 1 0 0 0,-1-1 0 0 0,1 1 0 0 0,0 0-1 0 0,-1 0 1 0 0,1-1 0 0 0,0 1 0 0 0,-1 0-1 0 0,1-1 1 0 0,0 1 0 0 0,-1 0 0 0 0,1 0 0 0 0,-1 0-1 0 0,1 0 1 0 0,0-1 0 0 0,-1 1 0 0 0,1 0 0 0 0,-1 0-1 0 0,1 0 1 0 0,-1 0 0 0 0,0 1 551 0 0,11 3-448 0 0,-4-1 89 0 0,0-1-1 0 0,0 1 0 0 0,-1 1 0 0 0,1-1 0 0 0,-1 1 1 0 0,0 0-1 0 0,0 0 0 0 0,-1 1 0 0 0,1-1 0 0 0,-1 1 0 0 0,0 0 1 0 0,4 6-1 0 0,8 12 918 0 0,16 32 0 0 0,-12-10-218 0 0,-1 1-1 0 0,-3 1 1 0 0,-1 0 0 0 0,9 58-1 0 0,-11-50-534 0 0,-5-13-156 0 0,2 52 0 0 0,-6-57-212 0 0,0 0-1 0 0,14 53 1 0 0,-6-43-58 0 0,-11-36-38 0 0,1 0 1 0 0,1-1-1 0 0,0 1 1 0 0,0-1-1 0 0,1 1 1 0 0,0-1-1 0 0,1-1 1 0 0,0 1-1 0 0,13 17 1 0 0,-13-21-229 0 0,-1-1 0 0 0,2-1 1 0 0,-1 1-1 0 0,1-1 0 0 0,-1 1 1 0 0,13 5-1 0 0,-17-9 38 0 0,1 0 0 0 0,-1-1 0 0 0,1 1 0 0 0,-1 0 0 0 0,1-1 0 0 0,-1 1 0 0 0,1-1 0 0 0,-1 0 0 0 0,1 0 0 0 0,0 1 0 0 0,-1-1 0 0 0,1 0 0 0 0,-1 0 0 0 0,1-1 0 0 0,0 1 0 0 0,-1 0-1 0 0,1 0 1 0 0,-1-1 0 0 0,1 1 0 0 0,-1-1 0 0 0,1 1 0 0 0,-1-1 0 0 0,1 0 0 0 0,-1 0 0 0 0,1 0 0 0 0,-1 1 0 0 0,0-1 0 0 0,1 0 0 0 0,-1-1 0 0 0,0 1 0 0 0,0 0 0 0 0,0 0 0 0 0,0 0 0 0 0,0-1 0 0 0,0 1 0 0 0,1-2 0 0 0,2-28-5828 0 0,-3 29 5397 0 0,0-1-1 0 0,0 1 1 0 0,-1-1 0 0 0,0 0 0 0 0,1 1-1 0 0,-1-1 1 0 0,0 1 0 0 0,0-1-1 0 0,-1 0 1 0 0,1 1 0 0 0,0-1-1 0 0,-2-3 1 0 0,-1-24-2915 0 0,3 12 1501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28.098"/>
    </inkml:context>
    <inkml:brush xml:id="br0">
      <inkml:brushProperty name="width" value="0.05" units="cm"/>
      <inkml:brushProperty name="height" value="0.05" units="cm"/>
      <inkml:brushProperty name="color" value="#CC0066"/>
    </inkml:brush>
  </inkml:definitions>
  <inkml:trace contextRef="#ctx0" brushRef="#br0">90 210 820 0 0,'-24'1'1970'0'0,"17"0"-887"0"0,1 0 0 0 0,-1-1 0 0 0,1 0 0 0 0,-1 0 0 0 0,1 0-1 0 0,-1-1 1 0 0,-10-3 0 0 0,17 4-1013 0 0,-1 0 0 0 0,1 0 0 0 0,0 0 0 0 0,0 0 0 0 0,0 0 0 0 0,0 0 0 0 0,-1-1 0 0 0,1 1 0 0 0,0 0 0 0 0,0 0 0 0 0,0 0 0 0 0,0 0 0 0 0,0-1 0 0 0,0 1 0 0 0,0 0 0 0 0,0 0 0 0 0,-1 0 0 0 0,1 0 0 0 0,0-1 0 0 0,0 1 0 0 0,0 0 0 0 0,0 0 0 0 0,0 0 0 0 0,0-1 0 0 0,0 1 0 0 0,0 0 0 0 0,0 0 0 0 0,0 0 0 0 0,0-1 0 0 0,0 1 0 0 0,0 0 0 0 0,1 0 0 0 0,-1 0 0 0 0,0-1 0 0 0,0 1 0 0 0,0 0 0 0 0,0 0 0 0 0,0 0 0 0 0,0-1 0 0 0,0 1 0 0 0,1 0 0 0 0,-1 0 0 0 0,0 0 0 0 0,0 0 0 0 0,0 0 0 0 0,0 0-1 0 0,0-1 1 0 0,1 1 0 0 0,-1 0 0 0 0,0 0 0 0 0,0 0 0 0 0,0 0 0 0 0,1 0 0 0 0,-1 0 0 0 0,0 0 0 0 0,14-7 1294 0 0,105-26 2152 0 0,-64 18-1919 0 0,68-7 0 0 0,-53 10-860 0 0,-26 6-396 0 0,1 3 0 0 0,61 2 0 0 0,-63 1-841 0 0,16 8-4961 0 0,-56-33-6643 0 0,-3-33 6650 0 0,0 33 3931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28.460"/>
    </inkml:context>
    <inkml:brush xml:id="br0">
      <inkml:brushProperty name="width" value="0.05" units="cm"/>
      <inkml:brushProperty name="height" value="0.05" units="cm"/>
      <inkml:brushProperty name="color" value="#CC0066"/>
    </inkml:brush>
  </inkml:definitions>
  <inkml:trace contextRef="#ctx0" brushRef="#br0">30 50 1620 0 0,'-5'-6'1501'0'0,"1"0"0"0"0,0 0-1 0 0,-1-1 1 0 0,2 1 0 0 0,-5-13 1629 0 0,8 20-3007 0 0,0-1 1 0 0,0 1-1 0 0,0 0 0 0 0,0-1 1 0 0,0 1-1 0 0,0 0 1 0 0,0-1-1 0 0,0 1 0 0 0,1 0 1 0 0,-1-1-1 0 0,0 1 1 0 0,1 0-1 0 0,-1-1 0 0 0,0 1 1 0 0,1-1-1 0 0,-1 1 1 0 0,1-1-1 0 0,-1 1 0 0 0,1-1 1 0 0,-1 1-1 0 0,1-1 1 0 0,-1 1-1 0 0,2-1 0 0 0,2 6 446 0 0,13 52 2141 0 0,55 156 2989 0 0,-57-167-4964 0 0,-3 1 0 0 0,11 91 0 0 0,-20-123-738 0 0,1 0-1 0 0,10 28 1 0 0,5 14-603 0 0,-17-44 301 0 0,-1-9 37 0 0,0 0-1 0 0,0 0 1 0 0,0 0 0 0 0,1 0 0 0 0,-1 0 0 0 0,1 0 0 0 0,4 6-1 0 0,2 5-422 0 0,-6-11-502 0 0,0-1 0 0 0,1 1 1 0 0,-1-1-1 0 0,1 0 0 0 0,0 0 1 0 0,0 0-1 0 0,4 4 0 0 0,-6-7 907 0 0,0-1 0 0 0,0 1 1 0 0,0 0-1 0 0,0-1 0 0 0,1 1 0 0 0,-1-1 0 0 0,0 1 0 0 0,0-1 0 0 0,0 0 0 0 0,1 1 0 0 0,-1-1 1 0 0,0 0-1 0 0,1 0 0 0 0,-1 0 0 0 0,0 0 0 0 0,0 0 0 0 0,1 0 0 0 0,-1 0 0 0 0,0 0 1 0 0,0-1-1 0 0,1 1 0 0 0,-1-1 0 0 0,0 1 0 0 0,0 0 0 0 0,0-1 0 0 0,1 0 0 0 0,-1 1 0 0 0,0-1 1 0 0,0 0-1 0 0,0 0 0 0 0,0 1 0 0 0,0-1 0 0 0,0 0 0 0 0,0-1 0 0 0,14-14-1750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28.789"/>
    </inkml:context>
    <inkml:brush xml:id="br0">
      <inkml:brushProperty name="width" value="0.05" units="cm"/>
      <inkml:brushProperty name="height" value="0.05" units="cm"/>
      <inkml:brushProperty name="color" value="#CC0066"/>
    </inkml:brush>
  </inkml:definitions>
  <inkml:trace contextRef="#ctx0" brushRef="#br0">103 41 176 0 0,'-2'-2'384'0'0,"0"0"-1"0"0,0 1 1 0 0,0-1-1 0 0,0 1 1 0 0,-1 0 0 0 0,1-1-1 0 0,0 1 1 0 0,-1 0-1 0 0,1 0 1 0 0,0 1-1 0 0,-1-1 1 0 0,1 0 0 0 0,-1 1-1 0 0,0 0 1 0 0,1-1-1 0 0,-1 1 1 0 0,-4 0 0 0 0,5 0-154 0 0,0 1 0 0 0,0-1-1 0 0,1 0 1 0 0,-1 0 0 0 0,0 1 0 0 0,0-1 0 0 0,0 1 0 0 0,1-1 0 0 0,-1 1 0 0 0,0 0 0 0 0,1 0 0 0 0,-1 0 0 0 0,0 0 0 0 0,1 0 0 0 0,-1 0 0 0 0,1 0 0 0 0,0 1 0 0 0,-1-1 0 0 0,1 0 0 0 0,0 1-1 0 0,0-1 1 0 0,0 1 0 0 0,0-1 0 0 0,0 1 0 0 0,-1 2 0 0 0,1-1 102 0 0,-2 3 5 0 0,1 0 1 0 0,0 1 0 0 0,0-1 0 0 0,0 1 0 0 0,1 0 0 0 0,0 0-1 0 0,0-1 1 0 0,1 1 0 0 0,0 13 0 0 0,2-11-290 0 0,1 1 0 0 0,0-1 0 0 0,0 0-1 0 0,1 0 1 0 0,0-1 0 0 0,0 1 0 0 0,1-1 0 0 0,0 0 0 0 0,1 0 0 0 0,0-1 0 0 0,0 1-1 0 0,1-1 1 0 0,-1 0 0 0 0,2-1 0 0 0,-1 0 0 0 0,1 0 0 0 0,-1-1 0 0 0,2 1 0 0 0,-1-2-1 0 0,1 1 1 0 0,-1-1 0 0 0,1-1 0 0 0,0 1 0 0 0,0-2 0 0 0,1 1 0 0 0,-1-1 0 0 0,0-1-1 0 0,1 1 1 0 0,0-2 0 0 0,10 1 0 0 0,-3-1-68 0 0,-5 0-29 0 0,0 0-1 0 0,0-1 1 0 0,12-1 0 0 0,-19 1 22 0 0,-1 0 1 0 0,0-1 0 0 0,0 1 0 0 0,-1 0 0 0 0,1-1 0 0 0,0 0 0 0 0,0 0-1 0 0,-1 0 1 0 0,1 0 0 0 0,-1-1 0 0 0,0 0 0 0 0,0 1 0 0 0,4-5 0 0 0,-1 1-20 0 0,-1-1 0 0 0,0-1 1 0 0,0 1-1 0 0,0-1 1 0 0,6-14-1 0 0,-10 18 40 0 0,1 0-1 0 0,-1 0 1 0 0,0-1 0 0 0,0 1 0 0 0,0 0-1 0 0,0-1 1 0 0,-1 1 0 0 0,0-1-1 0 0,0 1 1 0 0,0-1 0 0 0,0 1-1 0 0,-1-1 1 0 0,-1-5 0 0 0,-1 0 1 0 0,0-1 0 0 0,1 1 1 0 0,0 0-1 0 0,1-1 0 0 0,0-13 1 0 0,-7-12 18 0 0,6 31 58 0 0,1 0 0 0 0,0 0 0 0 0,0 0-1 0 0,0 1 1 0 0,0-10 0 0 0,8 35 331 0 0,3 2-7 0 0,32 94 1318 0 0,-14-38-518 0 0,-17-52-606 0 0,-2 0 1 0 0,0 1 0 0 0,6 42-1 0 0,-9-29 90 0 0,-1-9-22 0 0,-1 1-1 0 0,-2 0 1 0 0,-1 0-1 0 0,-4 38 1 0 0,1-55-400 0 0,1 2 24 0 0,-1 0 1 0 0,-1-1 0 0 0,-1 1 0 0 0,0 0-1 0 0,-2-1 1 0 0,0 0 0 0 0,-8 17-1 0 0,7-22-155 0 0,-15 26 311 0 0,-35 44 1 0 0,49-72-618 0 0,0-1 0 0 0,0 0 0 0 0,-1 0 0 0 0,0-1-1 0 0,-1 0 1 0 0,1-1 0 0 0,-2 0 0 0 0,1 0 0 0 0,-16 6 0 0 0,22-11-144 0 0,0-1-1 0 0,0 1 0 0 0,-1-1 1 0 0,1 0-1 0 0,0-1 1 0 0,-1 1-1 0 0,1-1 1 0 0,-1 1-1 0 0,1-1 1 0 0,0-1-1 0 0,-9 0 1 0 0,11 0 80 0 0,-1 1 0 0 0,1-1 0 0 0,0 0 0 0 0,0 0 0 0 0,0 0 1 0 0,0 0-1 0 0,0 0 0 0 0,0 0 0 0 0,0 0 0 0 0,0-1 0 0 0,1 1 0 0 0,-1-1 0 0 0,0 1 1 0 0,1-1-1 0 0,-1 0 0 0 0,1 0 0 0 0,0 1 0 0 0,-1-1 0 0 0,1 0 0 0 0,0 0 0 0 0,0 0 1 0 0,0 0-1 0 0,1-1 0 0 0,-1 1 0 0 0,0-3 0 0 0,-1-8-1260 0 0,1 0 1 0 0,0 0-1 0 0,2-19 1 0 0,-1 6-251 0 0,1 8 659 0 0,1 0-1 0 0,0 1 1 0 0,1 0-1 0 0,1-1 1 0 0,8-22-1 0 0,9-35-1570 0 0,-6 1 737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29.134"/>
    </inkml:context>
    <inkml:brush xml:id="br0">
      <inkml:brushProperty name="width" value="0.05" units="cm"/>
      <inkml:brushProperty name="height" value="0.05" units="cm"/>
      <inkml:brushProperty name="color" value="#CC0066"/>
    </inkml:brush>
  </inkml:definitions>
  <inkml:trace contextRef="#ctx0" brushRef="#br0">1 8 832 0 0,'1'-1'429'0'0,"0"0"1"0"0,1 0-1 0 0,-1 0 0 0 0,1 1 1 0 0,-1-1-1 0 0,1 1 0 0 0,-1-1 1 0 0,1 1-1 0 0,-1-1 0 0 0,1 1 1 0 0,-1 0-1 0 0,1 0 0 0 0,0 0 1 0 0,-1 0-1 0 0,1 0 0 0 0,2 0 1 0 0,-3 1-221 0 0,0-1 1 0 0,0 1 0 0 0,0-1 0 0 0,0 1-1 0 0,0 0 1 0 0,-1-1 0 0 0,1 1 0 0 0,0 0 0 0 0,0-1-1 0 0,-1 1 1 0 0,1 0 0 0 0,0 0 0 0 0,-1 0-1 0 0,1 0 1 0 0,-1-1 0 0 0,1 1 0 0 0,-1 0-1 0 0,1 0 1 0 0,-1 2 0 0 0,2 6 323 0 0,0 0 0 0 0,-1 1 0 0 0,-1-1 0 0 0,0 0 0 0 0,0 10 0 0 0,0 16 375 0 0,8 25 129 0 0,-3-10-230 0 0,3 0-1 0 0,16 55 0 0 0,11 4 131 0 0,61 125-1 0 0,-24-73-1378 0 0,-67-150 64 0 0,-1 0 1 0 0,0 1-1 0 0,-1-1 1 0 0,3 17-1 0 0,2 5-1464 0 0,-8-32 1579 0 0,1 0 0 0 0,0 1 0 0 0,-1-1-1 0 0,0 0 1 0 0,1 1 0 0 0,-1-1 0 0 0,0 1 0 0 0,1-1 0 0 0,-1 1 0 0 0,0-1-1 0 0,0 1 1 0 0,0-1 0 0 0,0 1 0 0 0,-1-1 0 0 0,1 0 0 0 0,0 1 0 0 0,-1-1-1 0 0,1 1 1 0 0,-1-1 0 0 0,1 0 0 0 0,-1 1 0 0 0,1-1 0 0 0,-1 0 0 0 0,0 1-1 0 0,0-1 1 0 0,0 0 0 0 0,0 0 0 0 0,0 0 0 0 0,0 0 0 0 0,-2 2 0 0 0,-9-15-6713 0 0,6 7 6311 0 0,-8-19-998 0 0</inkml:trace>
  <inkml:trace contextRef="#ctx0" brushRef="#br0" timeOffset="1.1">239 493 712 0 0,'-13'-58'3129'0'0,"9"34"-1580"0"0,2 15-862 0 0,1 1-1 0 0,0-1 0 0 0,0 0 0 0 0,1 0 0 0 0,0 1 0 0 0,1-1 0 0 0,-1 0 0 0 0,2 0 0 0 0,-1 1 0 0 0,6-14 0 0 0,-5 16-380 0 0,1-1 0 0 0,0 1 0 0 0,0 0-1 0 0,1 0 1 0 0,0 1 0 0 0,0-1 0 0 0,1 1 0 0 0,-1 0-1 0 0,1 0 1 0 0,0 0 0 0 0,0 1 0 0 0,1-1 0 0 0,-1 1-1 0 0,10-5 1 0 0,-5 4 110 0 0,1-1 0 0 0,0 2 0 0 0,0-1-1 0 0,0 2 1 0 0,1-1 0 0 0,-1 1-1 0 0,1 1 1 0 0,0 0 0 0 0,14 0 0 0 0,-19 2-181 0 0,1 0 1 0 0,-1 1 0 0 0,0 0 0 0 0,0 0-1 0 0,1 0 1 0 0,-1 1 0 0 0,0 0-1 0 0,0 0 1 0 0,0 1 0 0 0,0 0-1 0 0,-1 0 1 0 0,1 1 0 0 0,-1 0 0 0 0,0 0-1 0 0,11 10 1 0 0,-15-12-184 0 0,0 0 1 0 0,-1 0-1 0 0,1 1 1 0 0,-1-1-1 0 0,1 1 1 0 0,-1-1-1 0 0,0 1 1 0 0,0-1-1 0 0,0 1 1 0 0,0 0-1 0 0,-1-1 1 0 0,1 1-1 0 0,-1 0 1 0 0,0 0-1 0 0,1 0 1 0 0,-1-1-1 0 0,0 1 1 0 0,-1 0-1 0 0,1 0 1 0 0,0 0-1 0 0,-1-1 1 0 0,0 1-1 0 0,1 0 1 0 0,-1 0-1 0 0,0-1 1 0 0,-1 1-1 0 0,-1 4 1 0 0,-3 4 66 0 0,-1 1 0 0 0,0-1 0 0 0,0 0 0 0 0,-15 15 0 0 0,-36 36-56 0 0,24-27-2725 0 0,-38 51-1 0 0,69-82 1579 0 0,-1 0-1 0 0,0-1 1 0 0,1 1 0 0 0,-1-1-1 0 0,-1 1 1 0 0,1-1 0 0 0,0-1-1 0 0,-6 4 1 0 0,9-6 818 0 0,16-7-9037 0 0,12-1 7247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29.494"/>
    </inkml:context>
    <inkml:brush xml:id="br0">
      <inkml:brushProperty name="width" value="0.05" units="cm"/>
      <inkml:brushProperty name="height" value="0.05" units="cm"/>
      <inkml:brushProperty name="color" value="#CC0066"/>
    </inkml:brush>
  </inkml:definitions>
  <inkml:trace contextRef="#ctx0" brushRef="#br0">92 177 200 0 0,'11'-10'2352'0'0,"-12"5"2011"0"0,0 5-4097 0 0,-1 0-1 0 0,1-1 1 0 0,0 1 0 0 0,0 0 0 0 0,0 1 0 0 0,-1-1 0 0 0,1 0 0 0 0,0 0 0 0 0,0 0 0 0 0,0 1 0 0 0,0-1 0 0 0,0 1 0 0 0,0-1 0 0 0,-1 1 0 0 0,1-1 0 0 0,0 1 0 0 0,0-1 0 0 0,1 1 0 0 0,-1 0 0 0 0,-1 1 0 0 0,-6 5 265 0 0,2 1 0 0 0,-1-1 0 0 0,1 2 1 0 0,0-1-1 0 0,1 0 0 0 0,0 1 0 0 0,0 0 1 0 0,1 1-1 0 0,0-1 0 0 0,0 1 0 0 0,-3 15 0 0 0,4-11-259 0 0,0-1 0 0 0,1 1 0 0 0,1-1 0 0 0,0 1 1 0 0,1 0-1 0 0,0-1 0 0 0,1 1 0 0 0,3 16 0 0 0,-3-24-218 0 0,1-1 0 0 0,0 1 0 0 0,1 0 0 0 0,-1-1 1 0 0,1 0-1 0 0,0 1 0 0 0,1-1 0 0 0,-1 0 1 0 0,1-1-1 0 0,0 1 0 0 0,0-1 0 0 0,0 1 0 0 0,1-1 1 0 0,-1-1-1 0 0,1 1 0 0 0,0-1 0 0 0,0 1 1 0 0,1-1-1 0 0,-1-1 0 0 0,1 1 0 0 0,-1-1 0 0 0,1 0 1 0 0,0 0-1 0 0,0-1 0 0 0,0 0 0 0 0,0 0 0 0 0,0 0 1 0 0,6 0-1 0 0,-6-1-67 0 0,0 1 0 0 0,0-1 1 0 0,0-1-1 0 0,0 1 0 0 0,0-1 1 0 0,0 0-1 0 0,0 0 0 0 0,0-1 0 0 0,0 1 1 0 0,-1-1-1 0 0,1-1 0 0 0,-1 1 1 0 0,1-1-1 0 0,-1 0 0 0 0,0 0 0 0 0,0-1 1 0 0,0 1-1 0 0,0-1 0 0 0,-1 0 0 0 0,0 0 1 0 0,1-1-1 0 0,-2 1 0 0 0,1-1 1 0 0,0 0-1 0 0,-1 0 0 0 0,0 0 0 0 0,4-11 1 0 0,-6 13-162 0 0,0 0-1 0 0,0 0 1 0 0,-1 0 0 0 0,0-1 0 0 0,0 1-1 0 0,1 0 1 0 0,-2 0 0 0 0,1 0 0 0 0,0-1 0 0 0,-1 1-1 0 0,1 0 1 0 0,-1 0 0 0 0,0 0 0 0 0,0 0-1 0 0,0 0 1 0 0,-1 0 0 0 0,1 0 0 0 0,-1 1 0 0 0,-3-6-1 0 0,-7-19-2180 0 0,11 23 1797 0 0,0 1 0 0 0,0-1 0 0 0,-1 1 0 0 0,1 0 0 0 0,-1-1 0 0 0,0 1 0 0 0,0 0 0 0 0,0 0 0 0 0,0 0 0 0 0,0 0 0 0 0,0 1 0 0 0,-1-1 0 0 0,1 1 0 0 0,-6-4 0 0 0,3 2-506 0 0,4 3 882 0 0,1 1 1 0 0,-1 0 0 0 0,0-1 0 0 0,1 1-1 0 0,-1-1 1 0 0,1 1 0 0 0,-1-1 0 0 0,1 1 0 0 0,-1-1-1 0 0,1 1 1 0 0,-1-1 0 0 0,1 1 0 0 0,0-1-1 0 0,-1 1 1 0 0,1-1 0 0 0,0 0 0 0 0,-1 1 0 0 0,1-1-1 0 0,0 0 1 0 0,0 1 0 0 0,-1-2 0 0 0</inkml:trace>
  <inkml:trace contextRef="#ctx0" brushRef="#br0" timeOffset="1">345 260 1328 0 0,'74'-2'13141'0'0,"-29"-2"-9828"0"0,77-6-274 0 0,37-20-1315 0 0,-50 0-3447 0 0,-100 26 866 0 0,0 0 0 0 0,0 0-1 0 0,-1-1 1 0 0,1 0 0 0 0,-1-1 0 0 0,14-11 0 0 0,-18 13 225 0 0,0 1-1 0 0,-1 0 1 0 0,0-1 0 0 0,1 0-1 0 0,-1 0 1 0 0,-1 0 0 0 0,1 0 0 0 0,0 0-1 0 0,-1 0 1 0 0,0-1 0 0 0,0 1-1 0 0,0-1 1 0 0,-1 0 0 0 0,0 1 0 0 0,0-1-1 0 0,1-8 1 0 0,-2-14-1662 0 0,0-5 543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29.990"/>
    </inkml:context>
    <inkml:brush xml:id="br0">
      <inkml:brushProperty name="width" value="0.05" units="cm"/>
      <inkml:brushProperty name="height" value="0.05" units="cm"/>
      <inkml:brushProperty name="color" value="#CC0066"/>
    </inkml:brush>
  </inkml:definitions>
  <inkml:trace contextRef="#ctx0" brushRef="#br0">120 33 1604 0 0,'-11'-6'1665'0'0,"0"0"1"0"0,-1 1-1 0 0,0 0 0 0 0,-12-4 0 0 0,21 9-1266 0 0,1-1-1 0 0,0 1 0 0 0,0 0 1 0 0,0-1-1 0 0,0 1 0 0 0,0 0 0 0 0,-1 0 1 0 0,1 0-1 0 0,0 1 0 0 0,0-1 1 0 0,0 0-1 0 0,0 1 0 0 0,0 0 0 0 0,-2 0 1 0 0,2 0-258 0 0,1 0 0 0 0,0 0 0 0 0,0 0 0 0 0,0 0 0 0 0,0 0 1 0 0,0 0-1 0 0,0 0 0 0 0,0 0 0 0 0,1 0 0 0 0,-1 1 0 0 0,0-1 1 0 0,1 0-1 0 0,-1 1 0 0 0,1-1 0 0 0,-1 0 0 0 0,1 1 0 0 0,0-1 1 0 0,-1 0-1 0 0,1 1 0 0 0,0-1 0 0 0,0 1 0 0 0,0-1 0 0 0,0 3 0 0 0,0 16 597 0 0,1-1 0 0 0,1 0-1 0 0,0 0 1 0 0,8 28 0 0 0,-2-9 506 0 0,5 49 0 0 0,-9-53-597 0 0,2 0 0 0 0,10 38 1 0 0,56 179 888 0 0,-15-51-1864 0 0,-56-195 95 0 0,0 0 1 0 0,0 0-1 0 0,0 0 0 0 0,-1 1 0 0 0,0-1 0 0 0,-1 9 0 0 0,1 2-1282 0 0,1-43-3376 0 0,10-70 3025 0 0,-5 59 1438 0 0,20-66 0 0 0,-19 73 467 0 0,9-27 237 0 0,-16 56-214 0 0,1 0 0 0 0,0 1-1 0 0,-1-1 1 0 0,1 1 0 0 0,0-1 0 0 0,0 1 0 0 0,0-1 0 0 0,0 1-1 0 0,0-1 1 0 0,0 1 0 0 0,0 0 0 0 0,0 0 0 0 0,1-1-1 0 0,-1 1 1 0 0,0 0 0 0 0,1 0 0 0 0,-1 0 0 0 0,1 1-1 0 0,-1-1 1 0 0,1 0 0 0 0,0 1 0 0 0,-1-1 0 0 0,1 1 0 0 0,0-1-1 0 0,2 0 1 0 0,-2 2 68 0 0,0-1 0 0 0,0 1 0 0 0,-1 0 0 0 0,1 0 0 0 0,0 0 1 0 0,-1 0-1 0 0,1 0 0 0 0,-1 0 0 0 0,1 0 0 0 0,-1 0 0 0 0,0 0 0 0 0,1 1 0 0 0,-1-1 0 0 0,0 1 0 0 0,0-1 0 0 0,0 1 0 0 0,0-1 0 0 0,0 1 0 0 0,0 0 0 0 0,0-1 1 0 0,0 3-1 0 0,2 1 252 0 0,0 2 25 0 0,0 0-1 0 0,0 1 0 0 0,0-1 0 0 0,-1 1 0 0 0,3 13 0 0 0,5 20 775 0 0,-5-27-702 0 0,-1 1-1 0 0,0 0 1 0 0,1 17-1 0 0,-4-21-248 0 0,1 0 0 0 0,0-1 0 0 0,1 1 0 0 0,0 0-1 0 0,0-1 1 0 0,10 19 0 0 0,-12-27-203 0 0,1 0 9 0 0,0 1 1 0 0,-1 0 0 0 0,1-1 0 0 0,-1 1-1 0 0,0 0 1 0 0,0 0 0 0 0,0 0 0 0 0,0 0-1 0 0,0 0 1 0 0,-1 0 0 0 0,1 6-1 0 0,-1-8-27 0 0,0 0-1 0 0,0 0 0 0 0,0 0 1 0 0,0 0-1 0 0,1 0 0 0 0,-1 0 1 0 0,0 0-1 0 0,1 0 0 0 0,-1 0 1 0 0,1 0-1 0 0,-1 0 0 0 0,1 0 1 0 0,-1 0-1 0 0,1 0 0 0 0,0 0 1 0 0,1 1-1 0 0,-2-2-3 0 0,1 1 0 0 0,0 0 0 0 0,-1 0 0 0 0,1-1 0 0 0,-1 1 0 0 0,1 0 0 0 0,-1 0 0 0 0,1 0-1 0 0,-1-1 1 0 0,0 1 0 0 0,1 0 0 0 0,-1 0 0 0 0,0 0 0 0 0,0 0 0 0 0,1 0 0 0 0,-1 1 0 0 0,0-2-5 0 0,-1 0 0 0 0,1 1 0 0 0,0-1 0 0 0,0 0 0 0 0,0 0 0 0 0,0 0 0 0 0,0 1 0 0 0,0-1 1 0 0,0 0-1 0 0,0 0 0 0 0,0 1 0 0 0,0-1 0 0 0,0 0 0 0 0,0 0 0 0 0,0 1 0 0 0,0-1 0 0 0,0 0 0 0 0,0 0 0 0 0,0 1 0 0 0,0-1 0 0 0,0 0 1 0 0,0 0-1 0 0,0 1 0 0 0,0-1 0 0 0,0 0 0 0 0,0 0 0 0 0,1 0 0 0 0,-1 1 0 0 0,0-1 0 0 0,0 0 0 0 0,0 0 0 0 0,0 0 0 0 0,1 0 0 0 0,-1 1 1 0 0,0-1-1 0 0,0 0 0 0 0,0 0 0 0 0,1 0 0 0 0,-1 0 0 0 0,0 0 0 0 0,0 0 0 0 0,0 1 0 0 0,1-1 0 0 0,-1 0 0 0 0,0 0 0 0 0,0 0 0 0 0,1 0 1 0 0,-1 0-1 0 0,0 0 0 0 0,0 0 0 0 0,1 0 0 0 0,-1 0 0 0 0,0 0 0 0 0,0 0 0 0 0,1 0 0 0 0,-1 0 0 0 0,0 0 0 0 0,0-1 0 0 0,0 1 1 0 0,1 0-1 0 0,-1 0 0 0 0,0 0 0 0 0,0 0 0 0 0,0 0 0 0 0,1 0 0 0 0,-1-1 0 0 0,0 1 0 0 0,16-16-155 0 0,-11 10 52 0 0,33-37-707 0 0,-34 37 679 0 0,1 0 0 0 0,0 0 0 0 0,0 0 0 0 0,1 1 0 0 0,-1-1 0 0 0,1 1 0 0 0,10-6 0 0 0,42-25-439 0 0,-39 23 520 0 0,0 1 1 0 0,1 1-1 0 0,0 0 1 0 0,25-8 0 0 0,-10 5 84 0 0,58-32 0 0 0,-15 6 43 0 0,-77 39-76 0 0,58-29 55 0 0,-54 27-33 0 0,0 0 0 0 0,0-1 1 0 0,0 1-1 0 0,-1-1 0 0 0,1 0 1 0 0,-1 0-1 0 0,0-1 0 0 0,5-7 1 0 0,-8 12-12 0 0,-1-1 0 0 0,1 1 0 0 0,-1-1 0 0 0,0 1 1 0 0,1-1-1 0 0,-1 0 0 0 0,0 1 0 0 0,1-1 0 0 0,-1 0 0 0 0,0 1 1 0 0,0-1-1 0 0,0 0 0 0 0,0 1 0 0 0,1-1 0 0 0,-1 0 1 0 0,0 0-1 0 0,0 1 0 0 0,0-1 0 0 0,-1 0 0 0 0,1 1 1 0 0,0-1-1 0 0,0 0 0 0 0,0 1 0 0 0,0-1 0 0 0,-1 0 0 0 0,1 1 1 0 0,0-1-1 0 0,-1 0 0 0 0,1 1 0 0 0,0-1 0 0 0,-1 1 1 0 0,1-1-1 0 0,-1 0 0 0 0,1 1 0 0 0,-1-1 0 0 0,1 1 1 0 0,-1 0-1 0 0,1-1 0 0 0,-1 1 0 0 0,1-1 0 0 0,-1 1 0 0 0,0 0 1 0 0,1-1-1 0 0,-1 1 0 0 0,0 0 0 0 0,1 0 0 0 0,-1 0 1 0 0,0-1-1 0 0,1 1 0 0 0,-1 0 0 0 0,0 0 0 0 0,0 0 1 0 0,1 0-1 0 0,-1 0 0 0 0,0 0 0 0 0,1 0 0 0 0,-1 1 0 0 0,0-1 1 0 0,1 0-1 0 0,-1 0 0 0 0,0 0 0 0 0,-1 1 0 0 0,-13 5 135 0 0,0 0-1 0 0,1 1 0 0 0,-1 0 1 0 0,1 1-1 0 0,1 1 0 0 0,-1 0 1 0 0,-14 15-1 0 0,18-15-58 0 0,1 1 0 0 0,0 0 0 0 0,1 0 0 0 0,0 1 0 0 0,-9 16 0 0 0,3-5 0 0 0,10-16-73 0 0,0 0 0 0 0,0 0 0 0 0,1 0 0 0 0,0 1 0 0 0,0 0 0 0 0,1 0-1 0 0,0-1 1 0 0,0 1 0 0 0,0 1 0 0 0,1-1 0 0 0,0 0 0 0 0,0 13 0 0 0,1-18-74 0 0,0-1 0 0 0,0 1-1 0 0,0 0 1 0 0,1 0 0 0 0,-1-1-1 0 0,1 1 1 0 0,-1-1 0 0 0,1 1 0 0 0,-1 0-1 0 0,1-1 1 0 0,0 1 0 0 0,0-1-1 0 0,0 1 1 0 0,0-1 0 0 0,0 0 0 0 0,0 1-1 0 0,0-1 1 0 0,0 0 0 0 0,0 0-1 0 0,1 0 1 0 0,-1 0 0 0 0,0 0 0 0 0,1 0-1 0 0,-1 0 1 0 0,1 0 0 0 0,-1 0-1 0 0,1-1 1 0 0,0 1 0 0 0,-1-1 0 0 0,1 1-1 0 0,0-1 1 0 0,-1 0 0 0 0,1 1-1 0 0,0-1 1 0 0,2 0 0 0 0,9 0-1368 0 0,0 0 1 0 0,-1 0-1 0 0,25-5 1 0 0,-17 2-908 0 0,47-12-3395 0 0,0-2 267 0 0,-22 9 2756 0 0,-1-2 0 0 0,43-15 0 0 0,-27 1 1076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0.457"/>
    </inkml:context>
    <inkml:brush xml:id="br0">
      <inkml:brushProperty name="width" value="0.05" units="cm"/>
      <inkml:brushProperty name="height" value="0.05" units="cm"/>
      <inkml:brushProperty name="color" value="#CC0066"/>
    </inkml:brush>
  </inkml:definitions>
  <inkml:trace contextRef="#ctx0" brushRef="#br0">400 42 1304 0 0,'0'-2'222'0'0,"0"0"0"0"0,-1 1 0 0 0,1-1 0 0 0,0 0 0 0 0,-1 1 0 0 0,0-1 0 0 0,1 1 0 0 0,-1-1 0 0 0,0 1 0 0 0,0-1 0 0 0,0 1 0 0 0,0-1 0 0 0,0 1 0 0 0,0 0 0 0 0,0-1 0 0 0,-1 1 0 0 0,1 0 0 0 0,0 0 0 0 0,-1 0 0 0 0,1 0 0 0 0,-1 0 0 0 0,1 0 0 0 0,-1 1 0 0 0,0-1 0 0 0,1 0 0 0 0,-1 1 0 0 0,1-1 0 0 0,-4 0 0 0 0,-1 0 458 0 0,0-1 1 0 0,0 1 0 0 0,0 1-1 0 0,0-1 1 0 0,0 1 0 0 0,-10 0-1 0 0,-6 5 139 0 0,0 1 0 0 0,1 0-1 0 0,0 2 1 0 0,0 0-1 0 0,1 1 1 0 0,0 1 0 0 0,0 1-1 0 0,-22 17 1 0 0,32-21-434 0 0,1 0-1 0 0,0 1 1 0 0,0 0 0 0 0,1 1 0 0 0,0-1 0 0 0,0 2-1 0 0,1-1 1 0 0,0 1 0 0 0,1 0 0 0 0,0 0 0 0 0,0 1-1 0 0,-5 16 1 0 0,11-24-360 0 0,-1-1 0 0 0,1 1 0 0 0,0 0 0 0 0,0-1 0 0 0,0 1 0 0 0,1-1 0 0 0,-1 1 0 0 0,1 0 0 0 0,-1-1 0 0 0,1 1 0 0 0,0-1 0 0 0,0 1 0 0 0,0-1 0 0 0,0 0 0 0 0,0 1 0 0 0,1-1 0 0 0,-1 0 0 0 0,1 0 0 0 0,0 0 0 0 0,-1 0 0 0 0,1 0-1 0 0,0 0 1 0 0,0 0 0 0 0,4 2 0 0 0,7 6 114 0 0,0-1 0 0 0,26 15-1 0 0,-29-19-125 0 0,46 21-23 0 0,-44-21 5 0 0,0 0 1 0 0,0 1 0 0 0,-1 0-1 0 0,1 0 1 0 0,-1 2-1 0 0,-1-1 1 0 0,17 16 0 0 0,16 27 39 0 0,-43-50-30 0 0,0 1-1 0 0,1-1 1 0 0,-1 1 0 0 0,0-1-1 0 0,1 0 1 0 0,-1 1 0 0 0,0-1-1 0 0,0 1 1 0 0,1-1 0 0 0,-1 1-1 0 0,0-1 1 0 0,0 0 0 0 0,0 1-1 0 0,0-1 1 0 0,0 1 0 0 0,1-1-1 0 0,-1 1 1 0 0,0-1 0 0 0,0 1-1 0 0,0-1 1 0 0,0 1 0 0 0,0-1-1 0 0,-1 1 1 0 0,1-1 0 0 0,0 1 0 0 0,0-1-1 0 0,0 1 1 0 0,0-1 0 0 0,0 1-1 0 0,-1-1 1 0 0,1 1 0 0 0,0-1-1 0 0,0 0 1 0 0,-1 1 0 0 0,1-1-1 0 0,0 1 1 0 0,-1-1 0 0 0,1 0-1 0 0,0 1 1 0 0,-1-1 0 0 0,1 0-1 0 0,-1 1 1 0 0,1-1 0 0 0,-1 0-1 0 0,1 0 1 0 0,0 0 0 0 0,-2 1-1 0 0,-27 10 199 0 0,18-8-106 0 0,1 0-224 0 0,-1-1 0 0 0,1 0-1 0 0,-1 0 1 0 0,0-1 0 0 0,1 0 0 0 0,-1-1 0 0 0,0 0-1 0 0,0 0 1 0 0,1-2 0 0 0,-1 1 0 0 0,0-1 0 0 0,1-1-1 0 0,0 0 1 0 0,-1 0 0 0 0,1-1 0 0 0,1 0-1 0 0,-1-1 1 0 0,0 0 0 0 0,-8-6 0 0 0,-2-15-1505 0 0,19 26 1566 0 0,0-1-1 0 0,0 0 0 0 0,0 0 0 0 0,1 0 0 0 0,-1 0 0 0 0,0 0 1 0 0,0 0-1 0 0,1 0 0 0 0,-1 0 0 0 0,0-1 0 0 0,1 1 0 0 0,-1 0 1 0 0,1 0-1 0 0,0-1 0 0 0,-1 1 0 0 0,1 0 0 0 0,0 0 0 0 0,0-1 0 0 0,0 1 1 0 0,0 0-1 0 0,0-1 0 0 0,0 1 0 0 0,0 0 0 0 0,0 0 0 0 0,0-1 1 0 0,1 1-1 0 0,-1 0 0 0 0,0 0 0 0 0,1-1 0 0 0,-1 1 0 0 0,1 0 1 0 0,0 0-1 0 0,-1 0 0 0 0,1 0 0 0 0,0 0 0 0 0,0 0 0 0 0,0 0 1 0 0,-1 0-1 0 0,1 0 0 0 0,2-1 0 0 0,5-6-399 0 0,1 0 1 0 0,1 0-1 0 0,17-10 0 0 0,-10 6 130 0 0,-6 4 221 0 0,1 1 0 0 0,-1 1 0 0 0,1 0 0 0 0,24-9 0 0 0,6-2 5 0 0,-21 8 312 0 0,-1 1 1 0 0,1 1-1 0 0,1 1 0 0 0,-1 0 1 0 0,1 2-1 0 0,0 1 1 0 0,0 0-1 0 0,0 2 1 0 0,0 0-1 0 0,1 2 0 0 0,32 4 1 0 0,-32 0 417 0 0,0 1 0 0 0,0 0 0 0 0,0 2 0 0 0,-1 1 1 0 0,30 16-1 0 0,-31-13-767 0 0,-2 2 1 0 0,30 25 0 0 0,-49-39 138 0 0,17 13-1554 0 0,6 6-1861 0 0,-19-11-1644 0 0,12-30-7007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0.834"/>
    </inkml:context>
    <inkml:brush xml:id="br0">
      <inkml:brushProperty name="width" value="0.05" units="cm"/>
      <inkml:brushProperty name="height" value="0.05" units="cm"/>
      <inkml:brushProperty name="color" value="#CC0066"/>
    </inkml:brush>
  </inkml:definitions>
  <inkml:trace contextRef="#ctx0" brushRef="#br0">179 93 1980 0 0,'-29'-17'2452'0'0,"-1"0"213"0"0,0 0 135 0 0,15 1-292 0 0,-14 7-936 0 0,14 9-768 0 0,0-8-600 0 0,0 8-524 0 0,45 0-5912 0 0,-15 0 3840 0 0,14 0 179 0 0,16 0 289 0 0,0-8 360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1.190"/>
    </inkml:context>
    <inkml:brush xml:id="br0">
      <inkml:brushProperty name="width" value="0.05" units="cm"/>
      <inkml:brushProperty name="height" value="0.05" units="cm"/>
      <inkml:brushProperty name="color" value="#CC0066"/>
    </inkml:brush>
  </inkml:definitions>
  <inkml:trace contextRef="#ctx0" brushRef="#br0">233 1 196 0 0,'0'2'296'0'0,"-1"0"0"0"0,1 1 0 0 0,-1-1 0 0 0,0 0 0 0 0,1 0 0 0 0,-1 0 0 0 0,0 0 0 0 0,-1 0 0 0 0,1 0 0 0 0,0 0 0 0 0,0-1 1 0 0,-1 1-1 0 0,1 0 0 0 0,-1-1 0 0 0,0 1 0 0 0,1-1 0 0 0,-1 1 0 0 0,0-1 0 0 0,0 0 0 0 0,0 0 0 0 0,0 0 0 0 0,0 0 0 0 0,0 0 0 0 0,-3 1 0 0 0,-15 9 1231 0 0,13-6-1000 0 0,0 1 0 0 0,0 0 0 0 0,0 0 0 0 0,1 1 0 0 0,-1-1-1 0 0,2 1 1 0 0,-11 16 0 0 0,-3 9 333 0 0,15-27-741 0 0,0 1-1 0 0,0 1 0 0 0,1-1 1 0 0,0 0-1 0 0,0 1 0 0 0,1 0 1 0 0,-3 7-1 0 0,2 2 8 0 0,0-9-68 0 0,1 1 0 0 0,1 0 1 0 0,0-1-1 0 0,0 1 0 0 0,0 0 0 0 0,1 0 1 0 0,0 0-1 0 0,2 15 0 0 0,2-7 116 0 0,-1 0 1 0 0,2-1-1 0 0,0 1 1 0 0,1-1-1 0 0,13 24 0 0 0,-11-25 395 0 0,1 1-1 0 0,0-2 1 0 0,1 1-1 0 0,1-1 1 0 0,17 17-1 0 0,-27-29-412 0 0,1 0 0 0 0,-1 0 0 0 0,0 0 0 0 0,1 1-1 0 0,-1-1 1 0 0,0 0 0 0 0,0 1 0 0 0,0-1 0 0 0,0 1 0 0 0,0-1-1 0 0,0 1 1 0 0,0-1 0 0 0,-1 1 0 0 0,1 0 0 0 0,-1-1 0 0 0,1 1-1 0 0,-1 0 1 0 0,1-1 0 0 0,-1 1 0 0 0,0 0 0 0 0,0 0 0 0 0,0-1-1 0 0,0 4 1 0 0,-1-2 44 0 0,0-1-1 0 0,0 1 0 0 0,0 0 1 0 0,-1-1-1 0 0,1 1 1 0 0,0-1-1 0 0,-1 0 0 0 0,0 1 1 0 0,0-1-1 0 0,1 0 0 0 0,-1 0 1 0 0,-1 0-1 0 0,-2 2 1 0 0,-3 3-96 0 0,-1-1 1 0 0,-1 0-1 0 0,1-1 0 0 0,-1 0 1 0 0,0 0-1 0 0,-16 4 1 0 0,19-7-742 0 0,0 0 0 0 0,0-1 0 0 0,1 0 0 0 0,-1 0 0 0 0,-13-1 0 0 0,19 0 382 0 0,-1 0-1 0 0,1 0 0 0 0,0 0 0 0 0,0 0 0 0 0,-1 0 0 0 0,1 0 0 0 0,0-1 1 0 0,0 1-1 0 0,-1-1 0 0 0,1 1 0 0 0,0-1 0 0 0,0 1 0 0 0,0-1 0 0 0,0 0 1 0 0,0 1-1 0 0,0-1 0 0 0,0 0 0 0 0,0 0 0 0 0,0 0 0 0 0,0 0 1 0 0,0 0-1 0 0,1 0 0 0 0,-1 0 0 0 0,0 0 0 0 0,1 0 0 0 0,-1 0 0 0 0,0 0 1 0 0,1-1-1 0 0,0 1 0 0 0,-1 0 0 0 0,1 0 0 0 0,0 0 0 0 0,-1-1 1 0 0,1 1-1 0 0,0 0 0 0 0,0-3 0 0 0,2-1-646 0 0,-1 0-1 0 0,1 0 1 0 0,0 0 0 0 0,0 0 0 0 0,1 0-1 0 0,0 0 1 0 0,-1 0 0 0 0,2 1-1 0 0,4-7 1 0 0,0-1 145 0 0,12-21-1607 0 0,8-1 512 0 0</inkml:trace>
  <inkml:trace contextRef="#ctx0" brushRef="#br0" timeOffset="1">829 219 1276 0 0,'0'0'2664'0'0,"14"0"3641"0"0,-28-9-2937 0 0,14 18-972 0 0,-15-9-971 0 0,0 8-825 0 0,0 0-588 0 0,0 9-492 0 0,0-9-392 0 0,15 9-397 0 0,0 0-351 0 0,-15 8-284 0 0,30-8-276 0 0,-15 8-168 0 0,0 0 67 0 0,15-8 225 0 0,0 0 320 0 0</inkml:trace>
  <inkml:trace contextRef="#ctx0" brushRef="#br0" timeOffset="2">918 579 1400 0 0,'0'33'2184'0'0,"0"-8"365"0"0,0 0 295 0 0,-15 0-92 0 0,15-8-448 0 0,-15 0-500 0 0,0-9-419 0 0,15 1-321 0 0,0-1-344 0 0,-15-8-484 0 0,15-8-1804 0 0,15-1-465 0 0,-15 1-811 0 0,15-9-340 0 0,-15 0 24 0 0,15 9 291 0 0,0-9 601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2.476"/>
    </inkml:context>
    <inkml:brush xml:id="br0">
      <inkml:brushProperty name="width" value="0.05" units="cm"/>
      <inkml:brushProperty name="height" value="0.05" units="cm"/>
      <inkml:brushProperty name="color" value="#CC0066"/>
    </inkml:brush>
  </inkml:definitions>
  <inkml:trace contextRef="#ctx0" brushRef="#br0">15 39 700 0 0,'0'-1'613'0'0,"0"-1"0"0"0,0 0 0 0 0,0 0 1 0 0,0 0-1 0 0,0 1 0 0 0,0-1 0 0 0,-1 0 0 0 0,1 0 0 0 0,0 0 0 0 0,-1 1 1 0 0,0-1-1 0 0,-1-2 0 0 0,-8-10 9601 0 0,17 64-7572 0 0,1 8-582 0 0,-23 226 3964 0 0,15 47-3985 0 0,1-320-2022 0 0,-1 0 0 0 0,2 0 0 0 0,3 14 1 0 0,2 29-17 0 0,0-29-75 0 0,-1-21-21 0 0,-4-18-12 0 0,-2-462-930 0 0,15 292 1004 0 0,-16 167-9 0 0,0-29 392 0 0,1 46-344 0 0,0 0-1 0 0,0 0 1 0 0,0-1-1 0 0,0 1 1 0 0,0 0-1 0 0,0 0 1 0 0,0 0-1 0 0,0 0 1 0 0,0 0-1 0 0,0-1 1 0 0,0 1 0 0 0,0 0-1 0 0,0 0 1 0 0,0 0-1 0 0,0 0 1 0 0,0-1-1 0 0,0 1 1 0 0,0 0-1 0 0,0 0 1 0 0,0 0-1 0 0,0 0 1 0 0,0-1-1 0 0,0 1 1 0 0,0 0-1 0 0,0 0 1 0 0,1 0 0 0 0,-1 0-1 0 0,0 0 1 0 0,0-1-1 0 0,0 1 1 0 0,0 0-1 0 0,0 0 1 0 0,0 0-1 0 0,1 0 1 0 0,-1 0-1 0 0,0 0 1 0 0,0 0-1 0 0,0 0 1 0 0,0-1 0 0 0,0 1-1 0 0,1 0 1 0 0,-1 0-1 0 0,0 0 1 0 0,0 0-1 0 0,0 0 1 0 0,0 0-1 0 0,1 0 1 0 0,-1 0-1 0 0,0 0 1 0 0,0 0-1 0 0,1 0 1 0 0,8 20 282 0 0,23 114 444 0 0,-27-121-697 0 0,44 125 203 0 0,-40-119-227 0 0,0-1 0 0 0,1 0 0 0 0,1-1 0 0 0,0 0 1 0 0,17 18-1 0 0,-2 1-11 0 0,-21-29-7 0 0,0 0 0 0 0,0 0 0 0 0,12 11 0 0 0,-15-16-8 0 0,0 0 0 0 0,1-1 0 0 0,-1 1 0 0 0,1 0 0 0 0,-1-1 0 0 0,1 0 0 0 0,0 0 0 0 0,-1 0 0 0 0,1 0 0 0 0,0 0 0 0 0,0 0 0 0 0,0-1 0 0 0,-1 1 0 0 0,1-1 0 0 0,4 0 0 0 0,-5 0 3 0 0,-1-1 0 0 0,1 1 0 0 0,0 0 1 0 0,0-1-1 0 0,-1 0 0 0 0,1 1 0 0 0,-1-1 1 0 0,1 0-1 0 0,-1 0 0 0 0,1 0 1 0 0,-1 0-1 0 0,1 0 0 0 0,-1 0 0 0 0,0-1 1 0 0,0 1-1 0 0,1 0 0 0 0,-1-1 0 0 0,0 1 1 0 0,1-3-1 0 0,13-26-119 0 0,17-78-334 0 0,-2-17 38 0 0,-26 113 400 0 0,2-3 23 0 0,-1 1-1 0 0,-1-1 0 0 0,0 0 0 0 0,2-22 0 0 0,-4 27 103 0 0,3 12 16 0 0,6 16 320 0 0,16 80 229 0 0,3 27-363 0 0,-21-97-311 0 0,21 49-440 0 0,-27-71 164 0 0,1 0 0 0 0,-1 0 1 0 0,1 0-1 0 0,0 0 0 0 0,1-1 1 0 0,0 1-1 0 0,-1-1 0 0 0,2 0 0 0 0,6 5 1 0 0,-5-5-746 0 0,0-1 0 0 0,0 0 0 0 0,0-1 0 0 0,0 1 0 0 0,1-2 0 0 0,-1 1-1 0 0,1-1 1 0 0,0 0 0 0 0,-1 0 0 0 0,1-1 0 0 0,0 0 0 0 0,0 0 0 0 0,13-2 0 0 0,-6 0-556 0 0,-1-1 0 0 0,0-1-1 0 0,0 0 1 0 0,-1-1 0 0 0,1 0 0 0 0,22-12-1 0 0,9-8-757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2.821"/>
    </inkml:context>
    <inkml:brush xml:id="br0">
      <inkml:brushProperty name="width" value="0.05" units="cm"/>
      <inkml:brushProperty name="height" value="0.05" units="cm"/>
      <inkml:brushProperty name="color" value="#CC0066"/>
    </inkml:brush>
  </inkml:definitions>
  <inkml:trace contextRef="#ctx0" brushRef="#br0">407 78 1064 0 0,'-1'-2'325'0'0,"0"-1"0"0"0,0 1 0 0 0,0-1 0 0 0,0 1 0 0 0,0-1 0 0 0,0 1 0 0 0,-1 0-1 0 0,1 0 1 0 0,-1-1 0 0 0,0 1 0 0 0,0 0 0 0 0,0 0 0 0 0,0 1 0 0 0,0-1 0 0 0,0 0 0 0 0,-3-1 0 0 0,-1-2 638 0 0,-1 1 1 0 0,0-1 0 0 0,0 1-1 0 0,-14-5 1 0 0,9 5-518 0 0,1 2 0 0 0,-1-1-1 0 0,0 1 1 0 0,0 1 0 0 0,1 0 0 0 0,-1 1 0 0 0,0 0 0 0 0,0 1 0 0 0,0 0 0 0 0,0 1 0 0 0,0 0-1 0 0,1 1 1 0 0,-1 1 0 0 0,-16 6 0 0 0,19-6-359 0 0,0 0 0 0 0,1 1-1 0 0,-1 0 1 0 0,1 0 0 0 0,0 1 0 0 0,0 0-1 0 0,1 0 1 0 0,0 1 0 0 0,0 0 0 0 0,1 0-1 0 0,-1 1 1 0 0,2-1 0 0 0,-1 1 0 0 0,1 1-1 0 0,0-1 1 0 0,1 1 0 0 0,0 0 0 0 0,-4 10-1 0 0,7-16-109 0 0,0 0 0 0 0,0 1 0 0 0,0-1-1 0 0,0 0 1 0 0,1 0 0 0 0,-1 1-1 0 0,1-1 1 0 0,0 0 0 0 0,0 1-1 0 0,0-1 1 0 0,0 0 0 0 0,1 1-1 0 0,-1-1 1 0 0,1 0 0 0 0,0 1-1 0 0,0-1 1 0 0,0 0 0 0 0,0 0-1 0 0,1 0 1 0 0,-1 0 0 0 0,1 0-1 0 0,0 0 1 0 0,0 0 0 0 0,0-1 0 0 0,0 1-1 0 0,0-1 1 0 0,4 4 0 0 0,-2-3-16 0 0,1-1 1 0 0,-1 0-1 0 0,0 0 1 0 0,1 0-1 0 0,0-1 1 0 0,-1 0-1 0 0,1 1 1 0 0,0-2-1 0 0,-1 1 1 0 0,1 0-1 0 0,0-1 1 0 0,0 0-1 0 0,0 0 1 0 0,0-1-1 0 0,0 1 1 0 0,-1-1-1 0 0,1 0 1 0 0,7-3-1 0 0,9-2-7 0 0,-1-1 0 0 0,0-1 0 0 0,23-12 0 0 0,-40 18 108 0 0,0 1-1 0 0,-1 0 1 0 0,1 0-1 0 0,0 0 1 0 0,0 1 0 0 0,0-1-1 0 0,0 1 1 0 0,-1-1-1 0 0,1 1 1 0 0,0 0-1 0 0,0 0 1 0 0,0 1-1 0 0,0-1 1 0 0,0 0-1 0 0,0 1 1 0 0,0 0-1 0 0,0 0 1 0 0,-1 0-1 0 0,1 0 1 0 0,0 0-1 0 0,-1 0 1 0 0,5 3-1 0 0,-4-2-113 0 0,1 0-1 0 0,-1-1 1 0 0,1 1-1 0 0,-1-1 0 0 0,1 0 1 0 0,0 0-1 0 0,0 0 0 0 0,-1 0 1 0 0,1 0-1 0 0,0-1 0 0 0,0 0 1 0 0,0 0-1 0 0,0 0 0 0 0,-1 0 1 0 0,7-2-1 0 0,13-4-1102 0 0,-17 6 518 0 0,0-2 0 0 0,0 1 1 0 0,-1-1-1 0 0,1 0 1 0 0,0 0-1 0 0,-1 0 0 0 0,0-1 1 0 0,1 0-1 0 0,-1 0 1 0 0,5-5-1 0 0,62-56-7737 0 0,-54 46 6859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3.168"/>
    </inkml:context>
    <inkml:brush xml:id="br0">
      <inkml:brushProperty name="width" value="0.05" units="cm"/>
      <inkml:brushProperty name="height" value="0.05" units="cm"/>
      <inkml:brushProperty name="color" value="#CC0066"/>
    </inkml:brush>
  </inkml:definitions>
  <inkml:trace contextRef="#ctx0" brushRef="#br0">1 123 228 0 0,'7'-62'3460'0'0,"-2"32"217"0"0,-2-1 4779 0 0,11 172-752 0 0,1 7-4477 0 0,-14-134-3006 0 0,0-1 0 0 0,5 24 1 0 0,-4-24-303 0 0,1 0 1 0 0,-1 24-1 0 0,-2-32-85 0 0,0-1-1 0 0,1 1 0 0 0,0 0 0 0 0,-1-1 0 0 0,1 1 0 0 0,1 0 0 0 0,-1-1 0 0 0,1 1 0 0 0,0-1 0 0 0,3 6 0 0 0,7 19-2307 0 0,-10-23 1355 0 0,0-1 0 0 0,0 0-1 0 0,0 0 1 0 0,1 0 0 0 0,0 0-1 0 0,3 5 1 0 0,-3-7 276 0 0,-1-1 0 0 0,1 1 0 0 0,0-1 0 0 0,0 0 0 0 0,0-1 0 0 0,0 1 0 0 0,0 0 0 0 0,0-1 0 0 0,0 1 0 0 0,0-1 0 0 0,7 1-1 0 0,8-2-1371 0 0,9-7 422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3.511"/>
    </inkml:context>
    <inkml:brush xml:id="br0">
      <inkml:brushProperty name="width" value="0.05" units="cm"/>
      <inkml:brushProperty name="height" value="0.05" units="cm"/>
      <inkml:brushProperty name="color" value="#CC0066"/>
    </inkml:brush>
  </inkml:definitions>
  <inkml:trace contextRef="#ctx0" brushRef="#br0">31 391 1324 0 0,'2'0'315'0'0,"2"0"483"0"0,0 0 0 0 0,0 0 0 0 0,0 0 0 0 0,0 0 0 0 0,0-1 0 0 0,0 0 0 0 0,6-2 0 0 0,-8 2-455 0 0,0 0-1 0 0,0-1 1 0 0,0 1-1 0 0,-1-1 1 0 0,1 0 0 0 0,-1 0-1 0 0,1 1 1 0 0,-1-1-1 0 0,0 0 1 0 0,0 0-1 0 0,0 0 1 0 0,0-1 0 0 0,2-3-1 0 0,0 1 30 0 0,0-1 0 0 0,1 1-1 0 0,0 0 1 0 0,8-9 0 0 0,-8 10-153 0 0,0 0 0 0 0,0-1 0 0 0,-1 1-1 0 0,1-1 1 0 0,-1 0 0 0 0,3-7 0 0 0,-2 2 91 0 0,2-4 12 0 0,-1-1 1 0 0,-1 0-1 0 0,0 0 1 0 0,0 0 0 0 0,-2 0-1 0 0,2-20 1 0 0,-4 25-236 0 0,0-3 8 0 0,0 1 0 0 0,-1-1 0 0 0,-4-22 0 0 0,4 30-34 0 0,-1 1 0 0 0,0-1 0 0 0,0 1 0 0 0,0-1-1 0 0,0 1 1 0 0,-1 0 0 0 0,1 0 0 0 0,-1 0 0 0 0,0 0 0 0 0,0 1 0 0 0,-1-1 0 0 0,-6-5-1 0 0,8 8-9 0 0,0 0 0 0 0,1 0 0 0 0,-1 0 0 0 0,0 1-1 0 0,0-1 1 0 0,0 1 0 0 0,0-1 0 0 0,0 1-1 0 0,1-1 1 0 0,-1 1 0 0 0,0 0 0 0 0,0 0-1 0 0,0 0 1 0 0,0 0 0 0 0,0 1 0 0 0,0-1-1 0 0,0 0 1 0 0,0 1 0 0 0,0-1 0 0 0,0 1-1 0 0,0 0 1 0 0,-2 1 0 0 0,-1 0 99 0 0,1 0 1 0 0,-1 0 0 0 0,1 1-1 0 0,-1 0 1 0 0,1 0-1 0 0,0 0 1 0 0,-6 6 0 0 0,5-2 37 0 0,0-1 0 0 0,1 0 0 0 0,0 1 0 0 0,0 0 0 0 0,0 0 1 0 0,1 0-1 0 0,0 1 0 0 0,0-1 0 0 0,1 1 0 0 0,0-1 0 0 0,-1 9 1 0 0,0 9 495 0 0,1 0 1 0 0,2 29 0 0 0,0-27-157 0 0,0-18-374 0 0,1 1 0 0 0,0-1 1 0 0,1 0-1 0 0,0 1 1 0 0,0-1-1 0 0,1 0 0 0 0,0 0 1 0 0,1-1-1 0 0,-1 1 1 0 0,2-1-1 0 0,9 16 1 0 0,-10-19-192 0 0,-1 0 1 0 0,1-1-1 0 0,0 0 1 0 0,0 1 0 0 0,0-1-1 0 0,1-1 1 0 0,-1 1-1 0 0,1-1 1 0 0,0 1 0 0 0,0-1-1 0 0,0-1 1 0 0,1 1 0 0 0,-1-1-1 0 0,1 0 1 0 0,-1 0-1 0 0,1 0 1 0 0,0-1 0 0 0,-1 0-1 0 0,13 1 1 0 0,-7-2-638 0 0,1-1-1 0 0,-1 0 1 0 0,14-4 0 0 0,55-22-7599 0 0,-58 19 5658 0 0,9-9-3784 0 0,-28 14 5852 0 0,1 1 0 0 0,-1 0 0 0 0,1 0 0 0 0,0 0 0 0 0,-1 0 0 0 0,7-2 0 0 0,20-4-1881 0 0,-1 0 551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4.546"/>
    </inkml:context>
    <inkml:brush xml:id="br0">
      <inkml:brushProperty name="width" value="0.05" units="cm"/>
      <inkml:brushProperty name="height" value="0.05" units="cm"/>
      <inkml:brushProperty name="color" value="#CC0066"/>
    </inkml:brush>
  </inkml:definitions>
  <inkml:trace contextRef="#ctx0" brushRef="#br0">565 93 528 0 0,'0'0'2290'0'0,"0"-10"4977"0"0,-3-14-2321 0 0,2 23-4673 0 0,-1-1 1 0 0,1 0 0 0 0,0 0-1 0 0,0 1 1 0 0,0-1 0 0 0,0 0-1 0 0,0 0 1 0 0,0 0 0 0 0,0-1-1 0 0,1 1 1 0 0,-1 0 0 0 0,1 0-1 0 0,-1 0 1 0 0,1 0 0 0 0,0-1-1 0 0,0 1 1 0 0,0 0 0 0 0,0 0-1 0 0,1-3 1 0 0,-1 5-205 0 0,0-1 1 0 0,0 0-1 0 0,-1 1 0 0 0,1-1 1 0 0,0 1-1 0 0,0-1 1 0 0,0 0-1 0 0,-1 1 0 0 0,1-1 1 0 0,0 1-1 0 0,0-1 1 0 0,-1 1-1 0 0,1-1 0 0 0,0 1 1 0 0,-1-1-1 0 0,1 1 1 0 0,-1-1-1 0 0,1 1 0 0 0,-1-1 1 0 0,1 1-1 0 0,-1 0 0 0 0,1-1 1 0 0,-1 1-1 0 0,1 0 1 0 0,-1-1-1 0 0,1 1 0 0 0,-1 0 1 0 0,0 0-1 0 0,0-1 1 0 0,-26-1 1086 0 0,-24 11-215 0 0,29-2-721 0 0,-3-1-77 0 0,0 1 0 0 0,1 2 0 0 0,-43 21 1 0 0,4 8-102 0 0,-80 65 1 0 0,133-95-65 0 0,1 0 1 0 0,1 1-1 0 0,-1 0 0 0 0,2 1 1 0 0,-1-1-1 0 0,1 2 1 0 0,1-1-1 0 0,0 1 0 0 0,0 0 1 0 0,-7 21-1 0 0,12-30-6 0 0,1 0-1 0 0,-1 0 1 0 0,1 0-1 0 0,0 0 1 0 0,0 0 0 0 0,0 0-1 0 0,0 0 1 0 0,1 0 0 0 0,-1 0-1 0 0,0 0 1 0 0,1-1-1 0 0,-1 1 1 0 0,1 0 0 0 0,0 0-1 0 0,0 0 1 0 0,-1 0 0 0 0,1-1-1 0 0,0 1 1 0 0,1 0-1 0 0,-1-1 1 0 0,0 1 0 0 0,0-1-1 0 0,1 1 1 0 0,-1-1-1 0 0,1 0 1 0 0,-1 0 0 0 0,1 1-1 0 0,-1-1 1 0 0,1 0 0 0 0,3 1-1 0 0,5 4-236 0 0,1 0-1 0 0,1-1 1 0 0,18 6-1 0 0,-10-6 20 0 0,0-1 0 0 0,0-2-1 0 0,35 2 1 0 0,-24-2 117 0 0,42 1-59 0 0,-37-2 215 0 0,-1 1 0 0 0,0 2-1 0 0,54 12 1 0 0,-85-15 26 0 0,1 1 1 0 0,-1 0-1 0 0,0-1 0 0 0,0 1 1 0 0,1 0-1 0 0,4 4 0 0 0,-8-5-13 0 0,0-1 1 0 0,-1 1-1 0 0,1 0 0 0 0,0-1 0 0 0,0 1 1 0 0,-1 0-1 0 0,1 0 0 0 0,0-1 1 0 0,-1 1-1 0 0,1 0 0 0 0,-1 0 0 0 0,1 0 1 0 0,-1 0-1 0 0,0 0 0 0 0,1 0 0 0 0,-1 0 1 0 0,0 0-1 0 0,1-1 0 0 0,-1 1 1 0 0,0 0-1 0 0,0 0 0 0 0,0 1 0 0 0,0-1 1 0 0,0 0-1 0 0,0 0 0 0 0,0 0 0 0 0,0 0 1 0 0,0 0-1 0 0,-1-1 0 0 0,1 1 0 0 0,0 0 1 0 0,-1 0-1 0 0,1 0 0 0 0,-1 0 1 0 0,0 1-1 0 0,-3 4 231 0 0,0-1 0 0 0,0 0 1 0 0,0 0-1 0 0,-1 0 0 0 0,0-1 1 0 0,0 1-1 0 0,0-1 0 0 0,-1-1 1 0 0,-10 7-1 0 0,-60 24 1100 0 0,61-28-1143 0 0,-84 26 649 0 0,35-12-537 0 0,-36 7-182 0 0,88-25-448 0 0,0 0 0 0 0,-1 0 0 0 0,1-1 0 0 0,-1-1 0 0 0,1 0 0 0 0,-18-2 1 0 0,29 1 44 0 0,-1 0 1 0 0,0 1-1 0 0,1-1 1 0 0,-1 0 0 0 0,1 0-1 0 0,-1 0 1 0 0,1 0-1 0 0,0-1 1 0 0,0 1 0 0 0,-1 0-1 0 0,1 0 1 0 0,0-1-1 0 0,0 1 1 0 0,0-1 0 0 0,0 1-1 0 0,0-1 1 0 0,0 0-1 0 0,1 1 1 0 0,-2-4 0 0 0,1 3-213 0 0,0-1 1 0 0,0 0 0 0 0,1 1-1 0 0,-1-1 1 0 0,0 0 0 0 0,1 0-1 0 0,0 0 1 0 0,0 0 0 0 0,0 0 0 0 0,0 1-1 0 0,1-6 1 0 0,4-10-2107 0 0,-3 9 1260 0 0,0-1 0 0 0,1 1 0 0 0,1 0 0 0 0,-1 0 0 0 0,7-10 0 0 0,-5 12 723 0 0,3-4-496 0 0,-1 0 1 0 0,-1 0 0 0 0,11-25 0 0 0,-3-6-646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4.983"/>
    </inkml:context>
    <inkml:brush xml:id="br0">
      <inkml:brushProperty name="width" value="0.05" units="cm"/>
      <inkml:brushProperty name="height" value="0.05" units="cm"/>
      <inkml:brushProperty name="color" value="#CC0066"/>
    </inkml:brush>
  </inkml:definitions>
  <inkml:trace contextRef="#ctx0" brushRef="#br0">40 63 1960 0 0,'0'-5'669'0'0,"0"1"0"0"0,0-1-1 0 0,0 1 1 0 0,-1-1 0 0 0,1 1 0 0 0,-1-1-1 0 0,0 1 1 0 0,-1 0 0 0 0,1-1-1 0 0,-1 1 1 0 0,-2-5 0 0 0,4 9-575 0 0,0 0-1 0 0,0 0 1 0 0,-1-1 0 0 0,1 1-1 0 0,0 0 1 0 0,0 0 0 0 0,0-1-1 0 0,0 1 1 0 0,0 0 0 0 0,0 0-1 0 0,-1 0 1 0 0,1-1-1 0 0,0 1 1 0 0,0 0 0 0 0,0 0-1 0 0,-1 0 1 0 0,1 0 0 0 0,0-1-1 0 0,0 1 1 0 0,-1 0 0 0 0,1 0-1 0 0,0 0 1 0 0,0 0 0 0 0,-1 0-1 0 0,1 0 1 0 0,0 0 0 0 0,0 0-1 0 0,-1 0 1 0 0,1 0 0 0 0,0 0-1 0 0,0 0 1 0 0,-1 0 0 0 0,1 0-1 0 0,0 0 1 0 0,0 0 0 0 0,-1 0-1 0 0,1 0 1 0 0,0 0 0 0 0,0 0-1 0 0,-1 0 1 0 0,1 0 0 0 0,0 0-1 0 0,0 1 1 0 0,-1-1 0 0 0,1 0-1 0 0,0 0 1 0 0,0 0 0 0 0,0 0-1 0 0,-1 1 1 0 0,1-1 0 0 0,0 0-1 0 0,0 0 1 0 0,0 0 0 0 0,0 1-1 0 0,-1-1 1 0 0,1 0-1 0 0,0 0 1 0 0,0 1 0 0 0,0-1-1 0 0,0 0 1 0 0,0 0 0 0 0,0 1-1 0 0,0-1 1 0 0,-6 26 1300 0 0,-3 115 2358 0 0,18 0-1318 0 0,-6-85-1509 0 0,3 0-1 0 0,16 73 1 0 0,4 38 195 0 0,-22-130-941 0 0,-1 0 25 0 0,8 39-1 0 0,8 45 21 0 0,-11-64-224 0 0,-6 3-221 0 0,-2-51-126 0 0,-1-1 0 0 0,1 1 0 0 0,1 0 0 0 0,-1-1 0 0 0,1 1 1 0 0,1 0-1 0 0,0-1 0 0 0,0 1 0 0 0,1-1 0 0 0,5 12 0 0 0,-8-19 216 0 0,0-1 0 0 0,0 1 0 0 0,0 0 0 0 0,1-1 0 0 0,-1 1-1 0 0,0-1 1 0 0,0 1 0 0 0,1-1 0 0 0,-1 1 0 0 0,0-1 0 0 0,1 1 0 0 0,-1-1 0 0 0,0 0-1 0 0,1 1 1 0 0,-1-1 0 0 0,1 1 0 0 0,-1-1 0 0 0,0 0 0 0 0,1 1 0 0 0,-1-1 0 0 0,1 0-1 0 0,-1 0 1 0 0,1 1 0 0 0,-1-1 0 0 0,1 0 0 0 0,0 0 0 0 0,-1 0 0 0 0,1 0-1 0 0,-1 0 1 0 0,1 1 0 0 0,-1-1 0 0 0,1 0 0 0 0,-1 0 0 0 0,1 0 0 0 0,0-1 0 0 0,-1 1-1 0 0,1 0 1 0 0,-1 0 0 0 0,1 0 0 0 0,-1 0 0 0 0,1 0 0 0 0,-1-1 0 0 0,1 1 0 0 0,-1 0-1 0 0,2-1 1 0 0,14-24-3215 0 0,-11 15 2205 0 0,1-1 535 0 0,-1 0-1 0 0,0 0 0 0 0,-1 0 0 0 0,0-1 0 0 0,-1 1 1 0 0,2-14-1 0 0,6-77-1609 0 0,-7 53 1348 0 0,9-383-2131 0 0,-13 349 3766 0 0,-15-127 3832 0 0,0 42 1582 0 0,15 158-5734 0 0,0-12 794 0 0,0 22-1190 0 0,1-1 1 0 0,-1 1 0 0 0,0-1 0 0 0,0 1-1 0 0,0-1 1 0 0,0 1 0 0 0,1 0-1 0 0,-1-1 1 0 0,0 1 0 0 0,0-1 0 0 0,1 1-1 0 0,-1-1 1 0 0,0 1 0 0 0,1 0-1 0 0,-1-1 1 0 0,0 1 0 0 0,1 0 0 0 0,-1-1-1 0 0,1 1 1 0 0,-1 0 0 0 0,0 0-1 0 0,1-1 1 0 0,-1 1 0 0 0,1 0 0 0 0,-1 0-1 0 0,1 0 1 0 0,-1 0 0 0 0,1 0 0 0 0,-1-1-1 0 0,1 1 1 0 0,-1 0 0 0 0,1 0-1 0 0,4 5 1149 0 0,13 30 734 0 0,-2 2 0 0 0,20 64 0 0 0,-28-67-1187 0 0,-2 0-1 0 0,-1 1 1 0 0,2 51 0 0 0,-4-27-127 0 0,2 117 586 0 0,24 68-770 0 0,-1-124-3032 0 0,-18-91-1596 0 0,25 55 0 0 0,-31-77 2965 0 0,1 0-1 0 0,0 0 1 0 0,0 0-1 0 0,0 0 1 0 0,1-1-1 0 0,0 0 1 0 0,0 0 0 0 0,1-1-1 0 0,-1 0 1 0 0,1 0-1 0 0,1 0 1 0 0,11 5-1 0 0,11 0-1288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5.764"/>
    </inkml:context>
    <inkml:brush xml:id="br0">
      <inkml:brushProperty name="width" value="0.05" units="cm"/>
      <inkml:brushProperty name="height" value="0.05" units="cm"/>
      <inkml:brushProperty name="color" value="#CC0066"/>
    </inkml:brush>
  </inkml:definitions>
  <inkml:trace contextRef="#ctx0" brushRef="#br0">298 51 428 0 0,'-20'-9'2768'0'0,"1"1"-1"0"0,-2 0 1 0 0,1 2-1 0 0,-1 0 0 0 0,1 2 1 0 0,-38-4-1 0 0,55 7-2364 0 0,-1 1 0 0 0,0 0-1 0 0,1 0 1 0 0,-1 0 0 0 0,1 0-1 0 0,-1 1 1 0 0,1-1 0 0 0,-1 1 0 0 0,1 0-1 0 0,-1 0 1 0 0,1 0 0 0 0,-1 1-1 0 0,1-1 1 0 0,0 1 0 0 0,0-1-1 0 0,0 1 1 0 0,0 0 0 0 0,0 1-1 0 0,-5 4 1 0 0,9-6-319 0 0,-1 1 0 0 0,0 0 1 0 0,1-1-1 0 0,0 1 0 0 0,-1-1 0 0 0,1 1 0 0 0,0-1 1 0 0,0 1-1 0 0,0-1 0 0 0,0 0 0 0 0,0 1 1 0 0,0-1-1 0 0,0 0 0 0 0,0 0 0 0 0,1 0 1 0 0,-1 0-1 0 0,0 0 0 0 0,3 2 0 0 0,3 3 131 0 0,2 1-166 0 0,-1 0 0 0 0,1-1 1 0 0,0 0-1 0 0,0 0 1 0 0,0-1-1 0 0,1 0 0 0 0,0-1 1 0 0,0 0-1 0 0,0-1 0 0 0,0 0 1 0 0,19 3-1 0 0,21 7-14 0 0,4 2-35 0 0,60 8 1 0 0,-58-13-9 0 0,57 18 1 0 0,-27-3 2 0 0,68 27 42 0 0,-149-51-27 0 0,-1 1 0 0 0,0 0-1 0 0,0 0 1 0 0,0 1 0 0 0,0-1 0 0 0,-1 1 0 0 0,1 0-1 0 0,0 0 1 0 0,-1 0 0 0 0,0 1 0 0 0,0-1-1 0 0,0 1 1 0 0,0-1 0 0 0,3 9 0 0 0,-1 1 60 0 0,-3-9-35 0 0,0 0 0 0 0,0 0 0 0 0,0 0 0 0 0,-1 0 0 0 0,0 0 1 0 0,0 0-1 0 0,0 1 0 0 0,-1-1 0 0 0,1 0 0 0 0,-1 1 0 0 0,0-1 0 0 0,0 0 0 0 0,-1 1 0 0 0,-1 6 0 0 0,-4 4 63 0 0,0-1-1 0 0,-2 0 0 0 0,0 0 0 0 0,0-1 1 0 0,-1 0-1 0 0,-21 23 0 0 0,-76 66 190 0 0,37-39-178 0 0,-3 13-181 0 0,4 3-1 0 0,-60 91 0 0 0,85-104-2142 0 0,-37 78-1 0 0,54-92-2852 0 0,-2-1 0 0 0,-3-1 0 0 0,-59 74 0 0 0,46-76 1891 0 0,-1-4 645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6.516"/>
    </inkml:context>
    <inkml:brush xml:id="br0">
      <inkml:brushProperty name="width" value="0.05" units="cm"/>
      <inkml:brushProperty name="height" value="0.05" units="cm"/>
      <inkml:brushProperty name="color" value="#CC0066"/>
    </inkml:brush>
  </inkml:definitions>
  <inkml:trace contextRef="#ctx0" brushRef="#br0">89 62 840 0 0,'-19'-11'2054'0'0,"11"8"-799"0"0,1-1 1 0 0,0 0-1 0 0,0 0 0 0 0,0-1 1 0 0,1 0-1 0 0,-10-9 1 0 0,5 3 2726 0 0,14 12-2503 0 0,8 2-966 0 0,-9-2-347 0 0,1 0 1 0 0,-1 1-1 0 0,1-1 0 0 0,-1 1 0 0 0,0 0 0 0 0,0 0 0 0 0,1 0 1 0 0,-1 0-1 0 0,-1 0 0 0 0,1 0 0 0 0,0 0 0 0 0,0 1 0 0 0,-1-1 0 0 0,0 1 1 0 0,1-1-1 0 0,1 5 0 0 0,9 15 886 0 0,2 2 510 0 0,22 51-1 0 0,-14-25-396 0 0,-2 2 8 0 0,-2 1 0 0 0,-2 0 0 0 0,14 89 0 0 0,-10-42-440 0 0,3 50-203 0 0,-19-116-475 0 0,-1-11-72 0 0,-2-1 1 0 0,-1 1-1 0 0,0-1 0 0 0,-2 0 1 0 0,-1 1-1 0 0,-6 25 0 0 0,7-26-351 0 0,-1 8-322 0 0,3-30 579 0 0,0 1 0 0 0,-1 0 0 0 0,1-1-1 0 0,0 1 1 0 0,0 0 0 0 0,0-1 0 0 0,-1 1 0 0 0,1-1 0 0 0,0 1 0 0 0,-1 0 0 0 0,1-1 0 0 0,0 1 0 0 0,-1-1-1 0 0,1 1 1 0 0,-1-1 0 0 0,1 1 0 0 0,-1-1 0 0 0,1 1 0 0 0,-1-1 0 0 0,1 0 0 0 0,-1 1 0 0 0,0-1 0 0 0,1 0 0 0 0,-1 1-1 0 0,0-1 1 0 0,1 0 0 0 0,-1 0 0 0 0,1 0 0 0 0,-1 1 0 0 0,-1-1 0 0 0,1 0-175 0 0,0-1 1 0 0,0 1-1 0 0,1 0 0 0 0,-1-1 1 0 0,0 1-1 0 0,0-1 0 0 0,0 1 1 0 0,0-1-1 0 0,0 1 0 0 0,0-1 1 0 0,1 0-1 0 0,-1 0 0 0 0,0 1 1 0 0,0-1-1 0 0,1 0 0 0 0,-1 0 1 0 0,1 0-1 0 0,-1 1 0 0 0,0-1 1 0 0,1 0-1 0 0,0 0 0 0 0,-1 0 1 0 0,0-2-1 0 0,-9-30-6387 0 0,9 27 5796 0 0,-4-15-1646 0 0,2 0 1 0 0,0-1 0 0 0,1-40-1 0 0,2 5 407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6.862"/>
    </inkml:context>
    <inkml:brush xml:id="br0">
      <inkml:brushProperty name="width" value="0.05" units="cm"/>
      <inkml:brushProperty name="height" value="0.05" units="cm"/>
      <inkml:brushProperty name="color" value="#CC0066"/>
    </inkml:brush>
  </inkml:definitions>
  <inkml:trace contextRef="#ctx0" brushRef="#br0">45 43 804 0 0,'-9'0'2104'0'0,"-14"0"2085"0"0,23 0-3975 0 0,-1 0 1 0 0,1 0-1 0 0,-1 0 0 0 0,1 0 1 0 0,-1 0-1 0 0,1 0 1 0 0,-1 0-1 0 0,1 0 0 0 0,-1 0 1 0 0,1 0-1 0 0,-1 0 0 0 0,1-1 1 0 0,0 1-1 0 0,-1 0 1 0 0,1 0-1 0 0,-1 0 0 0 0,1-1 1 0 0,0 1-1 0 0,-1 0 0 0 0,1-1 1 0 0,0 1-1 0 0,-3-6 4753 0 0,29 4-971 0 0,17-9-2177 0 0,4 1-1285 0 0,89 1-441 0 0,-48 8-4571 0 0,-87 1 4144 0 0,1-1-1 0 0,0 1 0 0 0,0 0 0 0 0,-1 0 0 0 0,1 0 0 0 0,0 1 0 0 0,0-1 1 0 0,-1 0-1 0 0,1 1 0 0 0,0-1 0 0 0,-1 1 0 0 0,1-1 0 0 0,0 1 0 0 0,-1 0 1 0 0,1-1-1 0 0,-1 1 0 0 0,1 0 0 0 0,-1 0 0 0 0,1 0 0 0 0,-1 1 0 0 0,0-1 1 0 0,1 0-1 0 0,-1 0 0 0 0,0 1 0 0 0,0-1 0 0 0,0 1 0 0 0,1 1 0 0 0,-2-1-5 0 0,1 1 0 0 0,-1-1 0 0 0,0 0 0 0 0,0 0 0 0 0,0 1 0 0 0,0-1 0 0 0,0 0 0 0 0,-1 0 0 0 0,1 0 0 0 0,-1 1 0 0 0,1-1 0 0 0,-1 0 0 0 0,0 0 0 0 0,0 0 0 0 0,0 0 0 0 0,0 0 0 0 0,0 0 0 0 0,0 0 0 0 0,-2 1 0 0 0,-12 16-1528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7.204"/>
    </inkml:context>
    <inkml:brush xml:id="br0">
      <inkml:brushProperty name="width" value="0.05" units="cm"/>
      <inkml:brushProperty name="height" value="0.05" units="cm"/>
      <inkml:brushProperty name="color" value="#CC0066"/>
    </inkml:brush>
  </inkml:definitions>
  <inkml:trace contextRef="#ctx0" brushRef="#br0">102 152 992 0 0,'-54'22'4869'0'0,"7"-4"3283"0"0,109-45-2900 0 0,-33 15-4552 0 0,29-16 0 0 0,-17 8-321 0 0,1 2 1 0 0,62-18 0 0 0,-58 21-640 0 0,-7 3-2745 0 0,56-9 0 0 0,-93 20 2378 0 0,1 1-1 0 0,0-1 1 0 0,0 1 0 0 0,-1 0 0 0 0,1 0-1 0 0,0 0 1 0 0,0 0 0 0 0,0 1-1 0 0,-1-1 1 0 0,1 1 0 0 0,0 0-1 0 0,0-1 1 0 0,-1 1 0 0 0,4 2 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7.672"/>
    </inkml:context>
    <inkml:brush xml:id="br0">
      <inkml:brushProperty name="width" value="0.05" units="cm"/>
      <inkml:brushProperty name="height" value="0.05" units="cm"/>
      <inkml:brushProperty name="color" value="#CC0066"/>
    </inkml:brush>
  </inkml:definitions>
  <inkml:trace contextRef="#ctx0" brushRef="#br0">61 358 756 0 0,'-10'16'3103'0'0,"-2"-1"-1"0"0,-18 21 0 0 0,25-31-1912 0 0,2 1 1882 0 0,7-5-2232 0 0,8-5-524 0 0,50-39 595 0 0,-18 11-769 0 0,4-1-94 0 0,-2-1 0 0 0,51-49 0 0 0,-76 64-46 0 0,-17 16-3 0 0,0 0 1 0 0,-1 0-1 0 0,1 0 1 0 0,-1 0-1 0 0,0-1 1 0 0,0 0-1 0 0,0 1 0 0 0,-1-1 1 0 0,1 0-1 0 0,-1 0 1 0 0,0-1-1 0 0,0 1 1 0 0,1-6-1 0 0,0 3 2 0 0,-1-1 0 0 0,-1 1-1 0 0,1 0 1 0 0,-1-1 0 0 0,0-12 0 0 0,-1 17 4 0 0,0 0 0 0 0,-1 0 0 0 0,1 0 0 0 0,-1 0 0 0 0,0 0 0 0 0,0 1 0 0 0,0-1 0 0 0,-1 0 0 0 0,1 0 1 0 0,0 1-1 0 0,-1-1 0 0 0,0 1 0 0 0,0-1 0 0 0,0 1 0 0 0,0 0 0 0 0,0 0 0 0 0,-4-4 0 0 0,4 4 35 0 0,-1 0 0 0 0,0-1 0 0 0,1 1-1 0 0,-1 0 1 0 0,0 0 0 0 0,0 1 0 0 0,0-1 0 0 0,0 1-1 0 0,0-1 1 0 0,0 1 0 0 0,0 0 0 0 0,-1 0 0 0 0,1 1-1 0 0,0-1 1 0 0,-1 1 0 0 0,1-1 0 0 0,0 1 0 0 0,-1 0-1 0 0,1 0 1 0 0,-1 0 0 0 0,1 1 0 0 0,0-1 0 0 0,-1 1-1 0 0,1 0 1 0 0,0 0 0 0 0,0 0 0 0 0,0 0 0 0 0,-1 1 0 0 0,1-1-1 0 0,0 1 1 0 0,-5 4 0 0 0,-3 4 193 0 0,0 0 0 0 0,0 1 0 0 0,1 0 0 0 0,0 1 0 0 0,-13 22-1 0 0,10-16-62 0 0,6-6-40 0 0,0-1-1 0 0,1 1 1 0 0,0 0 0 0 0,0 0-1 0 0,2 1 1 0 0,-1 0 0 0 0,2 0-1 0 0,-5 25 1 0 0,4 2 312 0 0,1 66 1 0 0,3-86-365 0 0,0-8-190 0 0,1 0 0 0 0,0 1 1 0 0,1-1-1 0 0,0 0 1 0 0,1 0-1 0 0,0 0 0 0 0,1 0 1 0 0,0 0-1 0 0,1-1 0 0 0,0 0 1 0 0,1 0-1 0 0,0 0 1 0 0,1-1-1 0 0,0 0 0 0 0,1 0 1 0 0,0 0-1 0 0,0-1 0 0 0,19 15 1 0 0,-25-22-55 0 0,1-1 0 0 0,-1 1 0 0 0,1 0 0 0 0,0-1 0 0 0,-1 1 0 0 0,1-1 0 0 0,0 0 0 0 0,0 0 0 0 0,0 0 0 0 0,0 0 0 0 0,0-1 0 0 0,0 1 0 0 0,0-1 0 0 0,0 0 0 0 0,0 0 0 0 0,1 0 0 0 0,-1 0 0 0 0,0 0 0 0 0,0-1 0 0 0,0 1 0 0 0,0-1 0 0 0,0 0 0 0 0,0 0 0 0 0,0 0 0 0 0,0 0 0 0 0,-1-1 0 0 0,1 1 0 0 0,0-1 0 0 0,-1 1 0 0 0,1-1 0 0 0,-1 0 0 0 0,1 0 0 0 0,-1 0 0 0 0,3-4 0 0 0,28-43-713 0 0,-27 40 845 0 0,0-1 0 0 0,0 0 1 0 0,-1 0-1 0 0,-1 0 1 0 0,1-1-1 0 0,-2 0 1 0 0,5-17-1 0 0,6-15 199 0 0,28-123 2012 0 0,-38 145-1617 0 0,-4 20-531 0 0,0 0 1 0 0,0 0-1 0 0,0 0 0 0 0,0 0 1 0 0,0 0-1 0 0,0 0 1 0 0,0 0-1 0 0,0 1 1 0 0,1-1-1 0 0,-1 0 0 0 0,0 0 1 0 0,1 0-1 0 0,-1 0 1 0 0,0 1-1 0 0,1-1 1 0 0,-1 0-1 0 0,1 0 0 0 0,0 1 1 0 0,-1-1-1 0 0,1 0 1 0 0,0 1-1 0 0,-1-1 1 0 0,1 1-1 0 0,0-1 0 0 0,1 0 1 0 0,0-1 376 0 0,13 5 419 0 0,-13-1-761 0 0,0 0 0 0 0,0 0 1 0 0,-1 0-1 0 0,1 0 1 0 0,0 0-1 0 0,-1 1 0 0 0,0-1 1 0 0,1 0-1 0 0,-1 1 1 0 0,0-1-1 0 0,0 1 0 0 0,0 2 1 0 0,10 18 288 0 0,-7-16-255 0 0,0 1-1 0 0,0 0 0 0 0,0 0 1 0 0,-1 0-1 0 0,-1 0 0 0 0,1 0 1 0 0,-1 1-1 0 0,-1-1 0 0 0,1 1 1 0 0,-2 0-1 0 0,1-1 0 0 0,-1 14 1 0 0,7 19 357 0 0,-5-33-310 0 0,-1 0-1 0 0,1-1 0 0 0,-1 1 1 0 0,0 10-1 0 0,-1-17-137 0 0,0 4 23 0 0,0-7-32 0 0,3-18-49 0 0,8-7 12 0 0,20-39-15 0 0,-9 22 31 0 0,-17 32 23 0 0,0 1 0 0 0,1 0 0 0 0,0 1 0 0 0,12-16 0 0 0,24-17 38 0 0,-40 40 24 0 0,-1 1-1 0 0,1 0 1 0 0,0 0 0 0 0,0 0-1 0 0,0 0 1 0 0,0 0 0 0 0,0 0-1 0 0,0 1 1 0 0,1-1-1 0 0,-1 0 1 0 0,0 1 0 0 0,1 0-1 0 0,-1 0 1 0 0,1 0-1 0 0,0 0 1 0 0,-1 0 0 0 0,1 0-1 0 0,0 1 1 0 0,0-1-1 0 0,-1 1 1 0 0,1 0 0 0 0,0-1-1 0 0,0 1 1 0 0,0 1-1 0 0,-1-1 1 0 0,1 0 0 0 0,0 1-1 0 0,0-1 1 0 0,-1 1-1 0 0,1 0 1 0 0,0 0 0 0 0,-1 0-1 0 0,1 0 1 0 0,-1 1 0 0 0,1-1-1 0 0,-1 1 1 0 0,0-1-1 0 0,1 1 1 0 0,-1 0 0 0 0,0 0-1 0 0,0 0 1 0 0,0 0-1 0 0,-1 0 1 0 0,1 0 0 0 0,0 0-1 0 0,-1 1 1 0 0,0-1-1 0 0,1 1 1 0 0,-1-1 0 0 0,0 1-1 0 0,1 3 1 0 0,-1-4 17 0 0,2 7 125 0 0,0 0 0 0 0,0 0 1 0 0,-1 0-1 0 0,0 0 0 0 0,1 19 1 0 0,-2-15-153 0 0,1 0 1 0 0,1-1 0 0 0,-1 1 0 0 0,2-1 0 0 0,0 0 0 0 0,0 0-1 0 0,2 0 1 0 0,10 20 0 0 0,-15-30-60 0 0,1 0 0 0 0,-1 0 0 0 0,0 0 0 0 0,1-1 0 0 0,-1 1 0 0 0,1-1 1 0 0,0 1-1 0 0,-1-1 0 0 0,1 1 0 0 0,0-1 0 0 0,0 0 0 0 0,0 0 0 0 0,0 0 0 0 0,0 0 0 0 0,0 0 0 0 0,0 0 0 0 0,0 0 0 0 0,1-1 0 0 0,-1 1 1 0 0,0-1-1 0 0,0 0 0 0 0,3 1 0 0 0,-4-2 3 0 0,0 1 0 0 0,0 0 0 0 0,0-1 0 0 0,0 1 0 0 0,-1 0 0 0 0,1-1 0 0 0,0 1 0 0 0,0-1 0 0 0,0 1 0 0 0,0-1 0 0 0,-1 0 0 0 0,1 1 0 0 0,0-1 0 0 0,-1 0 0 0 0,1 0 0 0 0,0 0 0 0 0,5-5-8 0 0,19-9-8 0 0,0-2 0 0 0,39-34 0 0 0,-59 46 24 0 0,0 1 1 0 0,0 0-1 0 0,1 0 0 0 0,0 1 1 0 0,-1 0-1 0 0,13-5 1 0 0,6-3 31 0 0,-23 11-33 0 0,0 0-1 0 0,0 0 1 0 0,0 0 0 0 0,-1 0-1 0 0,1 0 1 0 0,0 0 0 0 0,0 0-1 0 0,0 1 1 0 0,-1-1 0 0 0,1 0-1 0 0,0 1 1 0 0,0-1 0 0 0,-1 1-1 0 0,1-1 1 0 0,0 1 0 0 0,-1-1-1 0 0,1 1 1 0 0,0-1 0 0 0,-1 1 0 0 0,1-1-1 0 0,-1 1 1 0 0,1 0 0 0 0,-1-1-1 0 0,1 1 1 0 0,-1 0 0 0 0,0 0-1 0 0,1 0 1 0 0,10 19 27 0 0,-9-13-41 0 0,-1 0-1 0 0,1 0 1 0 0,-2 0 0 0 0,1 0-1 0 0,-1 1 1 0 0,0-1-1 0 0,0 0 1 0 0,-2 8-1 0 0,0 13-575 0 0,2-22 110 0 0,0 0 1 0 0,1-1 0 0 0,-1 1-1 0 0,1-1 1 0 0,0 1 0 0 0,4 10-1 0 0,-4-14 202 0 0,-1-1-1 0 0,1 1 1 0 0,0-1 0 0 0,0 1-1 0 0,0-1 1 0 0,0 1 0 0 0,0-1-1 0 0,0 0 1 0 0,0 0-1 0 0,1 1 1 0 0,-1-1 0 0 0,0 0-1 0 0,1 0 1 0 0,-1 0 0 0 0,1 0-1 0 0,-1-1 1 0 0,1 1-1 0 0,0 0 1 0 0,-1-1 0 0 0,1 1-1 0 0,-1-1 1 0 0,1 1 0 0 0,0-1-1 0 0,0 0 1 0 0,-1 1-1 0 0,1-1 1 0 0,2 0 0 0 0,17-1-2146 0 0,-1-1 0 0 0,1-1 1 0 0,23-6-1 0 0,23-10-478 0 0,-20 2 1374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8.003"/>
    </inkml:context>
    <inkml:brush xml:id="br0">
      <inkml:brushProperty name="width" value="0.05" units="cm"/>
      <inkml:brushProperty name="height" value="0.05" units="cm"/>
      <inkml:brushProperty name="color" value="#CC0066"/>
    </inkml:brush>
  </inkml:definitions>
  <inkml:trace contextRef="#ctx0" brushRef="#br0">447 127 1188 0 0,'1'-15'1616'0'0,"-1"12"-1261"0"0,1 0-1 0 0,-1 0 1 0 0,0 0 0 0 0,0 0-1 0 0,0 0 1 0 0,0 0-1 0 0,-1 0 1 0 0,1 0-1 0 0,-1 0 1 0 0,1 0-1 0 0,-1 0 1 0 0,0 0-1 0 0,0 1 1 0 0,-1-1-1 0 0,1 0 1 0 0,-1 1-1 0 0,1-1 1 0 0,-1 1 0 0 0,0-1-1 0 0,-2-2 1 0 0,-3 0-36 0 0,0-1 0 0 0,0 1 1 0 0,-1 0-1 0 0,1 1 1 0 0,-1 0-1 0 0,0 0 0 0 0,0 1 1 0 0,-1 0-1 0 0,1 0 0 0 0,-1 1 1 0 0,1 0-1 0 0,-1 1 1 0 0,0-1-1 0 0,0 2 0 0 0,0-1 1 0 0,1 1-1 0 0,-1 1 1 0 0,0 0-1 0 0,0 0 0 0 0,0 0 1 0 0,1 1-1 0 0,-1 1 1 0 0,1-1-1 0 0,-1 1 0 0 0,1 1 1 0 0,-14 7-1 0 0,3 2-62 0 0,1 1 1 0 0,1 0-1 0 0,0 1 0 0 0,1 1 0 0 0,0 0 0 0 0,-14 21 1 0 0,22-26-195 0 0,1-1 1 0 0,1 2 0 0 0,0-1 0 0 0,1 0-1 0 0,0 1 1 0 0,0 0 0 0 0,1 0-1 0 0,1 1 1 0 0,0-1 0 0 0,1 1 0 0 0,0 0-1 0 0,0 18 1 0 0,2-16-27 0 0,-1-6-21 0 0,1 1 0 0 0,1-1 1 0 0,2 16-1 0 0,-3-23-17 0 0,1 1 0 0 0,0-1 0 0 0,0 1 0 0 0,0-1-1 0 0,0 1 1 0 0,0-1 0 0 0,0 0 0 0 0,1 0 0 0 0,-1 0 0 0 0,1 1 0 0 0,-1-1 0 0 0,1-1 0 0 0,0 1 0 0 0,0 0 0 0 0,0 0 0 0 0,0-1 0 0 0,4 3 0 0 0,-1-1-18 0 0,0-1 1 0 0,0 0 0 0 0,0 0 0 0 0,0 0 0 0 0,0-1 0 0 0,0 0-1 0 0,0 0 1 0 0,1 0 0 0 0,-1 0 0 0 0,0-1 0 0 0,1 0-1 0 0,-1 0 1 0 0,0-1 0 0 0,1 1 0 0 0,-1-1 0 0 0,0 0 0 0 0,0-1-1 0 0,7-1 1 0 0,6-5-50 0 0,-1 0 0 0 0,1-1 0 0 0,26-20 0 0 0,2 0 93 0 0,-26 17 15 0 0,-16 9 8 0 0,1 0-1 0 0,0 0 1 0 0,0 0-1 0 0,0 1 1 0 0,0 0-1 0 0,6-2 1 0 0,-8 3-70 0 0,0 1 1 0 0,0 0-1 0 0,0 0 1 0 0,0 0-1 0 0,-1 0 1 0 0,1 0-1 0 0,0 1 1 0 0,0-1-1 0 0,0 1 1 0 0,0 0-1 0 0,0-1 1 0 0,-1 1-1 0 0,1 1 1 0 0,0-1-1 0 0,3 3 1 0 0,21 3-1479 0 0,-26-6 1311 0 0,1-1 0 0 0,-1 0 1 0 0,1 0-1 0 0,-1 1 0 0 0,1-1 1 0 0,-1 0-1 0 0,1 0 0 0 0,-1 0 1 0 0,1-1-1 0 0,-1 1 0 0 0,1 0 1 0 0,-1 0-1 0 0,1-1 0 0 0,-1 1 1 0 0,1-1-1 0 0,-1 0 0 0 0,2 0 1 0 0,29-40-7243 0 0,-20 23 5184 0 0,-1-1 1 0 0,11-26-1 0 0,-7 12 701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8.343"/>
    </inkml:context>
    <inkml:brush xml:id="br0">
      <inkml:brushProperty name="width" value="0.05" units="cm"/>
      <inkml:brushProperty name="height" value="0.05" units="cm"/>
      <inkml:brushProperty name="color" value="#CC0066"/>
    </inkml:brush>
  </inkml:definitions>
  <inkml:trace contextRef="#ctx0" brushRef="#br0">0 133 292 0 0,'4'-10'816'0'0,"-1"0"1"0"0,0 0-1 0 0,-1 0 1 0 0,1-11-1 0 0,-2 11 750 0 0,1 1 1 0 0,0 0-1 0 0,5-16 0 0 0,-6 24-1346 0 0,-1 1 1 0 0,0 0-1 0 0,1-1 0 0 0,-1 1 0 0 0,0-1 1 0 0,1 1-1 0 0,-1 0 0 0 0,0-1 1 0 0,0 1-1 0 0,0-1 0 0 0,1 1 0 0 0,-1-1 1 0 0,0 1-1 0 0,0-1 0 0 0,0 1 1 0 0,0-1-1 0 0,0 1 0 0 0,0-1 1 0 0,0 1-1 0 0,0-1 0 0 0,0 1 0 0 0,0-1 1 0 0,0 1-1 0 0,0-1 0 0 0,0 1 1 0 0,-1-1-1 0 0,1 1 0 0 0,0 0 0 0 0,0-1 1 0 0,0 1-1 0 0,-1-1 0 0 0,1 1 1 0 0,0-1-1 0 0,0 1 0 0 0,-1 0 1 0 0,1-1-1 0 0,0 1 0 0 0,-1 0 0 0 0,1-1 1 0 0,-1 1-1 0 0,0-1 0 0 0,1 1-109 0 0,-1 1 0 0 0,1-1 0 0 0,-1 0 0 0 0,0 0 0 0 0,1 0-1 0 0,-1 1 1 0 0,1-1 0 0 0,-1 0 0 0 0,1 1 0 0 0,0-1 0 0 0,-1 0-1 0 0,1 1 1 0 0,-1-1 0 0 0,1 0 0 0 0,0 1 0 0 0,-1-1 0 0 0,1 1-1 0 0,0-1 1 0 0,-1 1 0 0 0,1-1 0 0 0,0 1 0 0 0,0-1 0 0 0,-1 1 0 0 0,1-1-1 0 0,0 1 1 0 0,0-1 0 0 0,0 1 0 0 0,0 0 0 0 0,0-1 0 0 0,0 1-1 0 0,0-1 1 0 0,0 1 0 0 0,0-1 0 0 0,0 2 0 0 0,2 31 1696 0 0,1-1 0 0 0,13 55 1 0 0,-5-30-1068 0 0,29 69-662 0 0,-38-113-699 0 0,1 0 0 0 0,9 21 0 0 0,-8-23-735 0 0,1-1 0 0 0,0 0 0 0 0,11 15 0 0 0,-9-15-319 0 0,-2-3-620 0 0,1 1-1 0 0,-1-1 0 0 0,13 12 0 0 0,-15-17 1626 0 0,-1 0 1 0 0,1 0-1 0 0,-1-1 0 0 0,1 1 1 0 0,0-1-1 0 0,-1 0 0 0 0,1 0 1 0 0,0 0-1 0 0,0 0 0 0 0,0 0 1 0 0,0 0-1 0 0,0-1 0 0 0,0 1 1 0 0,6-1-1 0 0,6 0-1123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8.687"/>
    </inkml:context>
    <inkml:brush xml:id="br0">
      <inkml:brushProperty name="width" value="0.05" units="cm"/>
      <inkml:brushProperty name="height" value="0.05" units="cm"/>
      <inkml:brushProperty name="color" value="#CC0066"/>
    </inkml:brush>
  </inkml:definitions>
  <inkml:trace contextRef="#ctx0" brushRef="#br0">74 321 1100 0 0,'-3'1'2756'0'0,"-5"6"41"0"0,7-7-2327 0 0,0 1-1 0 0,0 0 0 0 0,1 0 1 0 0,-1-1-1 0 0,0 1 1 0 0,0 0-1 0 0,0-1 0 0 0,0 1 1 0 0,0-1-1 0 0,0 1 0 0 0,0-1 1 0 0,0 0-1 0 0,0 1 1 0 0,-5-1 2812 0 0,9-8-18 0 0,98-94-787 0 0,-26 5-2286 0 0,-71 93-168 0 0,0 0-1 0 0,-1 1 0 0 0,1-1 1 0 0,-1 0-1 0 0,0 0 0 0 0,0-1 1 0 0,0 1-1 0 0,0-1 0 0 0,-1 0 1 0 0,0 1-1 0 0,0-1 0 0 0,0 0 1 0 0,0 0-1 0 0,-1 0 0 0 0,0-1 1 0 0,0 1-1 0 0,0 0 0 0 0,-1 0 1 0 0,0-9-1 0 0,0 13-4 0 0,0 0-1 0 0,0-1 1 0 0,0 1-1 0 0,-1 0 1 0 0,1 0-1 0 0,0-1 1 0 0,-1 1-1 0 0,1 0 1 0 0,-1 0-1 0 0,1 0 1 0 0,-1 0-1 0 0,0-1 1 0 0,1 1-1 0 0,-1 0 1 0 0,0 0 0 0 0,0 1-1 0 0,0-1 1 0 0,0 0-1 0 0,0 0 1 0 0,0 0-1 0 0,0 0 1 0 0,0 1-1 0 0,0-1 1 0 0,0 1-1 0 0,0-1 1 0 0,0 0-1 0 0,0 1 1 0 0,-1 0-1 0 0,1-1 1 0 0,0 1-1 0 0,0 0 1 0 0,-1 0-1 0 0,1 0 1 0 0,0-1 0 0 0,0 1-1 0 0,-1 1 1 0 0,1-1-1 0 0,-2 0 1 0 0,-3 0 40 0 0,0 1 0 0 0,-1 0 1 0 0,1 0-1 0 0,0 0 1 0 0,0 1-1 0 0,-1 0 0 0 0,-5 3 1 0 0,-1 2 36 0 0,1 0 1 0 0,0 1-1 0 0,0 1 1 0 0,1 0-1 0 0,0 0 0 0 0,0 1 1 0 0,1 1-1 0 0,1 0 1 0 0,0 0-1 0 0,0 0 0 0 0,1 1 1 0 0,1 1-1 0 0,0-1 1 0 0,0 1-1 0 0,2 1 0 0 0,-1-1 1 0 0,2 1-1 0 0,0 0 1 0 0,-3 16-1 0 0,6-24-35 0 0,1 1 1 0 0,-1-1-1 0 0,2 0 0 0 0,-1 0 1 0 0,0 0-1 0 0,1 0 0 0 0,0 0 0 0 0,1 0 1 0 0,3 11-1 0 0,2 6 116 0 0,-6-19-156 0 0,0 0 1 0 0,0 0-1 0 0,1 0 1 0 0,0 0-1 0 0,0 0 0 0 0,0-1 1 0 0,0 1-1 0 0,0-1 1 0 0,1 1-1 0 0,0-1 1 0 0,-1 0-1 0 0,1 0 0 0 0,0 0 1 0 0,1-1-1 0 0,-1 1 1 0 0,5 3-1 0 0,-1-3-101 0 0,0 0 0 0 0,0 0-1 0 0,0 0 1 0 0,0 0 0 0 0,1-1 0 0 0,-1-1-1 0 0,1 1 1 0 0,10 0 0 0 0,4-2-797 0 0,1 0 0 0 0,0-1 0 0 0,-1-1-1 0 0,1-1 1 0 0,22-7 0 0 0,237-51-16371 0 0,-235 45 14819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9.018"/>
    </inkml:context>
    <inkml:brush xml:id="br0">
      <inkml:brushProperty name="width" value="0.05" units="cm"/>
      <inkml:brushProperty name="height" value="0.05" units="cm"/>
      <inkml:brushProperty name="color" value="#CC0066"/>
    </inkml:brush>
  </inkml:definitions>
  <inkml:trace contextRef="#ctx0" brushRef="#br0">480 10 1532 0 0,'-16'-3'1389'0'0,"0"0"1"0"0,0 1-1 0 0,0 1 0 0 0,0 0 1 0 0,0 1-1 0 0,-1 1 0 0 0,1 1 1 0 0,-22 4-1 0 0,7 1-50 0 0,0 2 1 0 0,0 0-1 0 0,-34 17 1 0 0,53-20-881 0 0,0-1-1 0 0,0 2 1 0 0,0 0 0 0 0,-14 12 0 0 0,24-18-404 0 0,0 1 1 0 0,0-1 0 0 0,1 1-1 0 0,-1 0 1 0 0,1-1-1 0 0,0 1 1 0 0,-1 0-1 0 0,1 0 1 0 0,0 0 0 0 0,0 0-1 0 0,0 0 1 0 0,0 0-1 0 0,1 0 1 0 0,-2 4-1 0 0,2-4-51 0 0,0-1-1 0 0,0 1 0 0 0,1 0 0 0 0,-1-1 0 0 0,0 1 0 0 0,1 0 1 0 0,-1-1-1 0 0,1 1 0 0 0,-1-1 0 0 0,1 1 0 0 0,0-1 0 0 0,0 1 0 0 0,0-1 1 0 0,0 0-1 0 0,0 1 0 0 0,0-1 0 0 0,0 0 0 0 0,0 0 0 0 0,0 1 1 0 0,1-1-1 0 0,-1 0 0 0 0,3 1 0 0 0,112 75-676 0 0,-69-48 499 0 0,-37-24 168 0 0,0 0 0 0 0,-1 1 0 0 0,0 0 0 0 0,0 0 0 0 0,0 1 0 0 0,-1 1 0 0 0,0-1 0 0 0,0 1 0 0 0,-1 1 0 0 0,8 10 0 0 0,-11-12 44 0 0,0 0 0 0 0,0 0 0 0 0,-1 0 0 0 0,0 0 0 0 0,-1 0 0 0 0,1 1 0 0 0,-2-1 0 0 0,3 16 0 0 0,-4-18 6 0 0,0-1 0 0 0,0 1 0 0 0,-1 0 0 0 0,1-1 0 0 0,-1 1 1 0 0,0-1-1 0 0,-1 1 0 0 0,1-1 0 0 0,-1 1 0 0 0,0-1 0 0 0,0 0 0 0 0,0 0 0 0 0,-1 0 0 0 0,1 0 1 0 0,-1 0-1 0 0,-5 6 0 0 0,-2 0-47 0 0,-1 0 0 0 0,0 0 0 0 0,0-1 0 0 0,-1 0 0 0 0,0-1 0 0 0,0-1-1 0 0,-1 0 1 0 0,0 0 0 0 0,0-1 0 0 0,-1-1 0 0 0,0 0 0 0 0,0-1 0 0 0,0-1 0 0 0,0 0 0 0 0,0-1 0 0 0,-1 0 0 0 0,-16-1 0 0 0,27-1-255 0 0,0 0 0 0 0,0 0 0 0 0,0-1 0 0 0,0 0 0 0 0,0 0 0 0 0,0 0 0 0 0,0 0 0 0 0,1 0 0 0 0,-1-1 0 0 0,1 0 0 0 0,-1 1-1 0 0,1-2 1 0 0,-1 1 0 0 0,1 0 0 0 0,0 0 0 0 0,0-1 0 0 0,0 0 0 0 0,0 0 0 0 0,1 0 0 0 0,-1 0 0 0 0,1 0 0 0 0,0 0 0 0 0,0 0 0 0 0,0-1 0 0 0,0 1 0 0 0,0-1 0 0 0,1 0 0 0 0,0 1 0 0 0,-1-1 0 0 0,2 0 0 0 0,-2-7-1 0 0,0 1-471 0 0,1 0 0 0 0,0 0-1 0 0,1 0 1 0 0,0 0-1 0 0,0 0 1 0 0,1 1 0 0 0,1-1-1 0 0,-1 0 1 0 0,2 0-1 0 0,-1 1 1 0 0,1-1 0 0 0,5-10-1 0 0,17-29-1421 0 0,-8-1 339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39.406"/>
    </inkml:context>
    <inkml:brush xml:id="br0">
      <inkml:brushProperty name="width" value="0.05" units="cm"/>
      <inkml:brushProperty name="height" value="0.05" units="cm"/>
      <inkml:brushProperty name="color" value="#CC0066"/>
    </inkml:brush>
  </inkml:definitions>
  <inkml:trace contextRef="#ctx0" brushRef="#br0">61 91 1484 0 0,'0'-3'497'0'0,"-3"-47"4015"0"0,2 47-4080 0 0,1 1 0 0 0,-1 0 0 0 0,1 0 0 0 0,-1 0 0 0 0,0-1 0 0 0,0 1 0 0 0,0 0-1 0 0,0 0 1 0 0,0 0 0 0 0,0 0 0 0 0,-1 1 0 0 0,1-1 0 0 0,-1 0 0 0 0,1 0 0 0 0,-1 1 0 0 0,0-1-1 0 0,-3-2 1 0 0,4 4-320 0 0,1 0-1 0 0,-1 0 0 0 0,0 0 0 0 0,1 0 0 0 0,-1 0 1 0 0,1 0-1 0 0,-1 0 0 0 0,0 1 0 0 0,1-1 0 0 0,-1 0 1 0 0,1 0-1 0 0,-1 0 0 0 0,1 1 0 0 0,-1-1 1 0 0,1 0-1 0 0,-1 1 0 0 0,1-1 0 0 0,-1 0 0 0 0,1 1 1 0 0,-1-1-1 0 0,1 0 0 0 0,0 1 0 0 0,-1-1 1 0 0,1 1-1 0 0,0-1 0 0 0,-1 1 0 0 0,1-1 0 0 0,0 1 1 0 0,-1-1-1 0 0,1 1 0 0 0,0 0 0 0 0,-4 9 420 0 0,1-1 0 0 0,0 1 0 0 0,1 0 0 0 0,0 0 0 0 0,0 0 0 0 0,1 0 0 0 0,0 16-1 0 0,9 72 1545 0 0,-3-58-1310 0 0,27 176 1854 0 0,25 2-1389 0 0,5 0-1015 0 0,-35-126-2180 0 0,-26-92 1818 0 0,-1 1 0 0 0,1-1 0 0 0,-1 1 0 0 0,0 0 0 0 0,1-1 0 0 0,-1 1 0 0 0,0 0-1 0 0,0-1 1 0 0,0 1 0 0 0,1 0 0 0 0,-1-1 0 0 0,0 1 0 0 0,0 0 0 0 0,0-1 0 0 0,0 1 0 0 0,0 0-1 0 0,0-1 1 0 0,-1 1 0 0 0,1 0 0 0 0,0-1 0 0 0,0 1 0 0 0,0 0 0 0 0,0-1 0 0 0,-1 1-1 0 0,1 0 1 0 0,0-1 0 0 0,-1 1 0 0 0,1-1 0 0 0,-1 1 0 0 0,1 0 0 0 0,0-1 0 0 0,-2 1-1 0 0,2-1 18 0 0,-1 0-1 0 0,1 0 0 0 0,-1 0 0 0 0,1 0 0 0 0,-1 0 0 0 0,1 0 0 0 0,0 0 0 0 0,-1 0 0 0 0,1 0 0 0 0,-1-1 0 0 0,1 1 0 0 0,0 0 1 0 0,-1 0-1 0 0,1 0 0 0 0,-1-1 0 0 0,1 1 0 0 0,0 0 0 0 0,-1-1 0 0 0,1 1 0 0 0,0 0 0 0 0,-1-1 0 0 0,1 1 0 0 0,0 0 1 0 0,0-1-1 0 0,-1 1 0 0 0,1-1 0 0 0,0 1 0 0 0,0 0 0 0 0,0-1 0 0 0,0 1 0 0 0,-1-1 0 0 0,1 1 0 0 0,0-1 0 0 0,0 1 0 0 0,0 0 1 0 0,0-1-1 0 0,0 1 0 0 0,0-1 0 0 0,0 1 0 0 0,0-1 0 0 0,0 1 0 0 0,0-1 0 0 0,1 1 0 0 0,-1-1 0 0 0,0 1 0 0 0,-6-25-3137 0 0,0 6 1868 0 0,3 1 298 0 0,1 0 1 0 0,1 0-1 0 0,3-31 0 0 0,-1 24-25 0 0,-3-38-1 0 0,-11-212-1890 0 0,12 216 4934 0 0,-10-64 1 0 0,8 67 800 0 0,3 46-1904 0 0,0 1 0 0 0,0-1 0 0 0,-1 1 1 0 0,-1-1-1 0 0,1 1 0 0 0,-1-1 0 0 0,-3-11 3904 0 0,5 21-4634 0 0,8 8 1386 0 0,10 20-73 0 0,-13-13-778 0 0,0-1 0 0 0,-2 1 0 0 0,0-1 0 0 0,2 26 0 0 0,4 18 588 0 0,35 247 2450 0 0,-26-155-5015 0 0,7-5-6169 0 0,-22-107 1687 0 0,-3-35 5158 0 0,0 0-1 0 0,0 0 1 0 0,0 0 0 0 0,0 0 0 0 0,0-1-1 0 0,1 1 1 0 0,0 0 0 0 0,-1 0-1 0 0,1 0 1 0 0,0-1 0 0 0,0 1-1 0 0,0 0 1 0 0,1-1 0 0 0,2 5-1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0.025"/>
    </inkml:context>
    <inkml:brush xml:id="br0">
      <inkml:brushProperty name="width" value="0.05" units="cm"/>
      <inkml:brushProperty name="height" value="0.05" units="cm"/>
      <inkml:brushProperty name="color" value="#CC0066"/>
    </inkml:brush>
  </inkml:definitions>
  <inkml:trace contextRef="#ctx0" brushRef="#br0">419 84 1100 0 0,'-3'-16'6828'0'0,"-5"10"-4391"0"0,6 5-2529 0 0,2 0 189 0 0,0 1 0 0 0,-1-1 0 0 0,1 1 0 0 0,-1-1 0 0 0,1 1 0 0 0,0-1 0 0 0,0 1 0 0 0,-1-1 0 0 0,1 1 1 0 0,0-1-1 0 0,0 1 0 0 0,0-1 0 0 0,0 0 0 0 0,0 1 0 0 0,-1-1 0 0 0,1 1 0 0 0,0-1 0 0 0,0 1 0 0 0,0-1 0 0 0,1 0 0 0 0,-1 1 0 0 0,0-1 0 0 0,0 1 0 0 0,0-1 0 0 0,-2-11 757 0 0,-1 11-635 0 0,-5-6 420 0 0,7-11 4256 0 0,0 17-4823 0 0,1 1 0 0 0,-1-1-1 0 0,1 0 1 0 0,-1 1-1 0 0,0-1 1 0 0,1 0 0 0 0,-1 1-1 0 0,0-1 1 0 0,1 1-1 0 0,-1 0 1 0 0,0-1-1 0 0,0 1 1 0 0,0 0 0 0 0,1-1-1 0 0,-1 1 1 0 0,0 0-1 0 0,0 0 1 0 0,0-1 0 0 0,0 1-1 0 0,0 0 1 0 0,0 0-1 0 0,1 0 1 0 0,-1 0 0 0 0,-2 1-1 0 0,-29-2 1201 0 0,25 2-1123 0 0,1 0 7 0 0,-1 0 0 0 0,1 0 1 0 0,-1 1-1 0 0,1 0 1 0 0,0 1-1 0 0,-10 4 0 0 0,-1 1 25 0 0,5-3-142 0 0,1 0 1 0 0,0 1 0 0 0,0 1 0 0 0,0 0 0 0 0,1 0 0 0 0,0 1 0 0 0,1 0 0 0 0,0 1 0 0 0,0 0 0 0 0,1 1 0 0 0,0-1 0 0 0,0 2 0 0 0,1-1-1 0 0,-6 13 1 0 0,-7 16-48 0 0,2 1 0 0 0,-21 68 0 0 0,32-78 8 0 0,0 1 0 0 0,2 1-1 0 0,-1 43 1 0 0,2-20 5 0 0,1-24-3 0 0,2 0-1 0 0,1 1 0 0 0,2-1 1 0 0,1 0-1 0 0,1 0 1 0 0,10 37-1 0 0,-10-54-3 0 0,-1-1 1 0 0,2 0-1 0 0,0 0 1 0 0,1 0-1 0 0,0 0 0 0 0,1-1 1 0 0,0 0-1 0 0,1 0 1 0 0,0-1-1 0 0,1 0 0 0 0,0 0 1 0 0,0-1-1 0 0,2 0 1 0 0,-1-1-1 0 0,1 0 0 0 0,13 7 1 0 0,-16-11 4 0 0,0-1 0 0 0,0-1-1 0 0,0 1 1 0 0,1-1 0 0 0,-1-1 0 0 0,1 0 0 0 0,0 0 0 0 0,0 0 0 0 0,0-1-1 0 0,0-1 1 0 0,0 1 0 0 0,0-2 0 0 0,10 0 0 0 0,-15 0 0 0 0,0 0-1 0 0,0 0 1 0 0,-1-1 0 0 0,1 0 0 0 0,0 1-1 0 0,-1-1 1 0 0,0 0 0 0 0,4-3 0 0 0,2 0 1 0 0,-6 2 0 0 0,1 1 0 0 0,-1 0 0 0 0,1-1 0 0 0,-1 1 0 0 0,0-1 0 0 0,0 0 0 0 0,0 0 0 0 0,-1 0 0 0 0,1 0 0 0 0,-1-1 0 0 0,0 1 0 0 0,1-1 0 0 0,-2 0 0 0 0,1 1 0 0 0,0-1 0 0 0,-1 0 0 0 0,1 0 0 0 0,-1 0 0 0 0,0 0 0 0 0,-1 0 0 0 0,1-6 0 0 0,0-5 17 0 0,-2-1 0 0 0,0 0 0 0 0,0 0 0 0 0,-6-20 0 0 0,-1-29 21 0 0,8 42-34 0 0,0 0 0 0 0,1 0 0 0 0,2 0 0 0 0,0 1 0 0 0,7-25 0 0 0,-9 43 4 0 0,1 1 0 0 0,-1-1 0 0 0,0 0 1 0 0,1 0-1 0 0,0 1 0 0 0,0-1 0 0 0,0 1 0 0 0,0 0 0 0 0,1-1 0 0 0,-1 1 1 0 0,1 0-1 0 0,0 1 0 0 0,0-1 0 0 0,0 0 0 0 0,0 1 0 0 0,0-1 0 0 0,0 1 1 0 0,1 0-1 0 0,-1 0 0 0 0,1 1 0 0 0,0-1 0 0 0,-1 1 0 0 0,1-1 0 0 0,0 1 1 0 0,0 0-1 0 0,0 1 0 0 0,0-1 0 0 0,0 1 0 0 0,0-1 0 0 0,0 1 1 0 0,5 1-1 0 0,-1 0 60 0 0,1 0 0 0 0,-1 1 0 0 0,1 0 0 0 0,-1 0 1 0 0,0 1-1 0 0,0 0 0 0 0,0 0 0 0 0,0 1 0 0 0,0 0 1 0 0,-1 1-1 0 0,0-1 0 0 0,0 1 0 0 0,11 11 0 0 0,-3-1-21 0 0,-2 0-1 0 0,1 1 0 0 0,-2 1 1 0 0,0 0-1 0 0,-1 0 0 0 0,-1 1 1 0 0,-1 1-1 0 0,0-1 0 0 0,5 21 1 0 0,4 13-56 0 0,21 55-1351 0 0,-38-105 1014 0 0,0 0-1 0 0,0 0 1 0 0,0 0 0 0 0,0 0 0 0 0,0 0 0 0 0,1 0-1 0 0,-1 0 1 0 0,0-1 0 0 0,1 1 0 0 0,0-1-1 0 0,-1 1 1 0 0,1-1 0 0 0,0 1 0 0 0,0-1-1 0 0,0 0 1 0 0,0 0 0 0 0,0 0 0 0 0,0 0-1 0 0,0 0 1 0 0,0 0 0 0 0,0-1 0 0 0,0 1-1 0 0,0-1 1 0 0,0 1 0 0 0,1-1 0 0 0,-1 0-1 0 0,0 0 1 0 0,0 0 0 0 0,1 0 0 0 0,-1 0-1 0 0,0-1 1 0 0,0 1 0 0 0,0-1 0 0 0,0 1-1 0 0,1-1 1 0 0,-1 0 0 0 0,0 0 0 0 0,0 0-1 0 0,3-2 1 0 0,-3 2-40 0 0,0-1-1 0 0,0 1 1 0 0,-1-1-1 0 0,1 0 1 0 0,-1 1-1 0 0,1-1 1 0 0,-1 0-1 0 0,0 0 1 0 0,1 0-1 0 0,-1 0 1 0 0,0 0-1 0 0,0 0 1 0 0,1-5-1 0 0,7-12-1287 0 0,31-39-1868 0 0,-8 1 4580 0 0,-32 55-792 0 0,1 1 0 0 0,0 0 0 0 0,-1 0 0 0 0,1-1 0 0 0,-1 1 0 0 0,0-1 0 0 0,0 1 0 0 0,1 0 0 0 0,-1-1 0 0 0,0 1 0 0 0,0-1 0 0 0,0 1 0 0 0,0 0 0 0 0,-1-1 0 0 0,1 1 0 0 0,0 0 0 0 0,0-1 0 0 0,-1 1 0 0 0,1-1 0 0 0,-1 1 0 0 0,1 0 0 0 0,-1 0 0 0 0,0-1 0 0 0,0 1 0 0 0,1 0 0 0 0,-1 0 0 0 0,0 0 0 0 0,-2-2 0 0 0,2 2-103 0 0,1 1 0 0 0,-1-1 0 0 0,0 1 0 0 0,0-1-1 0 0,0 1 1 0 0,0-1 0 0 0,0 1 0 0 0,0 0 0 0 0,0-1 0 0 0,0 1 0 0 0,0 0 0 0 0,0 0-1 0 0,0 0 1 0 0,0 0 0 0 0,0 0 0 0 0,0 0 0 0 0,0 0 0 0 0,0 0 0 0 0,0 0 0 0 0,0 0-1 0 0,0 0 1 0 0,0 1 0 0 0,0-1 0 0 0,0 0 0 0 0,1 1 0 0 0,-1-1 0 0 0,0 1 0 0 0,0-1-1 0 0,0 1 1 0 0,0-1 0 0 0,0 1 0 0 0,1 0 0 0 0,-1-1 0 0 0,-1 2 0 0 0,-13 32 1085 0 0,15-32-1224 0 0,0 0 0 0 0,-1 0 0 0 0,1 0 0 0 0,0 0 0 0 0,0 0 0 0 0,0 0 0 0 0,1 0 0 0 0,-1 0 0 0 0,0 0 0 0 0,1 0 0 0 0,-1 0 0 0 0,1 0 0 0 0,0 0 0 0 0,0 0 0 0 0,1 2 0 0 0,5 19-14 0 0,-7-17-97 0 0,1 0 0 0 0,0 0 0 0 0,0 0 0 0 0,1 0-1 0 0,0-1 1 0 0,0 1 0 0 0,0-1 0 0 0,0 1-1 0 0,1-1 1 0 0,0 0 0 0 0,4 6 0 0 0,9 18-1506 0 0,-10-9-547 0 0,-6-18 1891 0 0,0-1 0 0 0,0 1 0 0 0,1-1 1 0 0,-1 1-1 0 0,0-1 0 0 0,1 1 0 0 0,0-1 0 0 0,-1 1 0 0 0,1-1 0 0 0,0 1 1 0 0,0-1-1 0 0,0 0 0 0 0,1 2 0 0 0,0 5-3949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0.400"/>
    </inkml:context>
    <inkml:brush xml:id="br0">
      <inkml:brushProperty name="width" value="0.05" units="cm"/>
      <inkml:brushProperty name="height" value="0.05" units="cm"/>
      <inkml:brushProperty name="color" value="#CC0066"/>
    </inkml:brush>
  </inkml:definitions>
  <inkml:trace contextRef="#ctx0" brushRef="#br0">194 168 100 0 0,'-15'-34'1988'0'0,"-14"1"368"0"0,-1 8 217 0 0,15 8 151 0 0,-15 0-392 0 0,0 0-852 0 0,16 9-620 0 0,-1 0-436 0 0,0 8-412 0 0,15-9-408 0 0,0 18-3304 0 0,15-9 1552 0 0,0 8-128 0 0,-1 9 107 0 0,16-1 245 0 0,0-7 324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0.731"/>
    </inkml:context>
    <inkml:brush xml:id="br0">
      <inkml:brushProperty name="width" value="0.05" units="cm"/>
      <inkml:brushProperty name="height" value="0.05" units="cm"/>
      <inkml:brushProperty name="color" value="#CC0066"/>
    </inkml:brush>
  </inkml:definitions>
  <inkml:trace contextRef="#ctx0" brushRef="#br0">1 92 952 0 0,'9'14'877'0'0,"-1"1"0"0"0,0 0 0 0 0,-1 1 0 0 0,7 24 0 0 0,-8-22 342 0 0,1 0 1 0 0,0-1-1 0 0,19 30 0 0 0,60 62 2164 0 0,-83-106-3320 0 0,0 0-1 0 0,0-1 0 0 0,0 1 1 0 0,1-1-1 0 0,-1 0 0 0 0,0 0 1 0 0,1 0-1 0 0,0-1 1 0 0,-1 1-1 0 0,1-1 0 0 0,0 0 1 0 0,0 0-1 0 0,0 0 0 0 0,-1 0 1 0 0,1-1-1 0 0,0 0 1 0 0,0 1-1 0 0,7-2 0 0 0,-5 1-24 0 0,1-1 0 0 0,-1 0 0 0 0,0 0-1 0 0,0-1 1 0 0,0 0 0 0 0,0 0 0 0 0,0 0 0 0 0,0-1-1 0 0,0 0 1 0 0,10-7 0 0 0,11-8-3 0 0,-19 13-26 0 0,0-1 0 0 0,0 0 0 0 0,0 0-1 0 0,-1 0 1 0 0,11-12 0 0 0,-5 1 6 0 0,-1 1-2 0 0,20-32 1 0 0,-29 43-10 0 0,0-1 1 0 0,0 0-1 0 0,-1-1 1 0 0,0 1-1 0 0,0 0 1 0 0,-1-1-1 0 0,1 1 1 0 0,-1-1-1 0 0,0-10 1 0 0,-1 5 6 0 0,0-3 48 0 0,0 0-1 0 0,-1-1 1 0 0,-3-15 0 0 0,2 26 4 0 0,1 0 0 0 0,0 0 1 0 0,-1 0-1 0 0,0 0 0 0 0,0 1 1 0 0,-1-1-1 0 0,1 1 0 0 0,-1-1 0 0 0,0 1 1 0 0,0 0-1 0 0,0 0 0 0 0,-1 1 1 0 0,-5-6-1 0 0,6 6 53 0 0,0 1-1 0 0,0-1 1 0 0,0 1 0 0 0,0 0-1 0 0,-1 0 1 0 0,1 0 0 0 0,-1 0-1 0 0,1 0 1 0 0,-1 1 0 0 0,0 0 0 0 0,1-1-1 0 0,-1 1 1 0 0,-4 0 0 0 0,4 1-32 0 0,1 1 0 0 0,0-1 1 0 0,-1 1-1 0 0,1 0 0 0 0,0-1 1 0 0,0 2-1 0 0,0-1 0 0 0,0 0 1 0 0,0 1-1 0 0,0-1 0 0 0,0 1 1 0 0,0 0-1 0 0,1 0 0 0 0,-1 0 1 0 0,1 0-1 0 0,-4 4 0 0 0,0-1-37 0 0,1 1-1 0 0,0 0 0 0 0,0 0 1 0 0,0 0-1 0 0,1 1 0 0 0,0-1 1 0 0,0 1-1 0 0,1 0 0 0 0,0 0 0 0 0,0 1 1 0 0,0-1-1 0 0,1 0 0 0 0,1 1 1 0 0,-1 0-1 0 0,1-1 0 0 0,0 1 1 0 0,1 10-1 0 0,0-4-30 0 0,-2 7-3 0 0,2-1-1 0 0,1 0 1 0 0,1 0-1 0 0,0 1 1 0 0,1-1-1 0 0,2 0 1 0 0,0-1 0 0 0,8 22-1 0 0,-9-31-13 0 0,1 0-1 0 0,0 0 1 0 0,0-1-1 0 0,0 0 0 0 0,2 0 1 0 0,-1 0-1 0 0,1-1 1 0 0,0 0-1 0 0,0 0 1 0 0,1-1-1 0 0,16 12 1 0 0,-11-9-35 0 0,-8-6-104 0 0,0 0 1 0 0,0-1-1 0 0,0 1 1 0 0,1-1-1 0 0,-1 0 0 0 0,1-1 1 0 0,-1 1-1 0 0,1-1 1 0 0,7 2-1 0 0,0-2-862 0 0,-1-1 0 0 0,1 0-1 0 0,0-1 1 0 0,0 0 0 0 0,0-1-1 0 0,0 0 1 0 0,-1-1 0 0 0,1-1 0 0 0,-1 0-1 0 0,1 0 1 0 0,-1-1 0 0 0,0-1-1 0 0,20-11 1 0 0,8-7-1318 0 0,-8-3 397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1.060"/>
    </inkml:context>
    <inkml:brush xml:id="br0">
      <inkml:brushProperty name="width" value="0.05" units="cm"/>
      <inkml:brushProperty name="height" value="0.05" units="cm"/>
      <inkml:brushProperty name="color" value="#CC0066"/>
    </inkml:brush>
  </inkml:definitions>
  <inkml:trace contextRef="#ctx0" brushRef="#br0">107 209 1288 0 0,'0'0'107'0'0,"0"0"0"0"0,0 0-1 0 0,0-1 1 0 0,0 1 0 0 0,0 0-1 0 0,0-1 1 0 0,0 1 0 0 0,0 0-1 0 0,0-1 1 0 0,0 1 0 0 0,0 0-1 0 0,0 0 1 0 0,-1-1 0 0 0,1 1 0 0 0,0 0-1 0 0,0-1 1 0 0,0 1 0 0 0,0 0-1 0 0,0 0 1 0 0,-1-1 0 0 0,1 1-1 0 0,0 0 1 0 0,0 0 0 0 0,0-1 0 0 0,-1 1-1 0 0,1 0 1 0 0,0 0 0 0 0,0 0-1 0 0,-1 0 1 0 0,1-1 0 0 0,0 1-1 0 0,0 0 1 0 0,-1 0 0 0 0,1 0 0 0 0,0 0-1 0 0,-1 0 1 0 0,1 0 0 0 0,-14 5 3084 0 0,-11 15 1860 0 0,18-11-4064 0 0,-1 0 0 0 0,2 0 0 0 0,0 1 0 0 0,0 0 0 0 0,-6 13 0 0 0,9-15-868 0 0,0-1 1 0 0,0 1-1 0 0,1 0 0 0 0,0 0 0 0 0,1 0 0 0 0,-1 0 1 0 0,2 0-1 0 0,-1 1 0 0 0,1-1 0 0 0,0 0 0 0 0,1 0 1 0 0,0 0-1 0 0,2 9 0 0 0,1 3-64 0 0,-2-13-42 0 0,0 1-1 0 0,0 0 1 0 0,0-1 0 0 0,1 1-1 0 0,0-1 1 0 0,6 12-1 0 0,3 6-10 0 0,-11-23-5 0 0,0 1 0 0 0,0-1 0 0 0,0 0 0 0 0,0 0 0 0 0,0 0 0 0 0,0 0 0 0 0,0 0 0 0 0,1 0 0 0 0,-1 0 0 0 0,1 0 0 0 0,3 3 0 0 0,5 6-21 0 0,-10-10 15 0 0,1 0 1 0 0,-1 0-1 0 0,1-1 0 0 0,-1 1 0 0 0,1 0 0 0 0,0 0 0 0 0,0 0 0 0 0,-1-1 0 0 0,1 1 0 0 0,0 0 0 0 0,0-1 1 0 0,0 1-1 0 0,0-1 0 0 0,0 1 0 0 0,0-1 0 0 0,0 1 0 0 0,0-1 0 0 0,0 0 0 0 0,1 1 0 0 0,1-1-94 0 0,9-3-248 0 0,-7-29 309 0 0,0 19 49 0 0,1 1 1 0 0,1-1 0 0 0,0 1 0 0 0,0 1 0 0 0,1-1 0 0 0,19-19 0 0 0,3 0 117 0 0,34-27 0 0 0,-60 56-112 0 0,0 0 1 0 0,-1 0-1 0 0,1 0 1 0 0,0 0 0 0 0,0 1-1 0 0,1-1 1 0 0,-1 1-1 0 0,0 0 1 0 0,6-1-1 0 0,-8 2-43 0 0,0-1 1 0 0,0 1-1 0 0,1 0 0 0 0,-1 0 1 0 0,0 0-1 0 0,1 0 0 0 0,-1 0 1 0 0,0 0-1 0 0,1 1 0 0 0,-1-1 0 0 0,0 1 1 0 0,0-1-1 0 0,1 1 0 0 0,-1 0 1 0 0,0 0-1 0 0,0 0 0 0 0,0 0 1 0 0,0 0-1 0 0,2 2 0 0 0,13 12-1375 0 0,-13-13 797 0 0,-1 1 1 0 0,0-1 0 0 0,0 1 0 0 0,-1 0-1 0 0,1-1 1 0 0,-1 1 0 0 0,1 0-1 0 0,2 5 1 0 0,-3-4-19 0 0,1-1-1 0 0,0 1 1 0 0,0-1 0 0 0,1 1 0 0 0,-1-1 0 0 0,0 0-1 0 0,1 0 1 0 0,0-1 0 0 0,0 1 0 0 0,0-1 0 0 0,0 1-1 0 0,0-1 1 0 0,0-1 0 0 0,1 1 0 0 0,-1 0 0 0 0,1-1-1 0 0,6 1 1 0 0,16-1-1232 0 0</inkml:trace>
  <inkml:trace contextRef="#ctx0" brushRef="#br0" timeOffset="1">910 0 220 0 0,'-2'2'2134'0'0,"-10"11"2447"0"0,11-11-4123 0 0,1 0 0 0 0,-1-1 0 0 0,0 1 0 0 0,-1 0 0 0 0,1-1 0 0 0,0 0 0 0 0,0 1 0 0 0,-1-1 1 0 0,1 0-1 0 0,0 0 0 0 0,-3 2 0 0 0,3-3-347 0 0,-1 1 0 0 0,1 0 0 0 0,-1 0 0 0 0,1 0 0 0 0,-1 0-1 0 0,1 0 1 0 0,0 0 0 0 0,-1 0 0 0 0,1 0 0 0 0,0 1 0 0 0,0-1 0 0 0,0 0 0 0 0,0 1 0 0 0,0-1 0 0 0,0 1 0 0 0,0-1 0 0 0,0 1 0 0 0,1 0 0 0 0,-1-1 0 0 0,1 1 0 0 0,-1 0 0 0 0,1-1 0 0 0,-1 4-1 0 0,-6 19 137 0 0,5-20-436 0 0,0 0 0 0 0,0 0-1 0 0,1 0 1 0 0,-1 0 0 0 0,1 0 0 0 0,0 0 0 0 0,0 1 0 0 0,1-1 0 0 0,-1 0 0 0 0,1 1-1 0 0,0-1 1 0 0,0 0 0 0 0,0 1 0 0 0,0-1 0 0 0,1 0 0 0 0,1 6 0 0 0,2 2-1242 0 0,-2-1 1 0 0,1 1-1 0 0,-1 0 1 0 0,-1 0-1 0 0,0 18 1 0 0,-1-12-439 0 0,0-1 315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1.390"/>
    </inkml:context>
    <inkml:brush xml:id="br0">
      <inkml:brushProperty name="width" value="0.05" units="cm"/>
      <inkml:brushProperty name="height" value="0.05" units="cm"/>
      <inkml:brushProperty name="color" value="#CC0066"/>
    </inkml:brush>
  </inkml:definitions>
  <inkml:trace contextRef="#ctx0" brushRef="#br0">119 1 524 0 0,'0'8'2348'0'0,"-14"1"437"0"0,-16-1 267 0 0,15 0 144 0 0,0 1-524 0 0,0-1-1040 0 0,0 0-743 0 0,0-8-645 0 0,30 0-8741 0 0,0-8 3148 0 0,15 8 3261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2.175"/>
    </inkml:context>
    <inkml:brush xml:id="br0">
      <inkml:brushProperty name="width" value="0.05" units="cm"/>
      <inkml:brushProperty name="height" value="0.05" units="cm"/>
      <inkml:brushProperty name="color" value="#CC0066"/>
    </inkml:brush>
  </inkml:definitions>
  <inkml:trace contextRef="#ctx0" brushRef="#br0">16 1 296 0 0,'-13'4'18582'0'0,"11"0"-16672"0"0,3-1-1840 0 0,0 0 0 0 0,0 0 0 0 0,1 0 1 0 0,-1 0-1 0 0,1-1 0 0 0,0 1 0 0 0,0 0 0 0 0,0-1 0 0 0,0 1 1 0 0,0-1-1 0 0,0 0 0 0 0,1 0 0 0 0,-1 0 0 0 0,1 0 1 0 0,3 2-1 0 0,2 3 84 0 0,64 64 962 0 0,-37-35-833 0 0,1-2 0 0 0,47 34 0 0 0,-74-61-327 0 0,0 1 0 0 0,-1 0 0 0 0,0 1 0 0 0,8 9 0 0 0,23 24-2409 0 0,-37-41 2097 0 0,-1 1 0 0 0,1-1 0 0 0,0 0 1 0 0,0 0-1 0 0,0 0 0 0 0,0 0 0 0 0,0 0 1 0 0,0 0-1 0 0,0 0 0 0 0,0-1 0 0 0,0 1 1 0 0,0-1-1 0 0,0 0 0 0 0,0 0 0 0 0,1 1 1 0 0,-1-1-1 0 0,0 0 0 0 0,0-1 0 0 0,0 1 1 0 0,0 0-1 0 0,0-1 0 0 0,0 1 1 0 0,1-1-1 0 0,-1 0 0 0 0,0 1 0 0 0,0-1 1 0 0,0 0-1 0 0,1-2 0 0 0,2 0-432 0 0,0 0 0 0 0,-1 0 0 0 0,0-1 0 0 0,0 0 1 0 0,0 0-1 0 0,0 0 0 0 0,0 0 0 0 0,-1-1 0 0 0,4-5 0 0 0,8-16-1169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2.554"/>
    </inkml:context>
    <inkml:brush xml:id="br0">
      <inkml:brushProperty name="width" value="0.05" units="cm"/>
      <inkml:brushProperty name="height" value="0.05" units="cm"/>
      <inkml:brushProperty name="color" value="#CC0066"/>
    </inkml:brush>
  </inkml:definitions>
  <inkml:trace contextRef="#ctx0" brushRef="#br0">374 10 1272 0 0,'0'-1'135'0'0,"0"1"0"0"0,-1-1 0 0 0,1 1 0 0 0,0-1 1 0 0,0 1-1 0 0,0-1 0 0 0,-1 1 0 0 0,1-1 0 0 0,0 1 0 0 0,-1-1 0 0 0,1 1 0 0 0,-1 0 0 0 0,1-1 0 0 0,0 1 0 0 0,-1 0 1 0 0,1-1-1 0 0,-1 1 0 0 0,1 0 0 0 0,-1 0 0 0 0,1-1 0 0 0,-1 1 0 0 0,1 0 0 0 0,-1 0 0 0 0,1 0 0 0 0,-1 0 0 0 0,1-1 0 0 0,-1 1 1 0 0,1 0-1 0 0,-1 0 0 0 0,1 0 0 0 0,-1 0 0 0 0,1 0 0 0 0,-1 1 0 0 0,1-1 0 0 0,-1 0 0 0 0,1 0 0 0 0,-1 0 0 0 0,1 0 1 0 0,-1 0-1 0 0,1 1 0 0 0,-2-1 0 0 0,-21 9 2628 0 0,15-4-1903 0 0,0 1 0 0 0,1 0 0 0 0,0 0 0 0 0,0 0-1 0 0,0 1 1 0 0,1 0 0 0 0,-11 15 0 0 0,-32 61 627 0 0,43-72-1293 0 0,-31 68 530 0 0,2 2 0 0 0,-25 92 0 0 0,46-131-528 0 0,-3 20 18 0 0,-15 101 1 0 0,21-103-296 0 0,10-55-128 0 0,0 1 0 0 0,0 0 1 0 0,1-1-1 0 0,-1 1 0 0 0,1 0 0 0 0,0-1 0 0 0,1 1 0 0 0,0 0 0 0 0,-1-1 0 0 0,2 1 0 0 0,-1-1 0 0 0,1 1 0 0 0,0-1 0 0 0,0 0 0 0 0,0 1 1 0 0,4 5-1 0 0,-5-10 36 0 0,0 0 1 0 0,0-1-1 0 0,0 1 1 0 0,0 0-1 0 0,-1-1 1 0 0,1 1 0 0 0,0-1-1 0 0,0 1 1 0 0,0-1-1 0 0,0 0 1 0 0,0 1-1 0 0,1-1 1 0 0,-1 0 0 0 0,0 0-1 0 0,0 0 1 0 0,0 0-1 0 0,0 0 1 0 0,0 0-1 0 0,0 0 1 0 0,0 0 0 0 0,0 0-1 0 0,0 0 1 0 0,0-1-1 0 0,0 1 1 0 0,0 0 0 0 0,0-1-1 0 0,0 1 1 0 0,0-1-1 0 0,0 1 1 0 0,1-2-1 0 0,33-23-4147 0 0,-30 20 3827 0 0,67-60-4309 0 0,-40 24 2961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2.914"/>
    </inkml:context>
    <inkml:brush xml:id="br0">
      <inkml:brushProperty name="width" value="0.05" units="cm"/>
      <inkml:brushProperty name="height" value="0.05" units="cm"/>
      <inkml:brushProperty name="color" value="#CC0066"/>
    </inkml:brush>
  </inkml:definitions>
  <inkml:trace contextRef="#ctx0" brushRef="#br0">210 59 572 0 0,'-15'4'1285'0'0,"0"1"-1"0"0,0 1 1 0 0,1 0-1 0 0,0 1 1 0 0,0 1 0 0 0,1 0-1 0 0,-16 12 1 0 0,22-14-989 0 0,0 0 0 0 0,0 1 0 0 0,1 0 0 0 0,0 0 0 0 0,0 0 0 0 0,0 1 0 0 0,1-1 0 0 0,0 1 0 0 0,1 1 0 0 0,0-1 0 0 0,0 1 0 0 0,1-1 0 0 0,-4 15 0 0 0,6-20-284 0 0,0 0 0 0 0,1 0 1 0 0,-1 0-1 0 0,1 0 0 0 0,0 0 1 0 0,0 0-1 0 0,0 0 1 0 0,0 0-1 0 0,1 0 0 0 0,-1 0 1 0 0,1 0-1 0 0,-1 0 0 0 0,1 0 1 0 0,0 0-1 0 0,0 0 0 0 0,1 0 1 0 0,-1 0-1 0 0,1-1 0 0 0,-1 1 1 0 0,1 0-1 0 0,2 2 0 0 0,0-2-36 0 0,-1 0 0 0 0,1 0 0 0 0,0 0 0 0 0,0 0 0 0 0,0-1 0 0 0,1 0 0 0 0,-1 0 0 0 0,1 0 0 0 0,-1 0 0 0 0,1-1 0 0 0,-1 1 0 0 0,8 0 0 0 0,-1 0-95 0 0,1-1-1 0 0,0 0 1 0 0,-1-1-1 0 0,1 0 1 0 0,0-1-1 0 0,-1 0 1 0 0,1-1-1 0 0,-1 0 1 0 0,1-1-1 0 0,17-7 1 0 0,-9 1-81 0 0,2-1-217 0 0,41-25 1 0 0,-59 32 383 0 0,1 0 1 0 0,0 0 0 0 0,-1-1 0 0 0,0 0-1 0 0,0 0 1 0 0,0 0 0 0 0,0 0 0 0 0,0-1-1 0 0,-1 1 1 0 0,0-1 0 0 0,0 0 0 0 0,0 0-1 0 0,3-9 1 0 0,0-4 55 0 0,-5 16-14 0 0,-1 1 0 0 0,1-1-1 0 0,0 1 1 0 0,-1-1 0 0 0,1 1-1 0 0,-1-1 1 0 0,1 0-1 0 0,-1 1 1 0 0,0-1 0 0 0,0 0-1 0 0,0 1 1 0 0,0-1 0 0 0,0 0-1 0 0,0 1 1 0 0,0-1-1 0 0,0 0 1 0 0,-1 1 0 0 0,1-1-1 0 0,-1 1 1 0 0,1-1-1 0 0,-1 1 1 0 0,0-1 0 0 0,1 1-1 0 0,-1-1 1 0 0,0 1 0 0 0,-2-3-1 0 0,-4-7-260 0 0,-1 0-1 0 0,0 1 1 0 0,-1 0-1 0 0,0 0 1 0 0,-1 1-1 0 0,0 0 0 0 0,-18-12 1 0 0,27 21 146 0 0,1 0 0 0 0,-1 0 1 0 0,0 0-1 0 0,1 0 0 0 0,-1-1 0 0 0,1 1 0 0 0,-1 0 0 0 0,0-1 1 0 0,1 1-1 0 0,-1 0 0 0 0,1-1 0 0 0,-1 1 0 0 0,1-1 1 0 0,-1 1-1 0 0,1-1 0 0 0,-1 1 0 0 0,1-1 0 0 0,0 1 0 0 0,-1-1 1 0 0,1 1-1 0 0,0-1 0 0 0,-1 1 0 0 0,1-1 0 0 0,0 0 1 0 0,0 1-1 0 0,-1-1 0 0 0,1 0 0 0 0,0 1 0 0 0,0-1 0 0 0,0 1 1 0 0,0-1-1 0 0,0 0 0 0 0,0 1 0 0 0,0-1 0 0 0,0 0 1 0 0,0 1-1 0 0,0-1 0 0 0,0 0 0 0 0,1 1 0 0 0,-1-1 1 0 0,0 0-1 0 0,0 1 0 0 0,1-1 0 0 0,25-18-3926 0 0,-11 10 2587 0 0</inkml:trace>
  <inkml:trace contextRef="#ctx0" brushRef="#br0" timeOffset="1">567 84 1436 0 0,'9'15'1274'0'0,"-4"-9"-561"0"0,-1 1 1 0 0,0-1 0 0 0,0 1 0 0 0,-1 0-1 0 0,0 0 1 0 0,0 1 0 0 0,-1-1-1 0 0,0 1 1 0 0,0-1 0 0 0,0 1 0 0 0,0 8-1 0 0,-4 21 1392 0 0,1-25-1639 0 0,0 1-1 0 0,1 0 1 0 0,1 0 0 0 0,0 0-1 0 0,3 13 1 0 0,-2-18-344 0 0,0 0-37 0 0,0 1-1 0 0,0-1 1 0 0,1 1 0 0 0,0-1 0 0 0,0 0-1 0 0,1 0 1 0 0,0 0 0 0 0,1-1 0 0 0,7 11-1 0 0,-9-14-97 0 0,0-1 0 0 0,1 1-1 0 0,-1-1 1 0 0,1 1 0 0 0,-1-1-1 0 0,1 0 1 0 0,0 0 0 0 0,0-1-1 0 0,1 1 1 0 0,-1-1 0 0 0,0 0-1 0 0,1 0 1 0 0,-1 0 0 0 0,1-1-1 0 0,0 1 1 0 0,0-1 0 0 0,-1-1-1 0 0,1 1 1 0 0,0 0 0 0 0,0-1-1 0 0,0 0 1 0 0,0 0 0 0 0,0-1-1 0 0,-1 1 1 0 0,11-3 0 0 0,2-4-135 0 0,-12 6 74 0 0,0 0 0 0 0,0-1 0 0 0,0 0 0 0 0,0 0 0 0 0,-1 0 0 0 0,1-1 0 0 0,-1 1 0 0 0,0-1 0 0 0,0 0 0 0 0,0 0 1 0 0,0-1-1 0 0,0 1 0 0 0,-1-1 0 0 0,5-6 0 0 0,9-15-241 0 0,26-32-72 0 0,-32 42 474 0 0,6-7 536 0 0,-17 22-600 0 0,1 0-1 0 0,-1-1 0 0 0,1 1 0 0 0,-1 0 1 0 0,1 0-1 0 0,-1-1 0 0 0,1 1 0 0 0,-1 0 0 0 0,1 0 1 0 0,-1 0-1 0 0,1-1 0 0 0,-1 1 0 0 0,1 0 1 0 0,-1 0-1 0 0,1 0 0 0 0,-1 0 0 0 0,1 0 0 0 0,0 0 1 0 0,-1 0-1 0 0,1 0 0 0 0,-1 0 0 0 0,1 1 1 0 0,-1-1-1 0 0,1 0 0 0 0,-1 0 0 0 0,1 0 1 0 0,-1 1-1 0 0,1-1 0 0 0,-1 0 0 0 0,1 0 0 0 0,-1 1 1 0 0,1-1-1 0 0,-1 1 0 0 0,0-1 0 0 0,1 0 1 0 0,-1 1-1 0 0,0-1 0 0 0,1 1 0 0 0,24 10 448 0 0,7 27-188 0 0,-24-32-1009 0 0,-1-1 0 0 0,1 1 0 0 0,0-1 0 0 0,0-1 0 0 0,1 0-1 0 0,-1 0 1 0 0,1-1 0 0 0,0 0 0 0 0,16 4 0 0 0,-8-5-901 0 0,-1 0 1 0 0,1-1 0 0 0,-1 0-1 0 0,27-4 1 0 0,2-4-51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3.290"/>
    </inkml:context>
    <inkml:brush xml:id="br0">
      <inkml:brushProperty name="width" value="0.05" units="cm"/>
      <inkml:brushProperty name="height" value="0.05" units="cm"/>
      <inkml:brushProperty name="color" value="#CC0066"/>
    </inkml:brush>
  </inkml:definitions>
  <inkml:trace contextRef="#ctx0" brushRef="#br0">333 56 1464 0 0,'-28'-22'7086'0'0,"24"18"-6318"0"0,0 1-1 0 0,1-1 1 0 0,-2 1 0 0 0,1 0 0 0 0,0 1 0 0 0,-1-1-1 0 0,1 1 1 0 0,-9-4 0 0 0,6 5-613 0 0,1 0 0 0 0,-1 0-1 0 0,1 1 1 0 0,-1 0 0 0 0,1 0-1 0 0,-1 0 1 0 0,1 1 0 0 0,-1 0 0 0 0,1 0-1 0 0,0 1 1 0 0,-1 0 0 0 0,1 0 0 0 0,0 0-1 0 0,0 1 1 0 0,0 0 0 0 0,1 0-1 0 0,-1 0 1 0 0,1 1 0 0 0,-1 0 0 0 0,-6 7-1 0 0,2-2-127 0 0,0 1 0 0 0,0 0 0 0 0,1 0 0 0 0,1 1 0 0 0,0 0 0 0 0,0 1 0 0 0,1 0 0 0 0,-10 23 0 0 0,14-28-21 0 0,-4 9 11 0 0,1 1 0 0 0,0 1 0 0 0,-5 31 0 0 0,10-46-24 0 0,1 0 0 0 0,-1 1-1 0 0,1-1 1 0 0,0 1 0 0 0,0-1 0 0 0,0 1 0 0 0,0-1-1 0 0,1 1 1 0 0,-1-1 0 0 0,1 0 0 0 0,0 1 0 0 0,0-1-1 0 0,0 0 1 0 0,1 0 0 0 0,-1 1 0 0 0,1-1 0 0 0,-1 0-1 0 0,1 0 1 0 0,0-1 0 0 0,0 1 0 0 0,1 0 0 0 0,-1-1 0 0 0,0 1-1 0 0,1-1 1 0 0,-1 0 0 0 0,6 4 0 0 0,-4-4-50 0 0,0 0 1 0 0,0 0 0 0 0,0 0-1 0 0,0-1 1 0 0,0 1-1 0 0,1-1 1 0 0,-1 0 0 0 0,0 0-1 0 0,1-1 1 0 0,-1 1 0 0 0,1-1-1 0 0,-1 0 1 0 0,1 0-1 0 0,-1-1 1 0 0,0 1 0 0 0,1-1-1 0 0,-1 0 1 0 0,0 0 0 0 0,6-2-1 0 0,2-3-221 0 0,-1 0 0 0 0,1-1 0 0 0,-1 0-1 0 0,20-16 1 0 0,-10 7 50 0 0,-17 12 204 0 0,0 0 0 0 0,0 0 0 0 0,-1 0 0 0 0,1 0-1 0 0,-1-1 1 0 0,0 1 0 0 0,0-1 0 0 0,-1 0-1 0 0,1 0 1 0 0,2-6 0 0 0,-3 5 152 0 0,1 1 0 0 0,-1-1 0 0 0,1 1-1 0 0,1-1 1 0 0,3-4 0 0 0,-7 10-85 0 0,1 0 0 0 0,-1 0 0 0 0,1 0-1 0 0,-1 0 1 0 0,1 0 0 0 0,-1 0 0 0 0,0 0 0 0 0,1-1 0 0 0,-1 1-1 0 0,1 0 1 0 0,-1 0 0 0 0,0 1 0 0 0,1-1 0 0 0,-1 0-1 0 0,1 0 1 0 0,-1 0 0 0 0,1 0 0 0 0,-1 0 0 0 0,0 0 0 0 0,1 0-1 0 0,-1 1 1 0 0,0-1 0 0 0,1 0 0 0 0,-1 0 0 0 0,1 1-1 0 0,-1-1 1 0 0,0 0 0 0 0,0 0 0 0 0,1 1 0 0 0,-1 0 0 0 0,19 17 172 0 0,-14-11-265 0 0,0-1 1 0 0,0 1 0 0 0,-1 0-1 0 0,6 10 1 0 0,-8-12-188 0 0,0 0 1 0 0,1 0-1 0 0,0 0 1 0 0,0-1-1 0 0,0 1 1 0 0,0-1 0 0 0,1 0-1 0 0,-1 0 1 0 0,1 0-1 0 0,7 5 1 0 0,12 14-4282 0 0,-20-22 3994 0 0,0 1 1 0 0,0-1-1 0 0,0 0 1 0 0,0 0-1 0 0,0 0 1 0 0,0 0-1 0 0,0-1 1 0 0,0 1-1 0 0,0-1 1 0 0,0 1-1 0 0,1-1 1 0 0,-1 0-1 0 0,0-1 0 0 0,0 1 1 0 0,0 0-1 0 0,5-2 1 0 0,7-5-1036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3.713"/>
    </inkml:context>
    <inkml:brush xml:id="br0">
      <inkml:brushProperty name="width" value="0.05" units="cm"/>
      <inkml:brushProperty name="height" value="0.05" units="cm"/>
      <inkml:brushProperty name="color" value="#CC0066"/>
    </inkml:brush>
  </inkml:definitions>
  <inkml:trace contextRef="#ctx0" brushRef="#br0">30 171 1100 0 0,'0'0'163'0'0,"0"1"1"0"0,0-1-1 0 0,0 0 1 0 0,0 1-1 0 0,0-1 0 0 0,0 0 1 0 0,0 0-1 0 0,-1 1 0 0 0,1-1 1 0 0,0 0-1 0 0,0 1 1 0 0,0-1-1 0 0,0 0 0 0 0,-1 0 1 0 0,1 1-1 0 0,0-1 0 0 0,0 0 1 0 0,-1 0-1 0 0,1 0 1 0 0,0 1-1 0 0,-1-1 0 0 0,1 0 1 0 0,0 0-1 0 0,-1 0 0 0 0,1 0 1 0 0,0 0-1 0 0,-1 0 0 0 0,1 0 1 0 0,0 0-1 0 0,-1 1 1 0 0,1-1-1 0 0,0 0 0 0 0,-1 0 1 0 0,1 0-1 0 0,0-1 0 0 0,-1 1 1 0 0,1 0-1 0 0,0 0 1 0 0,0 0-1 0 0,-1 0 0 0 0,1 0 1 0 0,0 0-1 0 0,-1 0 0 0 0,1 0 1 0 0,0-1-1 0 0,-1 1 1 0 0,1 0-1 0 0,0 0 0 0 0,0 0 1 0 0,-1-1-1 0 0,1 1 0 0 0,0 0 1 0 0,0 0-1 0 0,0-1 0 0 0,-1 1 1 0 0,1 0-1 0 0,0-1 1 0 0,0 1-1 0 0,0-1 0 0 0,-8 28 2652 0 0,7-24-2678 0 0,0 0 1 0 0,0 0 0 0 0,0 0-1 0 0,0 0 1 0 0,0 0 0 0 0,1 1-1 0 0,-1 5 1 0 0,1 10 169 0 0,0-1 0 0 0,7 33-1 0 0,-6-43-298 0 0,1-1-1 0 0,0 0 0 0 0,0-1 0 0 0,1 1 1 0 0,0 0-1 0 0,0-1 0 0 0,1 0 0 0 0,0 1 1 0 0,0-1-1 0 0,5 6 0 0 0,-4-8-8 0 0,-4-3 1 0 0,0 0 0 0 0,-1 0-1 0 0,1 0 1 0 0,0-1-1 0 0,0 1 1 0 0,-1 0 0 0 0,1 0-1 0 0,0 0 1 0 0,-1 0-1 0 0,1 0 1 0 0,-1 0 0 0 0,1 0-1 0 0,-1 0 1 0 0,0 1-1 0 0,1-1 1 0 0,-1 0 0 0 0,0 0-1 0 0,0 0 1 0 0,0 2-1 0 0,0-1 5 0 0,1-1-1 0 0,-1 0 0 0 0,0 0 0 0 0,1 1 0 0 0,-1-1 1 0 0,1 0-1 0 0,-1 0 0 0 0,1 0 0 0 0,-1 0 0 0 0,1 0 0 0 0,0 0 1 0 0,0 0-1 0 0,0 0 0 0 0,1 2 0 0 0,0-3 149 0 0,-11-12-36 0 0,8 12-113 0 0,1-1 1 0 0,-1 1 0 0 0,1-1-1 0 0,0 1 1 0 0,-1-1 0 0 0,1 1-1 0 0,0-1 1 0 0,0 0 0 0 0,-1 1-1 0 0,1-1 1 0 0,0 1 0 0 0,0-1-1 0 0,0 0 1 0 0,0 1 0 0 0,0-1-1 0 0,0 0 1 0 0,0 1 0 0 0,0-1-1 0 0,0 0 1 0 0,0 1 0 0 0,0-1-1 0 0,0 0 1 0 0,0 1 0 0 0,1-2-1 0 0,-1 1-1 0 0,0 0 0 0 0,0 0 0 0 0,1 0-1 0 0,-1 1 1 0 0,0-1 0 0 0,0 0 0 0 0,0 0-1 0 0,0 0 1 0 0,0 0 0 0 0,0 0 0 0 0,0 0 0 0 0,-1 0-1 0 0,1 0 1 0 0,0 0 0 0 0,0 0 0 0 0,-1 0 0 0 0,1 1-1 0 0,-1-2 1 0 0,-1-4-44 0 0,1 0 0 0 0,1 0 0 0 0,-1 0 1 0 0,1 0-1 0 0,0 0 0 0 0,0 0 0 0 0,0 0 0 0 0,1 0 0 0 0,0 0 0 0 0,1 0 0 0 0,3-11 0 0 0,-1 6-40 0 0,1 1 0 0 0,0-1-1 0 0,0 1 1 0 0,1 0-1 0 0,1 0 1 0 0,0 1-1 0 0,0 0 1 0 0,1 0-1 0 0,0 0 1 0 0,0 1-1 0 0,1 0 1 0 0,10-6-1 0 0,17-18-17 0 0,-17 18 89 0 0,0 1 1 0 0,1 0 0 0 0,1 2 0 0 0,0 0 0 0 0,25-8-1 0 0,100-30 46 0 0,-105 31 35 0 0,-30 13 274 0 0,-30 17 152 0 0,10-7-386 0 0,1 1 0 0 0,0 0 0 0 0,1 1 0 0 0,-1 0 0 0 0,1 0 0 0 0,1 0 1 0 0,-1 1-1 0 0,1 0 0 0 0,1 0 0 0 0,0 1 0 0 0,-6 11 0 0 0,5-8-7 0 0,1 0 0 0 0,1 0 1 0 0,0 0-1 0 0,0 1 0 0 0,1-1 0 0 0,1 1 1 0 0,0 0-1 0 0,-1 16 0 0 0,3-17 13 0 0,0-1-1 0 0,1 1 1 0 0,0 0-1 0 0,1 0 1 0 0,5 17-1 0 0,-6-26-90 0 0,0 0 0 0 0,0 0-1 0 0,0 0 1 0 0,1 0 0 0 0,0 0 0 0 0,-1-1-1 0 0,1 1 1 0 0,0-1 0 0 0,0 1-1 0 0,1-1 1 0 0,-1 1 0 0 0,0-1 0 0 0,1 0-1 0 0,-1 0 1 0 0,1 0 0 0 0,0-1-1 0 0,0 1 1 0 0,0 0 0 0 0,0-1-1 0 0,0 0 1 0 0,0 0 0 0 0,0 0 0 0 0,0 0-1 0 0,0 0 1 0 0,6 0 0 0 0,4 0-239 0 0,-1-1 1 0 0,0 0-1 0 0,0 0 1 0 0,0-2 0 0 0,0 1-1 0 0,0-1 1 0 0,0-1-1 0 0,0 0 1 0 0,0-1-1 0 0,-1 0 1 0 0,0-1-1 0 0,0 0 1 0 0,11-8-1 0 0,109-50-6553 0 0,-51 26 2239 0 0,-23 12 2026 0 0,3 0 512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4.494"/>
    </inkml:context>
    <inkml:brush xml:id="br0">
      <inkml:brushProperty name="width" value="0.05" units="cm"/>
      <inkml:brushProperty name="height" value="0.05" units="cm"/>
      <inkml:brushProperty name="color" value="#CC0066"/>
    </inkml:brush>
  </inkml:definitions>
  <inkml:trace contextRef="#ctx0" brushRef="#br0">358 172 108 0 0,'1'-20'2393'0'0,"0"15"-1510"0"0,0-1-1 0 0,-1 0 1 0 0,0 0-1 0 0,0 0 0 0 0,-1 0 1 0 0,0 1-1 0 0,-2-11 1 0 0,-2 8-117 0 0,4 6-609 0 0,0 0 0 0 0,0 0 0 0 0,1 1 0 0 0,-1-1 0 0 0,0 0 0 0 0,0 0 0 0 0,1 0 0 0 0,0 0 0 0 0,-1 0 0 0 0,1 0 0 0 0,0-2 0 0 0,-1 1-2 0 0,1 0-1 0 0,0 1 1 0 0,-1-1-1 0 0,0 0 1 0 0,1 1-1 0 0,-1-1 1 0 0,0 1 0 0 0,0-1-1 0 0,0 1 1 0 0,-1-1-1 0 0,1 1 1 0 0,-1 0-1 0 0,1 0 1 0 0,-1-1 0 0 0,0 1-1 0 0,0 1 1 0 0,0-1-1 0 0,0 0 1 0 0,0 0-1 0 0,0 1 1 0 0,0-1-1 0 0,-1 1 1 0 0,1-1 0 0 0,-1 1-1 0 0,1 0 1 0 0,-1 0-1 0 0,1 0 1 0 0,-1 0-1 0 0,1 1 1 0 0,-5-1-1 0 0,1 0-20 0 0,1 0 0 0 0,-1 0 0 0 0,0 0 0 0 0,0 1 0 0 0,0 0 0 0 0,0 0-1 0 0,0 1 1 0 0,1 0 0 0 0,-1 0 0 0 0,0 0 0 0 0,0 1 0 0 0,1 0 0 0 0,-11 4-1 0 0,6-1-80 0 0,1 1-1 0 0,0 0 0 0 0,0 1 1 0 0,0 0-1 0 0,0 0 0 0 0,1 1 0 0 0,1 0 1 0 0,-1 1-1 0 0,1-1 0 0 0,0 1 1 0 0,-10 20-1 0 0,-2 1-7 0 0,4-5-11 0 0,-16 33-1 0 0,27-48-28 0 0,0-1 0 0 0,1 1-1 0 0,0-1 1 0 0,1 1 0 0 0,0 0-1 0 0,0 0 1 0 0,0 17 0 0 0,2-16-5 0 0,0-2-8 0 0,0 0 0 0 0,0 0 1 0 0,1 0-1 0 0,4 16 1 0 0,-5-22 4 0 0,1 0 0 0 0,0-1 1 0 0,0 1-1 0 0,1-1 1 0 0,-1 1-1 0 0,1-1 1 0 0,-1 1-1 0 0,1-1 1 0 0,0 0-1 0 0,0 0 1 0 0,0 0-1 0 0,0 0 1 0 0,0 0-1 0 0,0 0 1 0 0,0 0-1 0 0,1-1 1 0 0,-1 1-1 0 0,1-1 0 0 0,-1 0 1 0 0,4 2-1 0 0,0-2 7 0 0,0 1-1 0 0,0-1 0 0 0,0 0 0 0 0,0-1 0 0 0,0 1 1 0 0,0-1-1 0 0,0 0 0 0 0,0-1 0 0 0,0 1 0 0 0,0-1 0 0 0,0-1 1 0 0,-1 1-1 0 0,1-1 0 0 0,0 0 0 0 0,8-4 0 0 0,11-6 28 0 0,-1-1 0 0 0,27-20 0 0 0,-3 2-9 0 0,-46 30-23 0 0,0 0 0 0 0,-1 0-1 0 0,1 0 1 0 0,0 1-1 0 0,0-1 1 0 0,0 1-1 0 0,0-1 1 0 0,0 1 0 0 0,0-1-1 0 0,0 1 1 0 0,1 0-1 0 0,-1 0 1 0 0,0 0-1 0 0,0 0 1 0 0,0 1-1 0 0,0-1 1 0 0,0 0 0 0 0,0 1-1 0 0,0 0 1 0 0,0-1-1 0 0,0 1 1 0 0,0 0-1 0 0,-1 0 1 0 0,1 0-1 0 0,0 0 1 0 0,2 2 0 0 0,3 3-21 0 0,0 1 1 0 0,0-1-1 0 0,-1 1 1 0 0,10 14 0 0 0,7 8-82 0 0,-12-21-467 0 0,-1 1-1 0 0,1-1 1 0 0,1-1 0 0 0,-1 0 0 0 0,1-1-1 0 0,1 0 1 0 0,-1 0 0 0 0,1-2 0 0 0,0 0-1 0 0,14 3 1 0 0,-3-2-1359 0 0,1-1 1 0 0,-1-2-1 0 0,1 0 0 0 0,42-4 1 0 0,-7-5-344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4.823"/>
    </inkml:context>
    <inkml:brush xml:id="br0">
      <inkml:brushProperty name="width" value="0.05" units="cm"/>
      <inkml:brushProperty name="height" value="0.05" units="cm"/>
      <inkml:brushProperty name="color" value="#CC0066"/>
    </inkml:brush>
  </inkml:definitions>
  <inkml:trace contextRef="#ctx0" brushRef="#br0">78 18 940 0 0,'-1'-1'266'0'0,"0"0"1"0"0,-1-1-1 0 0,1 1 0 0 0,0 0 0 0 0,0 0 1 0 0,0-1-1 0 0,-1 1 0 0 0,1 0 0 0 0,-1 0 1 0 0,1 1-1 0 0,-1-1 0 0 0,1 0 0 0 0,-1 0 1 0 0,1 1-1 0 0,-1-1 0 0 0,0 1 1 0 0,1-1-1 0 0,-1 1 0 0 0,-2 0 0 0 0,2 0-6 0 0,1 0-1 0 0,0 1 1 0 0,0-1-1 0 0,0 1 1 0 0,-1-1-1 0 0,1 1 1 0 0,0 0-1 0 0,0-1 1 0 0,0 1-1 0 0,0 0 1 0 0,0 0-1 0 0,0 0 1 0 0,0 0 0 0 0,0 0-1 0 0,0 0 1 0 0,1 0-1 0 0,-1 0 1 0 0,0 0-1 0 0,0 2 1 0 0,-12 31 3268 0 0,6 1-3405 0 0,4-2 543 0 0,1 1 1 0 0,2 0 0 0 0,1 0 0 0 0,7 38 0 0 0,-2-20 113 0 0,41 263 2896 0 0,-30-229-3172 0 0,-6-21-393 0 0,4 0 1 0 0,2-1-1 0 0,27 65 0 0 0,-34-103-384 0 0,-9-22 15 0 0,0 0-1 0 0,1 0 1 0 0,-1 0-1 0 0,1 0 1 0 0,0-1-1 0 0,0 1 1 0 0,4 5-1 0 0,-6-9 151 0 0,1 0 0 0 0,-1 0-1 0 0,0 1 1 0 0,0-1-1 0 0,1 0 1 0 0,-1 0-1 0 0,0 1 1 0 0,0-1 0 0 0,1 0-1 0 0,-1 0 1 0 0,0 0-1 0 0,1 1 1 0 0,-1-1 0 0 0,0 0-1 0 0,1 0 1 0 0,-1 0-1 0 0,0 0 1 0 0,1 0 0 0 0,-1 0-1 0 0,0 0 1 0 0,1 0-1 0 0,-1 0 1 0 0,0 0 0 0 0,1 0-1 0 0,-1 0 1 0 0,1 0-1 0 0,-1 0 1 0 0,0 0 0 0 0,1 0-1 0 0,-1 0 1 0 0,0 0-1 0 0,1 0 1 0 0,-1-1 0 0 0,0 1-1 0 0,1 0 1 0 0,9-14-4190 0 0,-8 9 3426 0 0,0 1 1 0 0,-1 0-1 0 0,1-1 0 0 0,-1 0 1 0 0,0 1-1 0 0,0-8 0 0 0,-1-55-4322 0 0,0 26 3377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5.172"/>
    </inkml:context>
    <inkml:brush xml:id="br0">
      <inkml:brushProperty name="width" value="0.05" units="cm"/>
      <inkml:brushProperty name="height" value="0.05" units="cm"/>
      <inkml:brushProperty name="color" value="#CC0066"/>
    </inkml:brush>
  </inkml:definitions>
  <inkml:trace contextRef="#ctx0" brushRef="#br0">147 138 524 0 0,'-68'-12'5571'0'0,"5"1"2641"0"0,48 5-3897 0 0,19-1-1578 0 0,29-6-953 0 0,-25 11-1930 0 0,140-39 584 0 0,-104 30-694 0 0,0 2 0 0 0,1 2 0 0 0,51-2 0 0 0,-44 5-1132 0 0,-45 3 966 0 0,58-3-3725 0 0,-59 4 2948 0 0,0 0-1 0 0,-1 0 1 0 0,1 1 0 0 0,0-1 0 0 0,-1 2-1 0 0,1-1 1 0 0,-1 0 0 0 0,9 4 0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5.530"/>
    </inkml:context>
    <inkml:brush xml:id="br0">
      <inkml:brushProperty name="width" value="0.05" units="cm"/>
      <inkml:brushProperty name="height" value="0.05" units="cm"/>
      <inkml:brushProperty name="color" value="#CC0066"/>
    </inkml:brush>
  </inkml:definitions>
  <inkml:trace contextRef="#ctx0" brushRef="#br0">164 235 184 0 0,'-14'7'1901'0'0,"-1"0"0"0"0,0-2 0 0 0,-1 1 0 0 0,-21 3 0 0 0,0 1 4309 0 0,36-10-5710 0 0,-15 3 1500 0 0,15-2-1931 0 0,1-1 0 0 0,0 0-1 0 0,-1 0 1 0 0,1 0-1 0 0,-1 0 1 0 0,1 0 0 0 0,0 0-1 0 0,-1 0 1 0 0,1 0 0 0 0,0 0-1 0 0,-1 0 1 0 0,1 0 0 0 0,-1 0-1 0 0,1 0 1 0 0,0 0-1 0 0,-1 0 1 0 0,1 0 0 0 0,0-1-1 0 0,-1 1 1 0 0,1 0 0 0 0,-1 0-1 0 0,1 0 1 0 0,0-1-1 0 0,0 1 1 0 0,-1 0 0 0 0,1 0-1 0 0,0-1 1 0 0,-1 1 0 0 0,1 0-1 0 0,0-1 1 0 0,0 1 0 0 0,0 0-1 0 0,-1-1 1 0 0,1 1-1 0 0,0 0 1 0 0,0-1 0 0 0,0 1-1 0 0,0 0 1 0 0,-1-1 0 0 0,2 0-20 0 0,-1 0 0 0 0,1 0 0 0 0,-1 0 0 0 0,1 1 1 0 0,-1-1-1 0 0,1 0 0 0 0,-1 0 0 0 0,1 1 0 0 0,0-1 1 0 0,0 0-1 0 0,-1 1 0 0 0,1-1 0 0 0,0 1 0 0 0,0-1 1 0 0,-1 1-1 0 0,1-1 0 0 0,0 1 0 0 0,0-1 0 0 0,0 1 1 0 0,0 0-1 0 0,0 0 0 0 0,1-1 0 0 0,8-3 152 0 0,-1-3-63 0 0,0 0-111 0 0,0 0 0 0 0,1 1 0 0 0,15-8 0 0 0,3-1-676 0 0,0-1-1 0 0,27-23 0 0 0,-29 21-1306 0 0,1 0 0 0 0,32-15 0 0 0,75-34-10330 0 0,-104 57 10250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5.859"/>
    </inkml:context>
    <inkml:brush xml:id="br0">
      <inkml:brushProperty name="width" value="0.05" units="cm"/>
      <inkml:brushProperty name="height" value="0.05" units="cm"/>
      <inkml:brushProperty name="color" value="#CC0066"/>
    </inkml:brush>
  </inkml:definitions>
  <inkml:trace contextRef="#ctx0" brushRef="#br0">1 351 892 0 0,'3'24'4500'0'0,"-3"-24"-4274"0"0,0 0 1 0 0,0 1 0 0 0,1-1 0 0 0,-1 0-1 0 0,0 1 1 0 0,0-1 0 0 0,0 0-1 0 0,1 1 1 0 0,-1-1 0 0 0,0 0-1 0 0,0 1 1 0 0,1-1 0 0 0,-1 0 0 0 0,0 0-1 0 0,1 1 1 0 0,-1-1 0 0 0,0 0-1 0 0,1 0 1 0 0,-1 0 0 0 0,0 0-1 0 0,1 1 1 0 0,-1-1 0 0 0,0 0 0 0 0,1 0-1 0 0,-1 0 1 0 0,1 0 0 0 0,-1 0-1 0 0,1 0 1 0 0,17-9 4979 0 0,-4-3-6607 0 0,6-2 1663 0 0,40-24 1 0 0,-43 28-240 0 0,0 0 0 0 0,-1-2 1 0 0,16-12-1 0 0,-7 3-3 0 0,-22 19-20 0 0,0 0 1 0 0,0 0-1 0 0,0 0 0 0 0,0-1 1 0 0,-1 1-1 0 0,1-1 0 0 0,-1 0 0 0 0,0 1 1 0 0,0-1-1 0 0,0 0 0 0 0,0 0 1 0 0,2-5-1 0 0,3-9 10 0 0,-6 14 15 0 0,1 0 1 0 0,-1-1-1 0 0,1 1 0 0 0,-1 0 0 0 0,0-1 0 0 0,0 1 1 0 0,-1-1-1 0 0,1 1 0 0 0,-1-1 0 0 0,0 0 0 0 0,0 1 0 0 0,0-1 1 0 0,0 1-1 0 0,-1-1 0 0 0,0-4 0 0 0,-1 2 82 0 0,0 0-1 0 0,0-1 1 0 0,0 1 0 0 0,-1 0-1 0 0,0 1 1 0 0,-1-1 0 0 0,1 0-1 0 0,-1 1 1 0 0,0 0 0 0 0,0 0-1 0 0,-1 0 1 0 0,1 0-1 0 0,-9-5 1 0 0,8 5 10 0 0,-1 1 1 0 0,1 0-1 0 0,-1 0 1 0 0,0 1-1 0 0,-1 0 1 0 0,1 0-1 0 0,-7-2 1 0 0,11 5-103 0 0,0-1 1 0 0,0 1-1 0 0,0 0 1 0 0,0 0-1 0 0,0 0 1 0 0,0 0-1 0 0,0 0 1 0 0,-1 0-1 0 0,1 1 1 0 0,0-1-1 0 0,0 1 1 0 0,1 0-1 0 0,-1-1 0 0 0,0 1 1 0 0,0 0-1 0 0,0 0 1 0 0,0 0-1 0 0,1 0 1 0 0,-1 0-1 0 0,0 1 1 0 0,1-1-1 0 0,-1 0 1 0 0,1 1-1 0 0,-1-1 1 0 0,1 1-1 0 0,0 0 1 0 0,-2 3-1 0 0,-6 9 18 0 0,1 0-1 0 0,1 1 0 0 0,0 1 1 0 0,1-1-1 0 0,0 1 0 0 0,2 0 0 0 0,0 0 1 0 0,0 0-1 0 0,-1 29 0 0 0,3-29-1 0 0,0 0 3 0 0,0-1 0 0 0,2 1 0 0 0,0 0 1 0 0,1-1-1 0 0,0 1 0 0 0,1 0 0 0 0,1-1 0 0 0,5 16 1 0 0,-7-25-119 0 0,1 0 0 0 0,0-1 0 0 0,0 0 1 0 0,1 1-1 0 0,-1-1 0 0 0,1 0 1 0 0,0 0-1 0 0,1 0 0 0 0,-1-1 0 0 0,1 1 1 0 0,0-1-1 0 0,0 0 0 0 0,0 0 1 0 0,1 0-1 0 0,-1 0 0 0 0,1-1 0 0 0,0 0 1 0 0,0 0-1 0 0,0 0 0 0 0,0 0 1 0 0,1-1-1 0 0,-1 0 0 0 0,1 0 0 0 0,-1-1 1 0 0,11 2-1 0 0,1-2-1125 0 0,0-1 1 0 0,0 0-1 0 0,0-1 1 0 0,0-1-1 0 0,-1-1 1 0 0,1-1-1 0 0,-1 0 1 0 0,1-1-1 0 0,-1 0 1 0 0,-1-2-1 0 0,1 0 1 0 0,19-12-1 0 0,-3 1-725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6.218"/>
    </inkml:context>
    <inkml:brush xml:id="br0">
      <inkml:brushProperty name="width" value="0.05" units="cm"/>
      <inkml:brushProperty name="height" value="0.05" units="cm"/>
      <inkml:brushProperty name="color" value="#CC0066"/>
    </inkml:brush>
  </inkml:definitions>
  <inkml:trace contextRef="#ctx0" brushRef="#br0">121 1 760 0 0,'-10'5'1471'0'0,"1"1"1"0"0,-1 0-1 0 0,2 0 0 0 0,-1 1 1 0 0,1 0-1 0 0,0 1 0 0 0,0 0 1 0 0,-10 14-1 0 0,14-15-1159 0 0,0 0 1 0 0,0 0-1 0 0,0 1 0 0 0,1-1 1 0 0,0 1-1 0 0,1 0 1 0 0,0 0-1 0 0,0 0 0 0 0,1 0 1 0 0,0 1-1 0 0,0-1 1 0 0,1 9-1 0 0,0-7-176 0 0,-1-1 7 0 0,1 0 0 0 0,0 0 1 0 0,0 0-1 0 0,1 0 0 0 0,1 0 0 0 0,0 1 0 0 0,0-2 0 0 0,0 1 0 0 0,7 15 0 0 0,-6-19-63 0 0,-2-2-70 0 0,0-1 0 0 0,1 1 0 0 0,-1-1 1 0 0,0 1-1 0 0,1-1 0 0 0,-1 0 0 0 0,1 0 0 0 0,0 0 0 0 0,0 0 1 0 0,0 0-1 0 0,0 0 0 0 0,0 0 0 0 0,0 0 0 0 0,0-1 1 0 0,1 1-1 0 0,-1-1 0 0 0,5 2 0 0 0,-5-3-25 0 0,3-5 22 0 0,-4 5-7 0 0,0 0 1 0 0,-1-1-1 0 0,1 1 1 0 0,-1 0-1 0 0,1-1 1 0 0,-1 1-1 0 0,1 0 1 0 0,-1-1-1 0 0,1 1 0 0 0,-1 0 1 0 0,0-1-1 0 0,1 1 1 0 0,-1-1-1 0 0,1 1 1 0 0,-1-1-1 0 0,0 1 1 0 0,1-1-1 0 0,-1 1 1 0 0,0-1-1 0 0,0 1 1 0 0,0-1-1 0 0,1 0 1 0 0,-1 1-1 0 0,0-1 1 0 0,0 1-1 0 0,0-2 1 0 0,1-13-11 0 0,0 1 0 0 0,1-1 1 0 0,6-22-1 0 0,-4-3-32 0 0,-3 13 15 0 0,1 19 18 0 0,0-5 5 0 0,0 0 1 0 0,1 1-1 0 0,1 0 0 0 0,0-1 1 0 0,0 1-1 0 0,1 1 0 0 0,12-21 1 0 0,-11 22 31 0 0,10-13 106 0 0,-16 22-126 0 0,1 1 1 0 0,-1 0-1 0 0,0-1 0 0 0,1 1 1 0 0,-1 0-1 0 0,1-1 0 0 0,-1 1 1 0 0,1 0-1 0 0,-1-1 0 0 0,1 1 1 0 0,-1 0-1 0 0,1 0 0 0 0,-1 0 1 0 0,1 0-1 0 0,-1 0 0 0 0,1 0 1 0 0,-1-1-1 0 0,1 1 0 0 0,-1 0 1 0 0,1 0-1 0 0,0 0 0 0 0,-1 1 1 0 0,1-1-1 0 0,-1 0 0 0 0,1 0 1 0 0,-1 0-1 0 0,1 0 0 0 0,-1 0 1 0 0,1 1-1 0 0,-1-1 0 0 0,1 0 1 0 0,-1 0-1 0 0,1 1 0 0 0,-1-1 1 0 0,0 0-1 0 0,1 1 1 0 0,-1-1-1 0 0,1 1 0 0 0,-1-1 1 0 0,1 1-1 0 0,5 9 196 0 0,-1 1-1 0 0,0-1 1 0 0,-1 1 0 0 0,0 0-1 0 0,0 0 1 0 0,-1 0 0 0 0,-1 0-1 0 0,2 14 1 0 0,3 11 200 0 0,-2 15 41 0 0,-4-46-429 0 0,1 0 1 0 0,-1 0-1 0 0,1 0 0 0 0,0-1 0 0 0,0 1 1 0 0,0-1-1 0 0,1 0 0 0 0,0 1 0 0 0,0-1 0 0 0,0 0 1 0 0,0-1-1 0 0,0 1 0 0 0,7 5 0 0 0,-8-9-12 0 0,1-1 0 0 0,-1 0 0 0 0,0 1 0 0 0,1-1-1 0 0,-1 0 1 0 0,0 0 0 0 0,0 0 0 0 0,0 0-1 0 0,1-1 1 0 0,-1 1 0 0 0,-1 0 0 0 0,1-1-1 0 0,2-2 1 0 0,6-5 1 0 0,-1-1 1 0 0,0-1-1 0 0,0 0 1 0 0,10-19-1 0 0,-11 18-7 0 0,0 1-1 0 0,0-1 1 0 0,14-13-1 0 0,-9 13-9 0 0,-6 5 9 0 0,0 0-1 0 0,1 0 1 0 0,17-10-1 0 0,-25 17 4 0 0,0 0 1 0 0,1-1-1 0 0,-1 1 0 0 0,1 0 0 0 0,-1 0 0 0 0,1 0 0 0 0,0 0 0 0 0,-1 0 0 0 0,1 0 0 0 0,-1 0 0 0 0,1 0 0 0 0,-1 1 0 0 0,1-1 0 0 0,-1 0 0 0 0,0 0 0 0 0,1 0 0 0 0,-1 0 0 0 0,1 1 0 0 0,-1-1 0 0 0,1 0 0 0 0,-1 0 0 0 0,1 1 0 0 0,-1-1 0 0 0,0 0 0 0 0,1 1 0 0 0,-1-1 0 0 0,0 0 0 0 0,1 1 1 0 0,-1-1-1 0 0,0 1 0 0 0,1-1 0 0 0,-1 1 0 0 0,0-1 0 0 0,0 0 0 0 0,0 1 0 0 0,1-1 0 0 0,-1 1 0 0 0,0-1 0 0 0,0 1 0 0 0,0-1 0 0 0,0 1 0 0 0,0-1 0 0 0,0 2 0 0 0,4 23 19 0 0,-4-23-19 0 0,3 7-3 0 0,0 0 0 0 0,-1 0 0 0 0,0 0 0 0 0,-1 0 0 0 0,0 0 0 0 0,0 1 0 0 0,-1 12 0 0 0,0-19-56 0 0,0 0 0 0 0,0 0 0 0 0,0-1-1 0 0,0 1 1 0 0,0 0 0 0 0,1 0 0 0 0,0-1 0 0 0,-1 1 0 0 0,1 0-1 0 0,0-1 1 0 0,0 1 0 0 0,1-1 0 0 0,-1 1 0 0 0,0-1 0 0 0,3 3-1 0 0,-1-3-145 0 0,-1 0 0 0 0,1 0 0 0 0,-1 0 0 0 0,1 0-1 0 0,0-1 1 0 0,0 1 0 0 0,0-1 0 0 0,0 0-1 0 0,0 0 1 0 0,0 0 0 0 0,0 0 0 0 0,0 0 0 0 0,6 0-1 0 0,3-1-757 0 0,-1-1-1 0 0,1 1 0 0 0,-1-2 0 0 0,1 0 0 0 0,-1 0 0 0 0,0-1 0 0 0,0 0 1 0 0,0-1-1 0 0,19-9 0 0 0,19-6-1774 0 0,55-22-1542 0 0,-46 23 2606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6.561"/>
    </inkml:context>
    <inkml:brush xml:id="br0">
      <inkml:brushProperty name="width" value="0.05" units="cm"/>
      <inkml:brushProperty name="height" value="0.05" units="cm"/>
      <inkml:brushProperty name="color" value="#CC0066"/>
    </inkml:brush>
  </inkml:definitions>
  <inkml:trace contextRef="#ctx0" brushRef="#br0">359 641 448 0 0,'2'0'400'0'0,"31"-1"4252"0"0,-26-2-1505 0 0,-20-3-232 0 0,3 5-2303 0 0,0 0-1 0 0,1 0 1 0 0,-1 1-1 0 0,0 0 1 0 0,0 1-1 0 0,0 0 0 0 0,0 1 1 0 0,0 0-1 0 0,1 0 1 0 0,-18 7-1 0 0,-93 43 759 0 0,115-50-1276 0 0,-8 5-5 0 0,1 1 1 0 0,0-1-1 0 0,0 2 0 0 0,1 0 1 0 0,-19 18-1 0 0,26-22-79 0 0,-1-1 0 0 0,1 1-1 0 0,0 0 1 0 0,0 0 0 0 0,1 0-1 0 0,-1 1 1 0 0,1-1 0 0 0,0 1 0 0 0,1 0-1 0 0,-1 0 1 0 0,1 0 0 0 0,1 0-1 0 0,-1 0 1 0 0,-1 9 0 0 0,3-3-15 0 0,0-7-8 0 0,0 0 1 0 0,0-1 0 0 0,0 1-1 0 0,1 0 1 0 0,-1-1 0 0 0,3 6-1 0 0,-3-8 5 0 0,1 0 0 0 0,0 0 0 0 0,0-1-1 0 0,0 1 1 0 0,0-1 0 0 0,0 1 0 0 0,0-1 0 0 0,1 1 0 0 0,-1-1-1 0 0,1 1 1 0 0,-1-1 0 0 0,1 0 0 0 0,-1 0 0 0 0,1 0-1 0 0,-1 0 1 0 0,1 0 0 0 0,0 0 0 0 0,0-1 0 0 0,2 2 0 0 0,1-1-7 0 0,0 1 0 0 0,0-1 1 0 0,0 0-1 0 0,0 0 1 0 0,0-1-1 0 0,0 0 0 0 0,0 0 1 0 0,0 0-1 0 0,1 0 1 0 0,-1-1-1 0 0,7-2 0 0 0,57-20-17 0 0,-15 3-53 0 0,-46 19-274 0 0,0 0-1 0 0,0 0 0 0 0,0 1 0 0 0,0 0 1 0 0,0 0-1 0 0,10 2 0 0 0,-11-1-509 0 0,-1 0 0 0 0,1-1 1 0 0,0 0-1 0 0,-1 0 0 0 0,1 0 0 0 0,0-1 0 0 0,11-3 1 0 0,-7-1-481 0 0,0 0 0 0 0,0-1 0 0 0,-1 0 0 0 0,10-8 0 0 0,-4 3 252 0 0,27-14-863 0 0</inkml:trace>
  <inkml:trace contextRef="#ctx0" brushRef="#br0" timeOffset="1">731 13 1388 0 0,'-11'-8'2554'0'0,"1"3"1986"0"0,9 6-4187 0 0,0-1 1 0 0,0 1 0 0 0,0 0-1 0 0,0 0 1 0 0,0-1-1 0 0,1 1 1 0 0,-1 0-1 0 0,0 0 1 0 0,1 0-1 0 0,-1 0 1 0 0,1 0-1 0 0,-1 0 1 0 0,1 0 0 0 0,-1 0-1 0 0,0 2 1 0 0,-5 12 841 0 0,1 1 1 0 0,1-1-1 0 0,0 1 1 0 0,1 0-1 0 0,-2 30 1 0 0,4 90 703 0 0,2-74-766 0 0,14 174 1146 0 0,0-112-2856 0 0,-10-91-1280 0 0,9-5-3909 0 0,-13-27 5316 0 0,1 0 0 0 0,-1 1 0 0 0,0-1-1 0 0,0 0 1 0 0,1 0 0 0 0,-1 0 0 0 0,1 0 0 0 0,-1 0 0 0 0,1 0 0 0 0,-1-1 0 0 0,1 1 0 0 0,0 0 0 0 0,-1-1-1 0 0,1 1 1 0 0,0-1 0 0 0,-1 0 0 0 0,1 1 0 0 0,0-1 0 0 0,0 0 0 0 0,-1 0 0 0 0,1 0 0 0 0,0 0 0 0 0,0 0 0 0 0,-1-1-1 0 0,1 1 1 0 0,0-1 0 0 0,-1 1 0 0 0,1-1 0 0 0,0 1 0 0 0,-1-1 0 0 0,1 0 0 0 0,2-2 0 0 0,11-5-2072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6.889"/>
    </inkml:context>
    <inkml:brush xml:id="br0">
      <inkml:brushProperty name="width" value="0.05" units="cm"/>
      <inkml:brushProperty name="height" value="0.05" units="cm"/>
      <inkml:brushProperty name="color" value="#CC0066"/>
    </inkml:brush>
  </inkml:definitions>
  <inkml:trace contextRef="#ctx0" brushRef="#br0">75 350 60 0 0,'2'0'16094'0'0,"8"-2"-14582"0"0,20-21 1821 0 0,12-24-2643 0 0,-24 27-503 0 0,-9 8-165 0 0,0 0-1 0 0,0 0 1 0 0,-1 0-1 0 0,-1-1 1 0 0,0-1-1 0 0,0 1 1 0 0,-2-1-1 0 0,8-25 1 0 0,-13 33-21 0 0,1 1 0 0 0,-1 0 0 0 0,-1 0 0 0 0,1-1 0 0 0,-1 1 0 0 0,0 0 0 0 0,0 0 1 0 0,0 0-1 0 0,-1-1 0 0 0,-4-8 0 0 0,3 5 5 0 0,2 7-7 0 0,-1-1 0 0 0,1 1 0 0 0,-1-1 0 0 0,0 1 0 0 0,1 0 0 0 0,-1-1 0 0 0,0 1 0 0 0,-1 0 0 0 0,1 0 0 0 0,0 1 1 0 0,0-1-1 0 0,-1 0 0 0 0,1 1 0 0 0,-1-1 0 0 0,0 1 0 0 0,1 0 0 0 0,-1 0 0 0 0,0 0 0 0 0,0 0 0 0 0,-4-1 0 0 0,2 2-4 0 0,1-1-1 0 0,0 0 1 0 0,0 1 0 0 0,0-1 0 0 0,-1 1 0 0 0,1 1-1 0 0,0-1 1 0 0,0 0 0 0 0,-1 1 0 0 0,1 0-1 0 0,0 0 1 0 0,0 0 0 0 0,-7 3 0 0 0,3 2 2 0 0,-1-1 1 0 0,1 1 0 0 0,0 1 0 0 0,0 0 0 0 0,0 0-1 0 0,1 0 1 0 0,0 1 0 0 0,1 0 0 0 0,0 0 0 0 0,0 1-1 0 0,1 0 1 0 0,0 0 0 0 0,0 0 0 0 0,1 0-1 0 0,0 1 1 0 0,1 0 0 0 0,0 0 0 0 0,0 0 0 0 0,1 0-1 0 0,1 0 1 0 0,-2 20 0 0 0,3-14 20 0 0,1 0 0 0 0,0 1 0 0 0,1-1 0 0 0,8 30 0 0 0,-8-40-51 0 0,0 1 0 0 0,1 0-1 0 0,0-1 1 0 0,0 0 0 0 0,1 1 0 0 0,0-1-1 0 0,0-1 1 0 0,0 1 0 0 0,1 0 0 0 0,0-1-1 0 0,0 0 1 0 0,9 7 0 0 0,-3-4-302 0 0,-9-5 145 0 0,1-1 1 0 0,0 1-1 0 0,1-1 1 0 0,-1 0-1 0 0,0 0 1 0 0,1 0-1 0 0,-1 0 1 0 0,1-1-1 0 0,-1 1 0 0 0,1-1 1 0 0,0 0-1 0 0,0 0 1 0 0,-1 0-1 0 0,1-1 1 0 0,0 1-1 0 0,0-1 1 0 0,6 0-1 0 0,32-3-4512 0 0,0-1 1 0 0,62-14-1 0 0,-72 9 2478 0 0</inkml:trace>
  <inkml:trace contextRef="#ctx0" brushRef="#br0" timeOffset="1">878 375 812 0 0,'-1'8'842'0'0,"-1"-1"0"0"0,0 1-1 0 0,-1-1 1 0 0,0 1 0 0 0,0-1 0 0 0,-1 0-1 0 0,0 0 1 0 0,0 0 0 0 0,0-1 0 0 0,-1 0-1 0 0,-6 8 1 0 0,-2 3 463 0 0,-133 184 4826 0 0,137-188-5954 0 0,0 1 0 0 0,2 0 0 0 0,-11 25 0 0 0,-1 5-339 0 0,7-13-891 0 0,11-27 552 0 0,-1 0 1 0 0,1 0 0 0 0,0 0 0 0 0,-1 0 0 0 0,0 0 0 0 0,0-1 0 0 0,-3 4 0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8.295"/>
    </inkml:context>
    <inkml:brush xml:id="br0">
      <inkml:brushProperty name="width" value="0.05" units="cm"/>
      <inkml:brushProperty name="height" value="0.05" units="cm"/>
      <inkml:brushProperty name="color" value="#CC0066"/>
    </inkml:brush>
  </inkml:definitions>
  <inkml:trace contextRef="#ctx0" brushRef="#br0">85 51 944 0 0,'-10'-12'1638'0'0,"8"9"-1063"0"0,0 0 0 0 0,0 1 0 0 0,0-1 0 0 0,-1 0 0 0 0,1 1 0 0 0,0 0 0 0 0,-1-1 0 0 0,0 1 0 0 0,1 0 0 0 0,-1 0 0 0 0,0 1-1 0 0,0-1 1 0 0,0 0 0 0 0,0 1 0 0 0,-1 0 0 0 0,1 0 0 0 0,0 0 0 0 0,0 0 0 0 0,-1 0 0 0 0,-3 0 0 0 0,6 2-484 0 0,0-1 1 0 0,1 0-1 0 0,-1 1 1 0 0,0-1-1 0 0,1 0 1 0 0,-1 1-1 0 0,0-1 1 0 0,1 1-1 0 0,-1-1 1 0 0,1 1-1 0 0,-1-1 1 0 0,0 1-1 0 0,1 0 1 0 0,0-1-1 0 0,-1 1 1 0 0,1-1-1 0 0,-1 1 1 0 0,1 0-1 0 0,0 0 1 0 0,-1-1-1 0 0,1 1 1 0 0,0 0-1 0 0,0 0 1 0 0,0-1-1 0 0,-1 1 0 0 0,1 0 1 0 0,0 0-1 0 0,0 1 1 0 0,13 58 1724 0 0,-8-43-1369 0 0,0 1 0 0 0,2-1 0 0 0,0 0 0 0 0,15 27 0 0 0,4 7 433 0 0,20 43 530 0 0,12 30 44 0 0,-48-100-1202 0 0,10 26 579 0 0,24 93 0 0 0,-27-81-320 0 0,-11-44-334 0 0,-1 0 0 0 0,0 0 0 0 0,-2 0 0 0 0,0 1 0 0 0,-1-1 0 0 0,0 1 0 0 0,-3 26 0 0 0,-2-23-1 0 0,2-8-50 0 0,-1 1 0 0 0,-1-1 1 0 0,0 0-1 0 0,-1 0 0 0 0,-7 17 0 0 0,0-2 40 0 0,10-26-157 0 0,0 0-1 0 0,0 0 1 0 0,0 0-1 0 0,0 0 1 0 0,0 0-1 0 0,-1 0 1 0 0,1-1-1 0 0,-1 1 1 0 0,0 0-1 0 0,0-1 1 0 0,0 0-1 0 0,0 1 1 0 0,0-1-1 0 0,0 0 1 0 0,0 0-1 0 0,-4 2 1 0 0,3-2-29 0 0,5-23-285 0 0,0 1 1 0 0,1-1-1 0 0,1 1 1 0 0,1 0 0 0 0,11-28-1 0 0,-3 5-180 0 0,-7 27 381 0 0,0 1 0 0 0,1-1 0 0 0,1 1 0 0 0,1 1 0 0 0,0-1 0 0 0,0 1 0 0 0,1 1 1 0 0,1 0-1 0 0,1 0 0 0 0,0 1 0 0 0,0 1 0 0 0,1 0 0 0 0,27-17 0 0 0,-32 23 148 0 0,1 1-1 0 0,0 0 1 0 0,0 0 0 0 0,0 1 0 0 0,1 0 0 0 0,-1 1-1 0 0,1 0 1 0 0,0 0 0 0 0,-1 1 0 0 0,1 1 0 0 0,0 0-1 0 0,0 0 1 0 0,-1 0 0 0 0,1 1 0 0 0,0 1 0 0 0,-1 0 0 0 0,1 0-1 0 0,-1 1 1 0 0,1 0 0 0 0,-1 1 0 0 0,9 4 0 0 0,-4 0-91 0 0,-1 0 0 0 0,0 1 0 0 0,0 0 0 0 0,-1 1 0 0 0,0 0 0 0 0,-1 1 0 0 0,0 1 0 0 0,0 0 0 0 0,-2 0 0 0 0,1 1 0 0 0,-2 0 0 0 0,11 20 0 0 0,-10-15-757 0 0,-4-7-219 0 0,0 0 1 0 0,1 0-1 0 0,0 0 1 0 0,0-1-1 0 0,1 0 1 0 0,1-1-1 0 0,0 1 1 0 0,9 7-1 0 0,36 18-5865 0 0,-49-33 6327 0 0,0 0 0 0 0,1 0 1 0 0,-1 0-1 0 0,1-1 0 0 0,-1 1 0 0 0,1-1 1 0 0,-1 0-1 0 0,1-1 0 0 0,0 1 0 0 0,0-1 1 0 0,8 0-1 0 0,17-7-1310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8.640"/>
    </inkml:context>
    <inkml:brush xml:id="br0">
      <inkml:brushProperty name="width" value="0.05" units="cm"/>
      <inkml:brushProperty name="height" value="0.05" units="cm"/>
      <inkml:brushProperty name="color" value="#CC0066"/>
    </inkml:brush>
  </inkml:definitions>
  <inkml:trace contextRef="#ctx0" brushRef="#br0">335 151 1828 0 0,'-1'-7'644'0'0,"0"1"-1"0"0,0-1 1 0 0,-1 1-1 0 0,0 0 0 0 0,0-1 1 0 0,-1 1-1 0 0,1 0 1 0 0,-1 0-1 0 0,0 0 1 0 0,-1 1-1 0 0,0-1 1 0 0,0 1-1 0 0,0 0 1 0 0,0 0-1 0 0,-1 0 1 0 0,0 1-1 0 0,0-1 0 0 0,0 1 1 0 0,-8-5-1 0 0,7 5-214 0 0,0 0-1 0 0,-1 0 0 0 0,1 0 1 0 0,-1 1-1 0 0,0 0 0 0 0,1 0 1 0 0,-1 1-1 0 0,-1 0 0 0 0,1 0 1 0 0,0 1-1 0 0,0 0 0 0 0,-1 0 1 0 0,1 0-1 0 0,-1 1 0 0 0,1 0 1 0 0,-1 1-1 0 0,-8 1 0 0 0,10 0-296 0 0,0 0 0 0 0,0 0-1 0 0,0 1 1 0 0,1 0 0 0 0,-1 0-1 0 0,1 0 1 0 0,0 1 0 0 0,0 0-1 0 0,0 0 1 0 0,0 0 0 0 0,1 0-1 0 0,-7 8 1 0 0,3-1-46 0 0,1 1-1 0 0,0 0 1 0 0,0 0-1 0 0,-8 24 1 0 0,13-31-99 0 0,0 0 0 0 0,1 0 0 0 0,0 0 0 0 0,0 0 0 0 0,1 0 1 0 0,0 0-1 0 0,-1 0 0 0 0,2 1 0 0 0,-1-1 0 0 0,0 0 0 0 0,1 0 0 0 0,0 0 0 0 0,1 0 0 0 0,-1 0 0 0 0,1 0 1 0 0,0 0-1 0 0,0 0 0 0 0,0-1 0 0 0,1 1 0 0 0,-1-1 0 0 0,1 1 0 0 0,5 4 0 0 0,-4-3-133 0 0,1 0-1 0 0,0-1 0 0 0,1 0 0 0 0,-1-1 1 0 0,1 1-1 0 0,0-1 0 0 0,0 0 1 0 0,0 0-1 0 0,1-1 0 0 0,-1 0 0 0 0,1 0 1 0 0,0 0-1 0 0,0-1 0 0 0,0 0 0 0 0,0 0 1 0 0,8 0-1 0 0,16-1-1434 0 0,1-2 1 0 0,-1-1-1 0 0,0-1 0 0 0,1-2 0 0 0,31-9 1 0 0,-54 13 766 0 0,0-1 1 0 0,0-1-1 0 0,0 0 1 0 0,0 0-1 0 0,-1-1 1 0 0,1 1-1 0 0,-1-2 1 0 0,0 1-1 0 0,0-1 1 0 0,13-12-1 0 0,-4 0-908 0 0,11 1 277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8.984"/>
    </inkml:context>
    <inkml:brush xml:id="br0">
      <inkml:brushProperty name="width" value="0.05" units="cm"/>
      <inkml:brushProperty name="height" value="0.05" units="cm"/>
      <inkml:brushProperty name="color" value="#CC0066"/>
    </inkml:brush>
  </inkml:definitions>
  <inkml:trace contextRef="#ctx0" brushRef="#br0">59 76 1680 0 0,'0'-1'159'0'0,"0"-2"225"0"0,1 0-1 0 0,-1 1 0 0 0,0-1 1 0 0,0 0-1 0 0,0 1 1 0 0,-1-1-1 0 0,1 0 1 0 0,-1 1-1 0 0,1-1 1 0 0,-1 0-1 0 0,0 1 1 0 0,0-1-1 0 0,0 1 1 0 0,0-1-1 0 0,-1 1 1 0 0,1 0-1 0 0,-2-3 0 0 0,-5-8 3250 0 0,1 2-2113 0 0,4 10-553 0 0,1 2-144 0 0,-1 2-649 0 0,1 0-1 0 0,0 1 0 0 0,0-1 1 0 0,0 0-1 0 0,0 1 1 0 0,1 0-1 0 0,-1-1 0 0 0,1 1 1 0 0,0 0-1 0 0,0-1 1 0 0,-1 9-1 0 0,-2 4 70 0 0,3-12-198 0 0,1 0 0 0 0,-1 0 1 0 0,1 0-1 0 0,0 0 1 0 0,0 0-1 0 0,1 0 0 0 0,-1 0 1 0 0,1 0-1 0 0,0 0 1 0 0,0 0-1 0 0,2 6 1 0 0,4 28 131 0 0,-5-27-157 0 0,-1 0 0 0 0,2 0-1 0 0,0 0 1 0 0,0 0 0 0 0,1 0-1 0 0,0-1 1 0 0,0 0 0 0 0,2 0-1 0 0,-1 0 1 0 0,1 0 0 0 0,13 15-1 0 0,-15-21-42 0 0,0 0-1 0 0,1 0 1 0 0,0 0-1 0 0,0-1 1 0 0,0 1-1 0 0,0-1 1 0 0,0 0-1 0 0,1-1 0 0 0,-1 1 1 0 0,1-1-1 0 0,0 0 1 0 0,-1-1-1 0 0,1 1 1 0 0,11 0-1 0 0,-14-2-17 0 0,-1 0 1 0 0,0 0-1 0 0,1-1 1 0 0,-1 1-1 0 0,1-1 0 0 0,-1 1 1 0 0,0-1-1 0 0,1 0 1 0 0,-1 0-1 0 0,0 0 0 0 0,0 0 1 0 0,1 0-1 0 0,-1-1 0 0 0,0 1 1 0 0,0-1-1 0 0,-1 1 1 0 0,1-1-1 0 0,0 0 0 0 0,0 1 1 0 0,-1-1-1 0 0,1 0 1 0 0,-1 0-1 0 0,0 0 0 0 0,1-1 1 0 0,-1 1-1 0 0,1-4 1 0 0,19-21-373 0 0,-9 16 339 0 0,2 0 1 0 0,17-9 0 0 0,-31 19 85 0 0,1 1 1 0 0,0 0-1 0 0,0 0 1 0 0,0 0-1 0 0,-1 0 1 0 0,1 0-1 0 0,0 0 1 0 0,0 0-1 0 0,0 0 1 0 0,-1 0-1 0 0,1 0 1 0 0,0 1-1 0 0,0-1 1 0 0,0 0-1 0 0,-1 1 1 0 0,1-1-1 0 0,0 0 1 0 0,0 1-1 0 0,-1-1 1 0 0,1 1 0 0 0,0-1-1 0 0,-1 1 1 0 0,1-1-1 0 0,-1 1 1 0 0,1-1-1 0 0,-1 1 1 0 0,1 0-1 0 0,-1-1 1 0 0,1 1-1 0 0,-1 0 1 0 0,1-1-1 0 0,-1 1 1 0 0,0 0-1 0 0,1 0 1 0 0,-1 1-1 0 0,9 9 206 0 0,-5-7-143 0 0,0 0 0 0 0,0 1 0 0 0,0-1-1 0 0,-1 1 1 0 0,0 0 0 0 0,5 8-1 0 0,-5-7-6 0 0,1 1 0 0 0,0-1 0 0 0,0 0 0 0 0,1 0 0 0 0,7 7 0 0 0,-7-8-31 0 0,0 0 1 0 0,1 0-1 0 0,0 0 0 0 0,0 0 0 0 0,0-1 1 0 0,0 0-1 0 0,1 0 0 0 0,0-1 0 0 0,-1 0 1 0 0,1 0-1 0 0,1-1 0 0 0,-1 1 0 0 0,0-1 0 0 0,8 0 1 0 0,-4-1 48 0 0,0 0 0 0 0,0-1 1 0 0,1-1-1 0 0,-1 0 0 0 0,0 0 1 0 0,0-1-1 0 0,18-6 0 0 0,-24 6-10 0 0,1 1-1 0 0,-1-1 1 0 0,-1-1 0 0 0,1 1-1 0 0,0-1 1 0 0,-1 1-1 0 0,1-1 1 0 0,-1-1-1 0 0,0 1 1 0 0,0-1-1 0 0,0 1 1 0 0,0-1 0 0 0,-1 0-1 0 0,1-1 1 0 0,-1 1-1 0 0,0 0 1 0 0,0-1-1 0 0,3-9 1 0 0,-4 8-45 0 0,-2 1 0 0 0,1 0 0 0 0,-1-1 1 0 0,1 1-1 0 0,-1 0 0 0 0,-1-1 0 0 0,1 1 0 0 0,-1 0 1 0 0,0-1-1 0 0,0 1 0 0 0,-1 0 0 0 0,1 0 0 0 0,-1 0 0 0 0,0 0 1 0 0,-1 0-1 0 0,1 0 0 0 0,-1 1 0 0 0,-3-5 0 0 0,-12-29-1680 0 0,4 12-2176 0 0,4 8-1038 0 0,10 18 4707 0 0,0-1 0 0 0,0 1 0 0 0,0 0-1 0 0,0 0 1 0 0,0 0 0 0 0,0-1 0 0 0,0 1 0 0 0,0 0 0 0 0,0 0 0 0 0,0-1 0 0 0,0 1 0 0 0,0 0-1 0 0,0 0 1 0 0,0 0 0 0 0,0-1 0 0 0,0 1 0 0 0,0 0 0 0 0,0 0 0 0 0,0-1 0 0 0,0 1 0 0 0,0 0-1 0 0,0 0 1 0 0,0 0 0 0 0,0-1 0 0 0,1 1 0 0 0,-1 0 0 0 0,2-1-1561 0 0,-2 1 1561 0 0,0-1-1 0 0,0 1 1 0 0,1 0 0 0 0,-1 0 0 0 0,0 0 0 0 0,0 0 0 0 0,0 0 0 0 0,1 0 0 0 0,-1 0 0 0 0,0 0-1 0 0,0 0 1 0 0,1 0 0 0 0,-1 0 0 0 0,0 0 0 0 0,15 0-2117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6:59.344"/>
    </inkml:context>
    <inkml:brush xml:id="br0">
      <inkml:brushProperty name="width" value="0.05" units="cm"/>
      <inkml:brushProperty name="height" value="0.05" units="cm"/>
      <inkml:brushProperty name="color" value="#CC0066"/>
    </inkml:brush>
  </inkml:definitions>
  <inkml:trace contextRef="#ctx0" brushRef="#br0">633 502 1616 0 0,'-62'-23'6339'0'0,"-13"-3"128"0"0,67 24-6064 0 0,-29-8 888 0 0,0 2 1 0 0,-1 2-1 0 0,-63-3 1 0 0,90 9-1166 0 0,1 0 0 0 0,0 1 0 0 0,-1 0-1 0 0,1 0 1 0 0,0 1 0 0 0,0 1 0 0 0,0 0 0 0 0,1 0 0 0 0,-1 1 0 0 0,1 0-1 0 0,-1 0 1 0 0,1 1 0 0 0,0 0 0 0 0,1 1 0 0 0,0 0 0 0 0,0 1 0 0 0,0-1-1 0 0,0 1 1 0 0,-7 10 0 0 0,3-2 39 0 0,1 1-1 0 0,0 0 1 0 0,1 1-1 0 0,-12 29 1 0 0,19-39-153 0 0,0 0 1 0 0,1 1-1 0 0,0-1 1 0 0,0 1-1 0 0,1 0 1 0 0,0-1-1 0 0,0 1 1 0 0,1 0-1 0 0,0 0 1 0 0,0 0-1 0 0,1-1 1 0 0,0 1-1 0 0,4 15 0 0 0,-5-21-11 0 0,2 5-6 0 0,0 0 0 0 0,0 0 0 0 0,0 0 0 0 0,1-1 0 0 0,0 1 0 0 0,0-1 0 0 0,1 0 0 0 0,0 1-1 0 0,0-1 1 0 0,0-1 0 0 0,1 1 0 0 0,-1-1 0 0 0,1 0 0 0 0,10 8 0 0 0,-5-7-110 0 0,1 0-1 0 0,0-1 1 0 0,1 0-1 0 0,-1-1 0 0 0,1 0 1 0 0,0 0-1 0 0,0-2 1 0 0,0 1-1 0 0,0-1 1 0 0,1-1-1 0 0,-1-1 1 0 0,1 1-1 0 0,-1-2 1 0 0,19-2-1 0 0,-23 2-116 0 0,1-1 0 0 0,-1 1 0 0 0,0-2 0 0 0,0 1 0 0 0,0-1 1 0 0,0 0-1 0 0,0-1 0 0 0,-1 1 0 0 0,1-2 0 0 0,-1 1 0 0 0,0-1 0 0 0,0 0 0 0 0,-1-1 0 0 0,0 1 0 0 0,0-1 0 0 0,0 0 0 0 0,0-1 0 0 0,-1 0 1 0 0,0 1-1 0 0,-1-2 0 0 0,1 1 0 0 0,3-10 0 0 0,1-3-22 0 0,-1 0 1 0 0,-2 0-1 0 0,0 0 1 0 0,-1-1-1 0 0,0 0 1 0 0,1-32-1 0 0,-7-15 548 0 0,-11-76 0 0 0,9 112-38 0 0,0 5 273 0 0,-8-36-1 0 0,-2-13 885 0 0,11 55-608 0 0,-1 0-1 0 0,-9-27 1 0 0,4 18 235 0 0,6 21-327 0 0,0 0 1 0 0,-1 0-1 0 0,0 1 1 0 0,-6-11 0 0 0,8 72 3562 0 0,0 3-3699 0 0,4 57-277 0 0,5 0 0 0 0,40 194 0 0 0,-43-288-734 0 0,0 1-1 0 0,1-1 0 0 0,1 0 0 0 0,1-1 1 0 0,1 1-1 0 0,19 30 0 0 0,-23-42-200 0 0,0 1 1 0 0,1-1-1 0 0,0 0 0 0 0,0-1 0 0 0,0 1 0 0 0,1-1 0 0 0,-1-1 1 0 0,2 1-1 0 0,-1-1 0 0 0,1 0 0 0 0,-1-1 0 0 0,1 1 1 0 0,0-2-1 0 0,1 1 0 0 0,-1-1 0 0 0,1 0 0 0 0,15 2 0 0 0,-14-4-207 0 0,-1 0 0 0 0,1-1-1 0 0,0-1 1 0 0,0 1-1 0 0,0-2 1 0 0,-1 1 0 0 0,1-1-1 0 0,-1-1 1 0 0,1 0-1 0 0,15-7 1 0 0,-14 5 218 0 0,-1-1-1 0 0,0 0 1 0 0,0-1 0 0 0,0-1 0 0 0,-1 1-1 0 0,0-1 1 0 0,0-1 0 0 0,12-15 0 0 0,8-17-619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3T03:56:59.707"/>
    </inkml:context>
    <inkml:brush xml:id="br0">
      <inkml:brushProperty name="width" value="0.05" units="cm"/>
      <inkml:brushProperty name="height" value="0.05" units="cm"/>
      <inkml:brushProperty name="color" value="#CC0066"/>
    </inkml:brush>
  </inkml:definitions>
  <inkml:trace contextRef="#ctx0" brushRef="#br0">152 88 1248,'15'-45'3427,"-15"44"-3197,1-1 1,-1 1-1,1 0 0,-1 0 0,0 0 1,0-1-1,0 1 0,0 0 0,0 0 1,0-1-1,0 1 0,0 0 0,0 0 1,-1 0-1,1-1 0,-1 1 0,1 0 1,0 0-1,-1 0 0,0 0 0,1 0 1,-1 0-1,0 0 0,1 0 1,-1 0-1,0 0 0,0 0 0,0 0 1,0 1-1,0-1 0,0 0 0,0 1 1,-2-2-1,2 2 26,-1 0 1,1 0-1,-1 0 1,1 0-1,-1 0 1,1 0 0,0 1-1,-1-1 1,1 0-1,0 1 1,-1-1-1,1 1 1,0 0-1,-1-1 1,1 1-1,0 0 1,0 0-1,-2 1 1,-22 23 1592,17-17-1242,-5 8 25,0 0 1,1 1-1,1 1 1,-12 22-1,20-31-551,-1 0 1,1 1-1,1-1 0,-1 0 1,2 1-1,-1 0 0,1-1 1,1 1-1,0 0 1,0 0-1,1-1 0,3 17 1,-3-24-83,0 0 0,0 0 0,0-1 0,0 1 0,0 0 0,1 0 0,-1-1 0,1 1 1,-1-1-1,1 1 0,0-1 0,0 1 0,0-1 0,-1 0 0,1 0 0,0 0 0,0 0 1,1-1-1,-1 1 0,0 0 0,0-1 0,0 1 0,5-1 0,-1 1-39,0 0 0,1-1 0,-1 0 0,0 0 0,1-1 0,-1 0 0,6-1 0,-9 1 18,14-4-246,0 0 0,32-15 0,-43 17 185,0-1 0,0 0 0,-1 0 0,0 0 0,1-1 0,-1 0-1,-1 0 1,1 0 0,-1 0 0,7-12 0,-2 4-62,-7 10 128,0 1 1,0 0-1,-1 0 0,1-1 0,-1 1 0,1-1 0,-1 1 0,0-1 0,0 0 1,0 0-1,0 1 0,0-1 0,-1 0 0,1 0 0,-1 0 0,0 0 1,0 0-1,0 1 0,-1-5 0,-28-74-1196,27 76 970,0 1 0,0 0 0,-1-1 0,1 1 0,-1 0 0,0 0 0,-6-7 0,-10-14-2921,18 24 2869,0 0 1,0 0 0,0 0 0,0 0 0,0 0-1,0 0 1,0 0 0,0 1 0,0-1-1,-1 0 1,1 0 0,0 1 0,0-1 0,-1 1-1,1 0 1,0-1 0,-1 1 0,1 0-1,-1 0 1,1-1 0,0 1 0,-1 0-1,1 0 1,-1 1 0,1-1 0,0 0 0,-1 0-1,1 1 1,-3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0.082"/>
    </inkml:context>
    <inkml:brush xml:id="br0">
      <inkml:brushProperty name="width" value="0.05" units="cm"/>
      <inkml:brushProperty name="height" value="0.05" units="cm"/>
      <inkml:brushProperty name="color" value="#CC0066"/>
    </inkml:brush>
  </inkml:definitions>
  <inkml:trace contextRef="#ctx0" brushRef="#br0">30 128 428 0 0,'-2'1'1932'0'0,"-1"2"-1504"0"0,1-1 0 0 0,0 0 1 0 0,-1 0-1 0 0,1 1 0 0 0,0-1 0 0 0,1 1 0 0 0,-1 0 0 0 0,0-1 0 0 0,1 1 1 0 0,-1 0-1 0 0,1 0 0 0 0,0 0 0 0 0,0 0 0 0 0,0 0 0 0 0,1 0 0 0 0,-1 1 0 0 0,1-1 1 0 0,-1 0-1 0 0,1 0 0 0 0,1 6 0 0 0,-1-2-91 0 0,0 1 1 0 0,0-1-1 0 0,1 0 0 0 0,0 1 1 0 0,1-1-1 0 0,0 0 1 0 0,0 1-1 0 0,4 8 0 0 0,6 7 287 0 0,1-1 0 0 0,1 0 0 0 0,26 32 0 0 0,-33-46-576 0 0,1 1-1 0 0,0-1 0 0 0,1 0 0 0 0,0-1 0 0 0,0 0 0 0 0,0-1 0 0 0,1 0 0 0 0,0 0 0 0 0,0-1 0 0 0,13 5 1 0 0,-5-4-72 0 0,0 0 1 0 0,0-1 0 0 0,20 2-1 0 0,-29-6-49 0 0,-1-1 0 0 0,1-1 0 0 0,-1 1 0 0 0,1-1-1 0 0,-1 0 1 0 0,0-1 0 0 0,1 0 0 0 0,15-6 0 0 0,-15 4-56 0 0,1 0 0 0 0,-1-1 0 0 0,1 0 0 0 0,-1 0 0 0 0,-1-1 0 0 0,1 0 0 0 0,-1-1 0 0 0,0 0 0 0 0,-1 0 0 0 0,0-1 0 0 0,0 1 0 0 0,0-2 0 0 0,-1 1 0 0 0,0-1 0 0 0,5-10 0 0 0,-2 1 24 0 0,-1 6 165 0 0,-1-1 0 0 0,-1-1 0 0 0,0 1 0 0 0,-1-1 0 0 0,0 0 0 0 0,-1-1 0 0 0,0 1 0 0 0,2-27 0 0 0,-6-118 4438 0 0,0 157-4351 0 0,-1 1-1 0 0,1-1 0 0 0,0 0 1 0 0,-1 0-1 0 0,0 0 0 0 0,1 1 1 0 0,-1-1-1 0 0,0 0 1 0 0,0 0-1 0 0,0 1 0 0 0,0-1 1 0 0,0 1-1 0 0,0-1 1 0 0,0 1-1 0 0,0-1 0 0 0,-1 1 1 0 0,1 0-1 0 0,-3-2 1 0 0,4 2-113 0 0,-1 1 0 0 0,0-1 0 0 0,1 1 0 0 0,-1 0 0 0 0,0-1 0 0 0,1 1 0 0 0,-1 0 0 0 0,0-1 0 0 0,1 1 0 0 0,-1 0 0 0 0,0 0 0 0 0,0 0 0 0 0,1 0 0 0 0,-1-1 0 0 0,0 1 0 0 0,0 0 0 0 0,1 0 0 0 0,-1 1 0 0 0,0-1 0 0 0,0 0 0 0 0,0 0 0 0 0,1 0 0 0 0,-1 0 0 0 0,0 1 0 0 0,1-1 0 0 0,-1 0 0 0 0,0 1 0 0 0,1-1 0 0 0,-1 0 0 0 0,0 1 0 0 0,1-1 0 0 0,-1 1 0 0 0,0-1 0 0 0,1 1 0 0 0,-1-1 0 0 0,1 1 0 0 0,-1 0 0 0 0,1-1 0 0 0,0 1 0 0 0,-1 0 0 0 0,1-1 0 0 0,-1 1 0 0 0,1 0 0 0 0,0 1 1 0 0,-9 14 40 0 0,6-10-68 0 0,1-1 1 0 0,-1 0-1 0 0,1 1 0 0 0,0-1 0 0 0,0 1 1 0 0,1-1-1 0 0,0 1 0 0 0,0 0 0 0 0,-1 10 1 0 0,2-5-9 0 0,0 16 4 0 0,0-1-1 0 0,2 1 1 0 0,1 0 0 0 0,7 31-1 0 0,-6-43 1 0 0,3 13 33 0 0,2-1-1 0 0,0 0 1 0 0,22 43 0 0 0,64 139 1033 0 0,-89-192-906 0 0,-1-5-11 0 0,-1 1-1 0 0,-1-1 1 0 0,0 1-1 0 0,-1-1 1 0 0,-1 1-1 0 0,0 0 1 0 0,0 0-1 0 0,-1 0 1 0 0,-1-1-1 0 0,0 1 1 0 0,-3 14-1 0 0,2-17-81 0 0,0-1 0 0 0,-1 1 0 0 0,0-1 0 0 0,0 0 1 0 0,-1 0-1 0 0,0-1 0 0 0,-1 1 0 0 0,0-1 0 0 0,0 0 0 0 0,-1 0 0 0 0,0 0 0 0 0,0-1 1 0 0,-1 0-1 0 0,0 0 0 0 0,-13 9 0 0 0,7-7-233 0 0,0-1 0 0 0,-1 0 0 0 0,0-1 0 0 0,-1-1 1 0 0,1 0-1 0 0,-1-1 0 0 0,0-1 0 0 0,-17 3 0 0 0,23-6-291 0 0,0 0-1 0 0,0 0 1 0 0,0-1 0 0 0,0 0-1 0 0,1-1 1 0 0,-1 0 0 0 0,0 0-1 0 0,0-1 1 0 0,1 0 0 0 0,-1-1-1 0 0,1 0 1 0 0,0 0 0 0 0,0 0-1 0 0,0-1 1 0 0,-13-9-1 0 0,13 8-510 0 0,1-1-1 0 0,-1 1 0 0 0,1-1 0 0 0,0-1 0 0 0,-11-13 1 0 0,15 15 473 0 0,1 1 0 0 0,-1-1 0 0 0,1 0 0 0 0,0 0 0 0 0,0 1 0 0 0,1-1 0 0 0,0 0 0 0 0,-1-1 0 0 0,2 1 0 0 0,-1 0 0 0 0,0 0 0 0 0,1-8 0 0 0,0-8-791 0 0,-1 10 674 0 0,1 0-1 0 0,0 0 1 0 0,1 0 0 0 0,0 0-1 0 0,3-11 1 0 0,0 12 147 0 0,0 1-1 0 0,1 0 1 0 0,7-13 0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0.434"/>
    </inkml:context>
    <inkml:brush xml:id="br0">
      <inkml:brushProperty name="width" value="0.05" units="cm"/>
      <inkml:brushProperty name="height" value="0.05" units="cm"/>
      <inkml:brushProperty name="color" value="#CC0066"/>
    </inkml:brush>
  </inkml:definitions>
  <inkml:trace contextRef="#ctx0" brushRef="#br0">63 101 648 0 0,'25'-14'8962'0'0,"-35"20"-5974"0"0,4-2-2390 0 0,0 0 0 0 0,0 1 0 0 0,0 0 0 0 0,1 0 0 0 0,-1 0 0 0 0,1 1 0 0 0,1 0 0 0 0,-1 0 0 0 0,1 0 1 0 0,-5 10-1 0 0,6-11-551 0 0,1-1 1 0 0,0 0 0 0 0,1 0-1 0 0,-1 1 1 0 0,1-1 0 0 0,-1 1 0 0 0,1-1-1 0 0,0 1 1 0 0,1-1 0 0 0,-1 1-1 0 0,1 0 1 0 0,0-1 0 0 0,0 1 0 0 0,1 0-1 0 0,-1-1 1 0 0,1 1 0 0 0,0-1-1 0 0,2 6 1 0 0,-1-7-36 0 0,0 0 1 0 0,0 0-1 0 0,0-1 0 0 0,1 1 0 0 0,-1 0 1 0 0,1-1-1 0 0,0 1 0 0 0,0-1 0 0 0,0 0 1 0 0,0 0-1 0 0,0 0 0 0 0,0 0 0 0 0,0-1 1 0 0,1 1-1 0 0,-1-1 0 0 0,0 0 0 0 0,1 0 1 0 0,-1 0-1 0 0,1-1 0 0 0,0 1 0 0 0,6 0 1 0 0,1-1-26 0 0,0 1 1 0 0,0-1-1 0 0,0-1 1 0 0,0 0 0 0 0,0-1-1 0 0,12-3 1 0 0,-15 3 9 0 0,-1 0 0 0 0,0-1 0 0 0,0 0 0 0 0,0 0-1 0 0,0-1 1 0 0,11-6 0 0 0,-16 8-25 0 0,0 0-1 0 0,1 0 0 0 0,-1 0 1 0 0,0 0-1 0 0,0-1 0 0 0,0 1 1 0 0,-1-1-1 0 0,1 1 0 0 0,0-1 1 0 0,-1 0-1 0 0,0 1 0 0 0,1-1 1 0 0,-1 0-1 0 0,-1 0 0 0 0,1 0 1 0 0,0 0-1 0 0,0 0 0 0 0,-1 0 1 0 0,0 0-1 0 0,0-3 0 0 0,0-7-1069 0 0,-2 1-1 0 0,0-1 1 0 0,0 1-1 0 0,-1-1 1 0 0,-1 1-1 0 0,0 0 1 0 0,-7-14-1 0 0,-3-9-3579 0 0,14 33 4380 0 0,-1 0-1 0 0,0 0 1 0 0,1 0 0 0 0,0 0 0 0 0,-1 0 0 0 0,1-1-1 0 0,0 1 1 0 0,0 0 0 0 0,0 0 0 0 0,0 0 0 0 0,1 0-1 0 0,-1 0 1 0 0,1-1 0 0 0,0-2 0 0 0,12-11-1325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0.753"/>
    </inkml:context>
    <inkml:brush xml:id="br0">
      <inkml:brushProperty name="width" value="0.05" units="cm"/>
      <inkml:brushProperty name="height" value="0.05" units="cm"/>
      <inkml:brushProperty name="color" value="#CC0066"/>
    </inkml:brush>
  </inkml:definitions>
  <inkml:trace contextRef="#ctx0" brushRef="#br0">29 1 420 0 0,'-1'33'4404'0'0,"-2"0"1"0"0,-14 62-1 0 0,11-65-3352 0 0,5-22-874 0 0,1-1 0 0 0,0 1 0 0 0,0 0 0 0 0,1-1 0 0 0,0 1-1 0 0,0-1 1 0 0,1 1 0 0 0,3 10 0 0 0,1 5 73 0 0,-5-19-230 0 0,1 1 0 0 0,0-1 0 0 0,0 0 0 0 0,0 1 0 0 0,1-1 0 0 0,-1 0 1 0 0,1 0-1 0 0,0-1 0 0 0,0 1 0 0 0,0 0 0 0 0,1-1 0 0 0,-1 0 0 0 0,1 0 0 0 0,0 0 0 0 0,0 0 1 0 0,0-1-1 0 0,0 1 0 0 0,0-1 0 0 0,1 0 0 0 0,-1 0 0 0 0,7 1 0 0 0,-4-1-78 0 0,0 0 1 0 0,0 0-1 0 0,0-1 0 0 0,0 0 1 0 0,1 0-1 0 0,-1 0 0 0 0,0-1 1 0 0,0 0-1 0 0,1-1 0 0 0,-1 0 1 0 0,0 0-1 0 0,0 0 0 0 0,14-5 0 0 0,-12 2-74 0 0,0 0 0 0 0,0 0-1 0 0,0-1 1 0 0,-1 0-1 0 0,1-1 1 0 0,-1 0-1 0 0,0 0 1 0 0,-1 0-1 0 0,0-1 1 0 0,0 0-1 0 0,0-1 1 0 0,-1 0-1 0 0,10-15 1 0 0,-4 4 103 0 0,-8 13 127 0 0,0 1 1 0 0,-1-1-1 0 0,1 0 1 0 0,-1 0-1 0 0,0-1 0 0 0,-1 1 1 0 0,1-1-1 0 0,-1 1 0 0 0,-1-1 1 0 0,3-11-1 0 0,-4 16-41 0 0,0 1-1 0 0,0 0 1 0 0,0 0-1 0 0,0 0 1 0 0,0 0-1 0 0,1 0 1 0 0,-1-1-1 0 0,0 1 1 0 0,1 0-1 0 0,-1 0 1 0 0,1 0-1 0 0,-1 0 1 0 0,1 0-1 0 0,-1 0 1 0 0,1 0-1 0 0,0 0 1 0 0,1-1-1 0 0,-2 2 43 0 0,1-1 0 0 0,0 1 0 0 0,-1-1 0 0 0,1 0 1 0 0,-1 0-1 0 0,1 1 0 0 0,-1-1 0 0 0,0 0 0 0 0,1 0 0 0 0,-1 1 0 0 0,0-1 0 0 0,1 0 0 0 0,-1 0 0 0 0,0 0 0 0 0,0 0 0 0 0,0-1 0 0 0,0 1-52 0 0,1 1 1 0 0,-1 0-1 0 0,0-1 1 0 0,0 1 0 0 0,0 0-1 0 0,0 0 1 0 0,0-1-1 0 0,0 1 1 0 0,0 0 0 0 0,1-1-1 0 0,-1 1 1 0 0,0 0-1 0 0,0 0 1 0 0,0-1-1 0 0,1 1 1 0 0,-1 0 0 0 0,0 0-1 0 0,0 0 1 0 0,1-1-1 0 0,-1 1 1 0 0,0 0 0 0 0,0 0-1 0 0,1 0 1 0 0,-1 0-1 0 0,0-1 1 0 0,0 1 0 0 0,1 0-1 0 0,-1 0 1 0 0,0 0-1 0 0,1 0 1 0 0,-1 0-1 0 0,0 0 1 0 0,1 0 0 0 0,-1 0-1 0 0,0 0 1 0 0,1 0-1 0 0,-1 0 1 0 0,0 0 0 0 0,1 0-1 0 0,-1 1 1 0 0,23 4 1319 0 0,16 14-409 0 0,-33-15-882 0 0,-1 1-1 0 0,1-1 1 0 0,-1 1 0 0 0,-1 1 0 0 0,1-1 0 0 0,-1 1 0 0 0,0-1-1 0 0,0 1 1 0 0,4 8 0 0 0,18 25-1073 0 0,-19-31 432 0 0,17 18-3396 0 0,-22-24 3324 0 0,1 0-1 0 0,-1 0 1 0 0,1 0-1 0 0,-1 0 1 0 0,1-1-1 0 0,0 1 1 0 0,0-1 0 0 0,-1 1-1 0 0,1-1 1 0 0,0 0-1 0 0,0 0 1 0 0,0 0-1 0 0,1-1 1 0 0,-1 1-1 0 0,4 0 1 0 0,32-7-2616 0 0,6-2 524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1.556"/>
    </inkml:context>
    <inkml:brush xml:id="br0">
      <inkml:brushProperty name="width" value="0.05" units="cm"/>
      <inkml:brushProperty name="height" value="0.05" units="cm"/>
      <inkml:brushProperty name="color" value="#CC0066"/>
    </inkml:brush>
  </inkml:definitions>
  <inkml:trace contextRef="#ctx0" brushRef="#br0">68 280 1884 0 0,'-62'-67'15894'0'0,"57"61"-11826"0"0,13 29-1098 0 0,-8-20-2825 0 0,0 0 1 0 0,1 1 0 0 0,-1-1 0 0 0,1 0 0 0 0,0 0 0 0 0,0 0 0 0 0,0 0 0 0 0,1 0-1 0 0,-1 0 1 0 0,1 0 0 0 0,2 4 0 0 0,9 19 715 0 0,4 31 553 0 0,-11-44-1077 0 0,-1 0 0 0 0,5 21 0 0 0,-7-24-203 0 0,0 0 0 0 0,0 0 1 0 0,9 17-1 0 0,-5-13-35 0 0,-7-13-98 0 0,0 0-1 0 0,0-1 0 0 0,0 1 1 0 0,1-1-1 0 0,-1 1 1 0 0,0 0-1 0 0,0-1 1 0 0,1 1-1 0 0,-1-1 0 0 0,1 1 1 0 0,-1-1-1 0 0,0 1 1 0 0,1-1-1 0 0,-1 1 0 0 0,1-1 1 0 0,-1 0-1 0 0,1 1 1 0 0,-1-1-1 0 0,1 0 0 0 0,0 1 1 0 0,2 1-34 0 0,-3-29-622 0 0,-1-17 36 0 0,0 21 459 0 0,0 1 0 0 0,2-1 0 0 0,1 0 0 0 0,1 1 1 0 0,9-39-1 0 0,47-112 232 0 0,-57 168-41 0 0,1-1 0 0 0,0 0 1 0 0,0 1-1 0 0,0-1 1 0 0,0 1-1 0 0,1 0 0 0 0,0 0 1 0 0,0 1-1 0 0,0-1 1 0 0,1 1-1 0 0,0 0 0 0 0,8-6 1 0 0,-11 8 2 0 0,1 1 0 0 0,-1 0 0 0 0,1 0 0 0 0,0 0 0 0 0,-1 0 0 0 0,1 0 0 0 0,0 1-1 0 0,-1-1 1 0 0,1 1 0 0 0,0 0 0 0 0,0-1 0 0 0,-1 1 0 0 0,1 1 0 0 0,0-1 0 0 0,0 0 0 0 0,-1 1 0 0 0,1-1 0 0 0,0 1 0 0 0,-1 0 0 0 0,1 0 0 0 0,0 0 0 0 0,-1 0 0 0 0,0 0 0 0 0,1 1 0 0 0,-1-1 0 0 0,0 1 0 0 0,1-1-1 0 0,-1 1 1 0 0,4 4 0 0 0,3 4 125 0 0,0 0 0 0 0,0 0 0 0 0,-1 1 0 0 0,0 1-1 0 0,0-1 1 0 0,9 24 0 0 0,26 82 509 0 0,-23-58-439 0 0,-2 9-91 0 0,-14-50-140 0 0,1 1 0 0 0,10 26 1 0 0,-11-30-46 0 0,-4-14 40 0 0,0-1 0 0 0,0 1 0 0 0,0-1 0 0 0,0 1 0 0 0,1-1 0 0 0,-1 0 0 0 0,0 1 0 0 0,0-1 0 0 0,0 1 0 0 0,1-1 0 0 0,-1 1 0 0 0,0-1 0 0 0,0 0 0 0 0,1 1 0 0 0,-1-1 0 0 0,0 1 0 0 0,1-1 0 0 0,-1 0 0 0 0,0 0 0 0 0,1 1 0 0 0,-1-1 0 0 0,1 0 0 0 0,-1 1 0 0 0,0-1 0 0 0,1 0 0 0 0,-1 0 0 0 0,1 0 0 0 0,-1 0 0 0 0,1 1 0 0 0,-1-1 0 0 0,1 0 0 0 0,-1 0 0 0 0,1 0 0 0 0,-1 0 0 0 0,1 0 0 0 0,-1 0 0 0 0,2-1 0 0 0,0-33-845 0 0,25-58-53 0 0,-12 48 669 0 0,-11 30 206 0 0,0 0-1 0 0,1 1 0 0 0,9-17 1 0 0,3 0 108 0 0,-15 24-3 0 0,1 1 0 0 0,0-1 0 0 0,1 0 0 0 0,-1 1 0 0 0,1-1 1 0 0,0 1-1 0 0,0 0 0 0 0,1 0 0 0 0,-1 1 0 0 0,1-1 0 0 0,0 1 0 0 0,7-4 0 0 0,-12 8-62 0 0,1-1 0 0 0,-1 1 0 0 0,0 0 0 0 0,1 0 0 0 0,-1 0 0 0 0,0 0 0 0 0,1 0 0 0 0,-1 0 0 0 0,0 0 0 0 0,1-1 0 0 0,-1 1 0 0 0,1 0 0 0 0,-1 0 0 0 0,0 1 0 0 0,1-1 0 0 0,-1 0 0 0 0,0 0 0 0 0,1 0 0 0 0,-1 0 0 0 0,1 0 0 0 0,-1 0 0 0 0,0 0 0 0 0,1 1 0 0 0,-1-1 0 0 0,0 0 0 0 0,1 0 0 0 0,-1 0 0 0 0,0 1 0 0 0,0-1 0 0 0,1 0 0 0 0,-1 0 0 0 0,0 1 0 0 0,0-1 0 0 0,1 0 0 0 0,-1 1 0 0 0,0-1 0 0 0,0 0 0 0 0,1 1 0 0 0,5 16 117 0 0,-5-13-45 0 0,2 4-22 0 0,-1-4-25 0 0,-1 1 1 0 0,1-1-1 0 0,-1 1 0 0 0,0-1 1 0 0,0 1-1 0 0,0 9 0 0 0,-1-7 0 0 0,1 1-1 0 0,0-1 1 0 0,0 0-1 0 0,4 10 0 0 0,-3-10-30 0 0,-1 0 0 0 0,1 1-1 0 0,-1-1 1 0 0,0 10-1 0 0,-1-10-163 0 0,0 1 0 0 0,1 0-1 0 0,0 0 1 0 0,1-1 0 0 0,-1 1-1 0 0,1 0 1 0 0,1-1 0 0 0,-1 0 0 0 0,1 0-1 0 0,1 0 1 0 0,-1 0 0 0 0,6 7-1 0 0,-5-8-530 0 0,0-1 0 0 0,1 0 0 0 0,0 0 0 0 0,0 0 0 0 0,0-1 0 0 0,0 1 0 0 0,1-1 0 0 0,0-1 0 0 0,-1 1 0 0 0,2-1 0 0 0,-1 0 0 0 0,0 0 0 0 0,13 3 0 0 0,-6-3-864 0 0,0 0 0 0 0,0-1 0 0 0,1-1 0 0 0,-1 0 0 0 0,0-1 0 0 0,22-2 1 0 0,-1-3-1539 0 0,39-10 0 0 0,-26 5 1020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1.889"/>
    </inkml:context>
    <inkml:brush xml:id="br0">
      <inkml:brushProperty name="width" value="0.05" units="cm"/>
      <inkml:brushProperty name="height" value="0.05" units="cm"/>
      <inkml:brushProperty name="color" value="#CC0066"/>
    </inkml:brush>
  </inkml:definitions>
  <inkml:trace contextRef="#ctx0" brushRef="#br0">300 128 1080 0 0,'0'-4'690'0'0,"0"-1"-1"0"0,0 1 1 0 0,-1-1-1 0 0,1 1 1 0 0,-1-1-1 0 0,0 1 1 0 0,0 0-1 0 0,0-1 1 0 0,0 1-1 0 0,-1 0 1 0 0,0 0-1 0 0,0 0 0 0 0,0 0 1 0 0,-4-5-1 0 0,2 4-179 0 0,0 1 0 0 0,0 0 0 0 0,-1 0 0 0 0,0 1 0 0 0,0-1 0 0 0,-8-3-1 0 0,4 2 1 0 0,0 1-1 0 0,0 0 1 0 0,0 1 0 0 0,-1 0-1 0 0,1 1 1 0 0,-1-1-1 0 0,0 2 1 0 0,1 0-1 0 0,-15-1 1 0 0,18 2-368 0 0,1 0 0 0 0,0 1 0 0 0,0-1 0 0 0,0 1 0 0 0,-1 0 0 0 0,1 0 1 0 0,0 0-1 0 0,0 1 0 0 0,1 0 0 0 0,-1 0 0 0 0,0 0 0 0 0,1 1 0 0 0,-1-1 0 0 0,1 1 0 0 0,-1 0 0 0 0,1 1 1 0 0,0-1-1 0 0,1 1 0 0 0,-7 7 0 0 0,5-5-84 0 0,1 1 0 0 0,0 0 0 0 0,0 0 0 0 0,1 0 0 0 0,0 0 0 0 0,-3 9 0 0 0,5-14-66 0 0,1-1 0 0 0,0 1-1 0 0,-1-1 1 0 0,1 1 0 0 0,0-1-1 0 0,0 1 1 0 0,0-1 0 0 0,0 1 0 0 0,0-1-1 0 0,0 1 1 0 0,0 0 0 0 0,0-1 0 0 0,0 1-1 0 0,1-1 1 0 0,-1 1 0 0 0,1-1 0 0 0,-1 0-1 0 0,1 1 1 0 0,0-1 0 0 0,0 1 0 0 0,-1-1-1 0 0,1 0 1 0 0,0 0 0 0 0,0 1 0 0 0,0-1-1 0 0,0 0 1 0 0,0 0 0 0 0,1 0 0 0 0,-1 0-1 0 0,0 0 1 0 0,0-1 0 0 0,1 1-1 0 0,-1 0 1 0 0,0 0 0 0 0,1-1 0 0 0,-1 1-1 0 0,1-1 1 0 0,-1 1 0 0 0,1-1 0 0 0,-1 0-1 0 0,3 1 1 0 0,17 1-318 0 0,0 0-1 0 0,0-2 1 0 0,25-1-1 0 0,6-1-70 0 0,-48 3 389 0 0,-1-1-1 0 0,1 1 1 0 0,-1 0-1 0 0,1 0 1 0 0,-1 1-1 0 0,0-1 1 0 0,0 1-1 0 0,1-1 0 0 0,-1 1 1 0 0,0 0-1 0 0,0 0 1 0 0,-1 0-1 0 0,1 1 1 0 0,0-1-1 0 0,-1 1 1 0 0,0-1-1 0 0,1 1 1 0 0,2 5-1 0 0,-2-4-304 0 0,0 0 1 0 0,1 0-1 0 0,-1-1 0 0 0,0 0 1 0 0,8 6-1 0 0,-7-8-318 0 0,-1-1 1 0 0,1 1-1 0 0,0 0 0 0 0,0-1 0 0 0,-1 0 1 0 0,1 0-1 0 0,0 0 0 0 0,0 0 1 0 0,-1-1-1 0 0,1 1 0 0 0,4-2 0 0 0,-7 2 545 0 0,6-3-642 0 0,1 0-1 0 0,-1-1 0 0 0,0 1 0 0 0,0-1 0 0 0,0-1 0 0 0,-1 1 1 0 0,1-1-1 0 0,-1 0 0 0 0,0-1 0 0 0,0 1 0 0 0,-1-1 0 0 0,5-7 1 0 0,17-12-910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3T03:57:02.222"/>
    </inkml:context>
    <inkml:brush xml:id="br0">
      <inkml:brushProperty name="width" value="0.05" units="cm"/>
      <inkml:brushProperty name="height" value="0.05" units="cm"/>
      <inkml:brushProperty name="color" value="#CC0066"/>
    </inkml:brush>
    <inkml:context xml:id="ctx1">
      <inkml:inkSource xml:id="inkSrc1">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1" timeString="2024-12-03T03:57:02.223"/>
    </inkml:context>
  </inkml:definitions>
  <inkml:trace contextRef="#ctx0" brushRef="#br0">60 120 140,'-30'-41'7043,"22"34"-5408,7 6-1219,1 0 0,-1 0 1,0 1-1,0-1 0,0 0 0,0 0 0,0 0 0,-1 1 1,1-1-1,0 1 0,0-1 0,0 1 0,-1-1 0,1 1 1,-2-1-1,0 1 1687,4 0-1974,-1 0 0,1 0 1,-1 0-1,1-1 1,-1 1-1,1 0 1,-1 0-1,1 0 0,-1 0 1,1 0-1,-1 1 1,1-1-1,-1 0 1,1 0-1,-1 0 0,1 0 1,-1 0-1,1 1 1,-1-1-1,1 0 1,-1 1-1,0-1 0,1 0 1,0 1-1,3 7 755,-3-7-800,-1 0 0,1 0 0,-1 0-1,1 0 1,0 0 0,0 0 0,-1 0-1,1 0 1,0 0 0,0 0 0,0 0-1,0-1 1,0 1 0,0 0 0,2 1-1,43 20 652,1-2 0,91 27 0,-113-40-750,-3 0-480,0-1 1,0-1 0,1-1-1,29 2 1,-34-2-1166,-12-1-2384,17-19-12461</inkml:trace>
  <inkml:trace contextRef="#ctx1" brushRef="#br0">536 36 32 0 0,'0'-2'217'0'0,"0"0"1"0"0,0 0-1 0 0,0 1 0 0 0,-1-1 1 0 0,1 0-1 0 0,0 0 0 0 0,-1 0 1 0 0,0 1-1 0 0,1-1 0 0 0,-1 0 1 0 0,0 0-1 0 0,-1-1 0 0 0,1 2 59 0 0,0 0-1 0 0,0 0 0 0 0,0 0 1 0 0,0 0-1 0 0,0 0 0 0 0,0 1 1 0 0,-1-1-1 0 0,1 0 1 0 0,0 1-1 0 0,0-1 0 0 0,-1 1 1 0 0,1 0-1 0 0,0-1 0 0 0,-1 1 1 0 0,1 0-1 0 0,-1 0 0 0 0,1 0 1 0 0,0-1-1 0 0,-1 2 0 0 0,1-1 1 0 0,-1 0-1 0 0,1 0 0 0 0,0 0 1 0 0,-1 1-1 0 0,1-1 0 0 0,0 0 1 0 0,-1 1-1 0 0,1-1 0 0 0,-2 2 1 0 0,-11 4 601 0 0,0 1 1 0 0,1 0-1 0 0,0 1 1 0 0,1 0-1 0 0,-1 1 1 0 0,1 0-1 0 0,1 1 1 0 0,-20 21-1 0 0,-2 10 198 0 0,-37 56 0 0 0,53-72-455 0 0,-7 16 29 0 0,1 1 0 0 0,-22 60-1 0 0,20-45-773 0 0,22-51-314 0 0,1 1-1 0 0,0 0 1 0 0,0 0 0 0 0,0 0-1 0 0,1 0 1 0 0,0 0 0 0 0,0 0-1 0 0,0 12 1 0 0,1-19 261 0 0,0 1 1 0 0,1 0 0 0 0,-1-1-1 0 0,0 1 1 0 0,0 0 0 0 0,0-1-1 0 0,0 1 1 0 0,1 0 0 0 0,-1-1-1 0 0,0 1 1 0 0,1 0 0 0 0,-1-1-1 0 0,0 1 1 0 0,1-1 0 0 0,-1 1-1 0 0,1-1 1 0 0,-1 1-1 0 0,1-1 1 0 0,-1 1 0 0 0,1-1-1 0 0,-1 1 1 0 0,1-1 0 0 0,-1 0-1 0 0,1 1 1 0 0,0-1 0 0 0,-1 0-1 0 0,1 1 1 0 0,0-1 0 0 0,-1 0-1 0 0,1 0 1 0 0,0 0 0 0 0,-1 0-1 0 0,1 0 1 0 0,0 0-1 0 0,-1 0 1 0 0,1 0 0 0 0,0 0-1 0 0,-1 0 1 0 0,1 0 0 0 0,0 0-1 0 0,-1 0 1 0 0,1 0 0 0 0,0-1-1 0 0,-1 1 1 0 0,1 0 0 0 0,1-1-1 0 0,33-14-4469 0 0,-5-7 1756 0 0,-1-3 521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3T03:57:02.569"/>
    </inkml:context>
    <inkml:brush xml:id="br0">
      <inkml:brushProperty name="width" value="0.05" units="cm"/>
      <inkml:brushProperty name="height" value="0.05" units="cm"/>
      <inkml:brushProperty name="color" value="#CC0066"/>
    </inkml:brush>
  </inkml:definitions>
  <inkml:trace contextRef="#ctx0" brushRef="#br0">0 1 504,'3'1'843,"0"1"0,0 0-1,0-1 1,0 1 0,0 1 0,-1-1 0,1 0 0,-1 1-1,0-1 1,0 1 0,0-1 0,0 1 0,3 6-1,-3-3 345,0 0 0,-1 1-1,0-1 1,0 0 0,-1 1-1,0 11 1,0 5 141,1 0 0,1 0 0,7 31 0,-7-45-1255,0 1 0,-2-1 0,1 1 0,-1-1 0,-1 11 0,0 6-1463,1-25 1215,0 0 1,0 0 0,0 0-1,0 0 1,0 0-1,0 0 1,0 0 0,1 0-1,-1 0 1,0 0 0,1 0-1,-1 0 1,0 0 0,1 0-1,-1 0 1,1 0-1,0 0 1,-1-1 0,1 1-1,0 0 1,-1 0 0,1-1-1,0 1 1,0-1 0,0 1-1,0 0 1,32-25-19408</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3T03:57:02.933"/>
    </inkml:context>
    <inkml:brush xml:id="br0">
      <inkml:brushProperty name="width" value="0.05" units="cm"/>
      <inkml:brushProperty name="height" value="0.05" units="cm"/>
      <inkml:brushProperty name="color" value="#CC0066"/>
    </inkml:brush>
  </inkml:definitions>
  <inkml:trace contextRef="#ctx0" brushRef="#br0">45 128 204,'0'-8'567,"1"2"-112,-1 1 0,0 0 0,0 0 0,0-1 0,-1 1 1,0 0-1,0 0 0,0 0 0,-1 0 0,0 0 0,0 0 0,-4-7 0,-21-29 3834,25 36-6254,10 9 885,13 11-119,112 155 1029,-104-131 1107,-6-3 582,-1 0 1,22 50-1,-44-86-1504,12 28 892,-2 1 0,0 0 0,6 40 0,-5-23 19,-9-37-722,-1 0 0,0 1 0,-1-1 1,0 16-1,-1-3 61,1-22-267,0 0 1,-1 0 0,1 1 0,0-1 0,0 0 0,0 0 0,0 1-1,0-1 1,0 0 0,0 1 0,0-1 0,0 0 0,0 0 0,0 1-1,0-1 1,0 0 0,0 1 0,0-1 0,0 0 0,0 0-1,0 1 1,1-1 0,-1 0 0,0 0 0,0 1 0,0-1 0,0 0-1,1 0 1,-1 0 0,0 1 0,0-1 0,0 0 0,1 0-1,-1 0 1,0 1 0,0-1 0,0 0 0,1 0 0,-1 0 0,0 0-1,1 0 1,-1 0 0,0 0 0,0 0 0,1 0 0,-1 0-1,0 0 1,0 0 0,1 0 0,-1 0 0,0 0 0,1 0 0,-1 0-1,1 0-63,0-1-1,-1 0 1,1 1-1,-1-1 1,1 0-1,-1 0 1,1 1-1,-1-1 1,1 0 0,-1 0-1,1 0 1,-1 1-1,0-1 1,0 0-1,0 0 1,1 0-1,-1 0 1,0 0-1,0 0 1,0-1-1,-8-63-2129,5 55 2085,1 0 0,1-1-1,0 1 1,0-1 0,1 0-1,0 1 1,3-18 0,-1 20 291,0 0 1,0 0 0,1 0 0,0 0-1,0 1 1,1-1 0,0 1 0,0 0-1,10-12 1,-11 16-36,0 0 1,0 0-1,0 1 0,1-1 0,-1 1 0,1 0 0,-1 0 0,1 0 1,0 1-1,0-1 0,0 1 0,0 0 0,0 0 0,0 0 1,0 0-1,0 1 0,0 0 0,0 0 0,0 0 0,1 0 0,-1 0 1,6 3-1,4-1 199,-2-1-123,0 1 0,-1 1 0,1 0 0,-1 0 0,1 1-1,-1 0 1,-1 1 0,17 9 0,10 8 227,-17-13-381,-20-9-109,1 1 1,0-1-1,0 0 1,-1 0-1,1 0 1,0 1-1,0-1 1,-1 0-1,1 0 1,0 0-1,0 0 1,-1 0-1,1-1 1,0 1-1,0 0 1,-1 0-1,1 0 1,0-1-1,-1 1 1,1 0-1,0-1 1,0 1-1,-1 0 1,1-1-1,-1 1 1,1-1-1,-1 1 1,1-1-1,0 0 1,17-23-1630,-10 13 1368,7-9-159,15-12 569,-25 27 280,1 0 0,0 0 1,0 1-1,1-1 0,-1 2 0,1-1 1,0 1-1,0 0 0,0 0 0,0 1 0,1 0 1,-1 0-1,11-1 0,-17 3-335,0 0 0,0 0 0,0 0-1,0 0 1,1 1 0,-1-1 0,0 0 0,0 0 0,0 1 0,0-1-1,0 1 1,0-1 0,0 1 0,0-1 0,0 1 0,0 0-1,0 0 1,0-1 0,0 1 0,-1 0 0,1 0 0,0 0-1,-1 0 1,2 1 0,-1 1 50,0-1-1,0 1 0,0 0 1,-1 0-1,1-1 1,-1 1-1,1 0 1,-1 0-1,0 5 1,-2 5 127,1 0 1,-2 0-1,-5 18 1,6-21-392,1 1 1,0-1 0,0 0 0,1 0-1,1 16 1,1 8-5150,-2-34 5212,-1 0 1,1 0 0,0 1-1,0-1 1,0 0-1,0 0 1,0 1-1,1-1 1,-1 0 0,0 0-1,0 1 1,0-1-1,0 0 1,0 0-1,0 0 1,0 1 0,0-1-1,0 0 1,1 0-1,-1 1 1,0-1-1,0 0 1,0 0 0,0 0-1,1 0 1,-1 1-1,0-1 1,0 0-1,1 0 1,-1 0 0,0 0-1,0 0 1,0 0-1,1 0 1,-1 1-1,0-1 1,0 0 0,1 0-1,-1 0 1,0 0-1,0 0 1,1 0 0,-1 0-1,0 0 1,0 0-1,1-1 1,-1 1-1,0 0 1,1 0 0,17-10-5272,-14 7 4624,0 0 0,0-1 0,-1 1 0,1-1 0,-1 0 0,0 1 0,3-6 0,-1-14-1017,7-3 250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3T03:57:03.298"/>
    </inkml:context>
    <inkml:brush xml:id="br0">
      <inkml:brushProperty name="width" value="0.05" units="cm"/>
      <inkml:brushProperty name="height" value="0.05" units="cm"/>
      <inkml:brushProperty name="color" value="#CC0066"/>
    </inkml:brush>
  </inkml:definitions>
  <inkml:trace contextRef="#ctx0" brushRef="#br0">1 368 844,'27'-57'6395,"-19"45"3889,-1 26-8926,-2 26 907,-3-33-2049,1-1 0,-1 1 1,-1 0-1,1 0 0,-1 0 0,0 8 0,-1-7-79,1 0 1,0-1-1,0 1 0,4 10 0,2 25-89,-7-33-338,1 1 0,1-1-1,0 0 1,0 0 0,1 0-1,6 15 1,14 23-5027,-17-35-2951,-6-13 8197,0 0 0,0 0 0,0 0 0,0 0-1,0 0 1,0-1 0,0 1 0,0 0 0,0 0 0,0 0 0,0 0 0,0 0 0,0 0-1,0 0 1,1-1-142,-1 1 142,0 0 0,0 0 0,0 0 0,0 0 0,0 0-1,0 0 1,0 0 0,0 0 0,1 0 0,-1 0 0,0 0 0,0 0 0,0 0 0,0 0-1,0 0 1,0 0 0,0 0 0,1 0 0,-1 0 0,0 0 0,0 0 0,0 0 0,0 0-1,0 0 1,0 0 0,0 0 0,0 0 0,1 0 0,-1 0 0,0 0 0,0 1 0,0-1 0,0 0-143,0 0 143,0 0 0,0 0 0,0 0 0,0 0 0,0 0 0,1 1-1,-1-1 1,0 0 0,0 0 0,0 0 0,0 0 0,0 0 0,0 0 0,0 0 0,0 1 0,7-5-98,7-5-1721</inkml:trace>
  <inkml:trace contextRef="#ctx0" brushRef="#br0" timeOffset="1">239 134 168,'0'-42'2196,"-30"17"452,15 0 257,0 8 131,-15 0-432,1 9-928,-1 8-808,15 0-624,-15 8-544,15 1-1816,15 8 328,0-9-604,0 0-160,15 1 115,0-1 309,15-8 368</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3.661"/>
    </inkml:context>
    <inkml:brush xml:id="br0">
      <inkml:brushProperty name="width" value="0.05" units="cm"/>
      <inkml:brushProperty name="height" value="0.05" units="cm"/>
      <inkml:brushProperty name="color" value="#CC0066"/>
    </inkml:brush>
    <inkml:context xml:id="ctx1">
      <inkml:inkSource xml:id="inkSrc1">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1" timeString="2024-12-03T03:57:03.662"/>
    </inkml:context>
  </inkml:definitions>
  <inkml:trace contextRef="#ctx0" brushRef="#br0">179 0 392 0 0,'-3'2'2051'0'0,"-23"8"5950"0"0,23-9-7477 0 0,-1 0-1 0 0,0 0 1 0 0,0 1 0 0 0,1-1-1 0 0,-1 1 1 0 0,0-1-1 0 0,1 1 1 0 0,0 0-1 0 0,-1 1 1 0 0,1-1-1 0 0,0 1 1 0 0,0-1-1 0 0,0 1 1 0 0,1 0-1 0 0,-1 0 1 0 0,-2 4-1 0 0,1 2 27 0 0,1 1-1 0 0,-1 0 0 0 0,2 0 0 0 0,0 0 0 0 0,0 0 1 0 0,0 0-1 0 0,2 1 0 0 0,-1-1 0 0 0,2 11 1 0 0,0-8-311 0 0,0-1 0 0 0,2 0 0 0 0,-1 0 0 0 0,2 0 0 0 0,0 0 0 0 0,0 0 0 0 0,1-1 0 0 0,0 1 0 0 0,1-1 0 0 0,0-1 0 0 0,14 19 0 0 0,7 9 253 0 0,-19-25-239 0 0,2 0 0 0 0,20 23 0 0 0,-24-30-200 0 0,0 1-1 0 0,0-1 1 0 0,-1 1 0 0 0,0 0 0 0 0,6 10-1 0 0,-10-15-74 0 0,0-1 0 0 0,0 1 0 0 0,0 0 0 0 0,-1-1 0 0 0,1 1 0 0 0,0 0 0 0 0,-1 0 0 0 0,0 0 0 0 0,1-1 0 0 0,-1 1 0 0 0,0 0 0 0 0,0 0 0 0 0,0 0 0 0 0,0 0 0 0 0,0 0 0 0 0,-1-1 0 0 0,1 1 0 0 0,-1 0 0 0 0,1 0 0 0 0,-1-1 0 0 0,1 1 0 0 0,-1 0 0 0 0,0 0 0 0 0,0-1 0 0 0,0 1 0 0 0,0-1-1 0 0,0 1 1 0 0,0-1 0 0 0,0 1 0 0 0,-1-1 0 0 0,-2 2 0 0 0,1 0-312 0 0,-1-1-1 0 0,0 1 1 0 0,0-1-1 0 0,1 0 1 0 0,-2 0-1 0 0,1-1 0 0 0,0 1 1 0 0,0-1-1 0 0,0 0 1 0 0,-1 0-1 0 0,1 0 1 0 0,-1-1-1 0 0,1 1 1 0 0,-1-1-1 0 0,-8-1 1 0 0,-4-1-2071 0 0,0-1 0 0 0,-29-9 1 0 0,38 10 1376 0 0,2 1 177 0 0,1-1 0 0 0,0 1-1 0 0,0-1 1 0 0,0 0 0 0 0,0-1-1 0 0,0 1 1 0 0,1-1-1 0 0,-1 0 1 0 0,1 0 0 0 0,-1 0-1 0 0,1-1 1 0 0,0 1 0 0 0,-6-9-1 0 0,7-3-1070 0 0</inkml:trace>
  <inkml:trace contextRef="#ctx1" brushRef="#br0">134 427 1508,'45'-9'3857,"0"-2"0,75-29 0,13-25 208,-124 59-3812,14-6 449,-2-1-1,0-1 1,26-21 0,-42 30-512,-1 0 0,1 0 1,-1 0-1,0 0 0,0-1 1,0 1-1,4-11 1,-7 13-101,0 0 1,0-1-1,0 1 1,0 0 0,0-1-1,-1 1 1,0-1 0,1 1-1,-1-1 1,-1 1 0,1-1-1,0 1 1,-1-1-1,0 1 1,-1-5 0,1 5-44,0 0-1,0 0 1,-1 0 0,1 1 0,-1-1 0,1 0-1,-1 1 1,0-1 0,0 1 0,0 0-1,0 0 1,0 0 0,-1 0 0,1 0 0,-1 0-1,1 0 1,-1 1 0,1 0 0,-1-1 0,0 1-1,0 0 1,0 0 0,0 0 0,0 1 0,0-1-1,0 1 1,0-1 0,0 1 0,0 0-1,0 0 1,-5 1 0,3 0-40,1 0 0,-1 1 1,0-1-1,1 1 0,-1-1 0,1 2 1,-1-1-1,1 0 0,0 1 0,0 0 0,0 0 1,1 0-1,-1 0 0,0 0 0,1 1 0,0 0 1,0-1-1,0 1 0,-2 6 0,0 1-50,0 0-1,1 0 1,1 0 0,0 0-1,0 1 1,1-1-1,0 1 1,1 0-1,1-1 1,0 1 0,1 0-1,0 0 1,0-1-1,1 1 1,1-1-1,0 1 1,0-1 0,2 0-1,-1 0 1,1 0-1,0-1 1,1 0-1,1 0 1,-1 0 0,2-1-1,-1 0 1,1 0-1,1-1 1,-1 0-1,1-1 1,1 1 0,-1-2-1,1 1 1,0-1-1,14 5 1,-16-8-582,1 0 0,0 0 0,-1-1 0,1 0 0,12 1 0,-11-2-336,-1 0 0,1-1 0,-1 0 0,0-1 0,1 0 1,-1-1-1,0 0 0,0 0 0,0-1 0,0 0 0,0 0 0,0-1 1,-1 0-1,0-1 0,13-8 0,8-12-1738</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5.001"/>
    </inkml:context>
    <inkml:brush xml:id="br0">
      <inkml:brushProperty name="width" value="0.05" units="cm"/>
      <inkml:brushProperty name="height" value="0.05" units="cm"/>
      <inkml:brushProperty name="color" value="#CC0066"/>
    </inkml:brush>
  </inkml:definitions>
  <inkml:trace contextRef="#ctx0" brushRef="#br0">17 15 1308 0 0,'0'-1'272'0'0,"0"1"1"0"0,0-1-1 0 0,0 1 0 0 0,0-1 1 0 0,0 1-1 0 0,0-1 0 0 0,0 1 1 0 0,0-1-1 0 0,0 1 0 0 0,0-1 1 0 0,-1 1-1 0 0,1-1 0 0 0,0 1 0 0 0,0-1 1 0 0,0 1-1 0 0,-1-1 0 0 0,1 1 1 0 0,0-1-1 0 0,-1 1 0 0 0,1 0 1 0 0,0-1-1 0 0,-1 1 0 0 0,1 0 1 0 0,-1-1-1 0 0,1 1 0 0 0,-1 0 0 0 0,1-1 1 0 0,0 1-1 0 0,-1 0 0 0 0,1 0 1 0 0,-1 0-1 0 0,1-1 0 0 0,-1 1 1 0 0,1 0-1 0 0,-2 0 0 0 0,2 0-132 0 0,0 0-1 0 0,-1 0 0 0 0,1 1 1 0 0,0-1-1 0 0,-1 0 0 0 0,1 0 1 0 0,0 0-1 0 0,0 1 0 0 0,-1-1 1 0 0,1 0-1 0 0,0 0 0 0 0,0 1 1 0 0,-1-1-1 0 0,1 0 0 0 0,0 1 1 0 0,0-1-1 0 0,0 0 0 0 0,-1 1 1 0 0,1-1-1 0 0,0 0 0 0 0,0 1 1 0 0,0-1-1 0 0,0 0 0 0 0,0 1 1 0 0,0-1-1 0 0,0 0 0 0 0,0 1 1 0 0,0-1-1 0 0,0 1 0 0 0,0-1 1 0 0,0 0-1 0 0,0 1 1 0 0,0-1-1 0 0,0 0 0 0 0,0 1 1 0 0,0-1-1 0 0,0 0 0 0 0,1 1 1 0 0,-1-1-1 0 0,0 0 0 0 0,0 1 1 0 0,0-1-1 0 0,0 0 0 0 0,1 1 1 0 0,-1-1-1 0 0,0 0 0 0 0,1 0 1 0 0,-1 1-1 0 0,0-1 0 0 0,1 0 1 0 0,20 32 1071 0 0,1-2 0 0 0,45 48 0 0 0,1 0 185 0 0,-31-37-735 0 0,62 54 0 0 0,16 16-463 0 0,-93-88-1069 0 0,0-1 1 0 0,50 36-1 0 0,-51-39-1358 0 0,-17-15 1138 0 0,0 0 1 0 0,0 0 0 0 0,0 0-1 0 0,1 0 1 0 0,7 4 0 0 0,-11-8 791 0 0,1 1 1 0 0,-1-1-1 0 0,0 1 1 0 0,1-1-1 0 0,-1 0 1 0 0,0 1-1 0 0,1-1 0 0 0,-1 0 1 0 0,1 0-1 0 0,-1 0 1 0 0,1 0-1 0 0,-1 0 1 0 0,0 0-1 0 0,1 0 1 0 0,-1-1-1 0 0,1 1 1 0 0,-1 0-1 0 0,0-1 1 0 0,1 1-1 0 0,-1-1 0 0 0,0 0 1 0 0,0 1-1 0 0,1-1 1 0 0,-1 0-1 0 0,0 0 1 0 0,2-1-1 0 0,14-17-2135 0 0,11-11 441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5.320"/>
    </inkml:context>
    <inkml:brush xml:id="br0">
      <inkml:brushProperty name="width" value="0.05" units="cm"/>
      <inkml:brushProperty name="height" value="0.05" units="cm"/>
      <inkml:brushProperty name="color" value="#CC0066"/>
    </inkml:brush>
  </inkml:definitions>
  <inkml:trace contextRef="#ctx0" brushRef="#br0">595 139 440 0 0,'1'-29'2080'0'0,"0"20"-595"0"0,0 1 0 0 0,-1-1 0 0 0,0 0 1 0 0,-1 0-1 0 0,0 0 0 0 0,0 1 0 0 0,-1-1 1 0 0,0 0-1 0 0,-6-16 0 0 0,7 25-1271 0 0,0-1-1 0 0,1 1 1 0 0,-1-1-1 0 0,0 1 1 0 0,0-1 0 0 0,0 1-1 0 0,1-1 1 0 0,-1 1-1 0 0,0 0 1 0 0,0 0-1 0 0,0-1 1 0 0,0 1-1 0 0,0 0 1 0 0,0 0-1 0 0,0 0 1 0 0,0 0-1 0 0,0 0 1 0 0,0 0 0 0 0,0 0-1 0 0,1 0 1 0 0,-1 0-1 0 0,0 1 1 0 0,0-1-1 0 0,0 0 1 0 0,0 0-1 0 0,0 1 1 0 0,0-1-1 0 0,0 1 1 0 0,1-1-1 0 0,-1 1 1 0 0,0-1 0 0 0,0 1-1 0 0,1-1 1 0 0,-1 1-1 0 0,-1 1 1 0 0,-3 2 298 0 0,-1 0 1 0 0,1 1-1 0 0,1-1 0 0 0,-9 10 1 0 0,-65 81 2044 0 0,38-48-1956 0 0,-47 70-1 0 0,30-33-338 0 0,30-47-139 0 0,-36 67-1 0 0,23-28-61 0 0,17-34-81 0 0,-18 46 0 0 0,-4 13-416 0 0,43-95 227 0 0,-1-1 0 0 0,1 1 0 0 0,0 0 0 0 0,0 0 0 0 0,0 0 0 0 0,1 1 1 0 0,0-1-1 0 0,-1 11 0 0 0,2 10-7097 0 0,0-17 2268 0 0,15-19-3405 0 0,20-13 3717 0 0,-13 10 3265 0 0,10-19-609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5.696"/>
    </inkml:context>
    <inkml:brush xml:id="br0">
      <inkml:brushProperty name="width" value="0.05" units="cm"/>
      <inkml:brushProperty name="height" value="0.05" units="cm"/>
      <inkml:brushProperty name="color" value="#CC0066"/>
    </inkml:brush>
  </inkml:definitions>
  <inkml:trace contextRef="#ctx0" brushRef="#br0">205 59 308 0 0,'0'-1'130'0'0,"0"1"0"0"0,0 0 1 0 0,-1-1-1 0 0,1 1 0 0 0,0-1 0 0 0,0 1 0 0 0,0-1 0 0 0,0 1 1 0 0,-1 0-1 0 0,1-1 0 0 0,0 1 0 0 0,0 0 0 0 0,-1-1 1 0 0,1 1-1 0 0,0 0 0 0 0,0-1 0 0 0,-1 1 0 0 0,1 0 1 0 0,-1-1-1 0 0,1 1 0 0 0,0 0 0 0 0,-1 0 0 0 0,1 0 0 0 0,0-1 1 0 0,-1 1-1 0 0,1 0 0 0 0,-1 0 0 0 0,1 0 0 0 0,-1 0 1 0 0,1 0-1 0 0,0 0 0 0 0,-1 0 0 0 0,0 0 0 0 0,-1 0 192 0 0,1-1-1 0 0,-1 2 0 0 0,1-1 1 0 0,-1 0-1 0 0,0 0 0 0 0,1 0 1 0 0,-1 1-1 0 0,1-1 0 0 0,-1 1 0 0 0,1 0 1 0 0,-4 1-1 0 0,-6 5 802 0 0,-1 2 0 0 0,1-1-1 0 0,0 2 1 0 0,1-1 0 0 0,0 1-1 0 0,1 1 1 0 0,-13 17 0 0 0,10-11-534 0 0,0 2 1 0 0,1 0 0 0 0,1 0 0 0 0,-10 28 0 0 0,18-41-514 0 0,0 1 0 0 0,0-1 0 0 0,1 0 1 0 0,-1 1-1 0 0,2-1 0 0 0,-1 1 1 0 0,1 0-1 0 0,-1-1 0 0 0,3 13 0 0 0,-2-17-57 0 0,1 1 1 0 0,0-1-1 0 0,-1 0 0 0 0,1 1 0 0 0,0-1 0 0 0,0 0 0 0 0,1 0 0 0 0,-1 1 0 0 0,0-1 1 0 0,1 0-1 0 0,-1 0 0 0 0,1 0 0 0 0,0-1 0 0 0,0 1 0 0 0,0 0 0 0 0,0-1 1 0 0,0 1-1 0 0,0-1 0 0 0,0 1 0 0 0,0-1 0 0 0,0 0 0 0 0,1 0 0 0 0,-1 0 0 0 0,0 0 1 0 0,1-1-1 0 0,-1 1 0 0 0,1-1 0 0 0,4 1 0 0 0,0-1 39 0 0,0 0 0 0 0,0-1-1 0 0,-1 0 1 0 0,1 0 0 0 0,0-1 0 0 0,0 0 0 0 0,-1 0 0 0 0,1 0-1 0 0,-1-1 1 0 0,12-7 0 0 0,-1 2 55 0 0,-7 3-82 0 0,1 0 1 0 0,-1 0 0 0 0,0-1 0 0 0,-1-1-1 0 0,0 0 1 0 0,0 0 0 0 0,0-1 0 0 0,-1 0-1 0 0,0 0 1 0 0,0-1 0 0 0,-1 0 0 0 0,0 0-1 0 0,-1-1 1 0 0,0 0 0 0 0,0 0 0 0 0,-1 0-1 0 0,5-16 1 0 0,-9 22-104 0 0,0 0 0 0 0,-1 0 1 0 0,0 1-1 0 0,0-1 0 0 0,0 0 0 0 0,0 0 0 0 0,-1 0 0 0 0,0 0 1 0 0,1 0-1 0 0,-1 0 0 0 0,-1 1 0 0 0,1-1 0 0 0,0 0 0 0 0,-1 1 1 0 0,0-1-1 0 0,-2-3 0 0 0,-5-6-1722 0 0,1 0 1 0 0,-19-18-1 0 0,12 15-751 0 0,12 14 1914 0 0,1 0-1 0 0,0 0 0 0 0,-1 0 1 0 0,1 0-1 0 0,0 0 0 0 0,1-1 1 0 0,-1 1-1 0 0,0-1 1 0 0,1 1-1 0 0,-1-1 0 0 0,1 1 1 0 0,0-1-1 0 0,0 0 1 0 0,0 0-1 0 0,0 0 0 0 0,0 0 1 0 0,0-5-1 0 0,1-2-1242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6.057"/>
    </inkml:context>
    <inkml:brush xml:id="br0">
      <inkml:brushProperty name="width" value="0.05" units="cm"/>
      <inkml:brushProperty name="height" value="0.05" units="cm"/>
      <inkml:brushProperty name="color" value="#CC0066"/>
    </inkml:brush>
  </inkml:definitions>
  <inkml:trace contextRef="#ctx0" brushRef="#br0">1 109 2024 0 0,'2'1'305'0'0,"-1"0"0"0"0,1 0 0 0 0,0 0 0 0 0,0 0 0 0 0,-1 0 0 0 0,1 1 0 0 0,-1-1 0 0 0,1 0 0 0 0,-1 1 0 0 0,0-1 0 0 0,1 1 0 0 0,-1 0 0 0 0,0-1 0 0 0,0 1 0 0 0,0 0 0 0 0,0 0 0 0 0,-1 0 0 0 0,1 0 1 0 0,0 0-1 0 0,-1 0 0 0 0,1 0 0 0 0,-1 0 0 0 0,0 0 0 0 0,0 0 0 0 0,0 0 0 0 0,0 2 0 0 0,5 25 3151 0 0,-2-16-2525 0 0,0 0 1 0 0,0 0-1 0 0,-1 0 1 0 0,-1 0-1 0 0,-1 24 0 0 0,1-26-633 0 0,0-1-1 0 0,1 0 0 0 0,0 1 1 0 0,1-1-1 0 0,4 10 0 0 0,5 22 284 0 0,-12-36-544 0 0,1-1 0 0 0,0 1 0 0 0,0-1 0 0 0,1 1 1 0 0,0-1-1 0 0,0 0 0 0 0,0 0 0 0 0,0 0 0 0 0,1 0 0 0 0,0 0 1 0 0,0-1-1 0 0,0 1 0 0 0,0-1 0 0 0,1 0 0 0 0,0 0 1 0 0,0 0-1 0 0,0 0 0 0 0,0-1 0 0 0,1 1 0 0 0,6 3 0 0 0,-6-5-78 0 0,0 0-1 0 0,-1-1 0 0 0,1 1 0 0 0,0-1 0 0 0,0 0 1 0 0,0-1-1 0 0,0 1 0 0 0,1-1 0 0 0,-1 0 0 0 0,0 0 0 0 0,0 0 1 0 0,0-1-1 0 0,0 0 0 0 0,0 0 0 0 0,0 0 0 0 0,0-1 1 0 0,-1 1-1 0 0,1-1 0 0 0,0 0 0 0 0,-1-1 0 0 0,7-3 1 0 0,1-1-306 0 0,0-1 0 0 0,-1 0 1 0 0,0-1-1 0 0,-1 0 1 0 0,0 0-1 0 0,0-1 1 0 0,8-12-1 0 0,-10 12 147 0 0,-1 1 0 0 0,0-1 0 0 0,0 0 0 0 0,-2-1 0 0 0,1 0 0 0 0,-1 1 1 0 0,5-18-1 0 0,-4-1 168 0 0,3-36 0 0 0,-7-2 3413 0 0,1 97 1074 0 0,7 35-2964 0 0,-6-25-1009 0 0,-4-32-438 0 0,1 0-1 0 0,0 1 0 0 0,0-1 0 0 0,1 0 0 0 0,0 0 1 0 0,4 11-1 0 0,3 11-340 0 0,-8-26 85 0 0,0 1 0 0 0,0-1 0 0 0,0 0 0 0 0,1 1-1 0 0,0-1 1 0 0,-1 0 0 0 0,1 0 0 0 0,1 0-1 0 0,-1 0 1 0 0,5 6 0 0 0,-1-4-869 0 0,0-1-1 0 0,1 0 1 0 0,-1 0 0 0 0,1 0-1 0 0,0-1 1 0 0,0 0 0 0 0,14 5-1 0 0,-16-7 378 0 0,0-1 1 0 0,1 0-1 0 0,-1 0 0 0 0,0 0 1 0 0,1-1-1 0 0,-1 1 0 0 0,1-2 0 0 0,-1 1 1 0 0,0 0-1 0 0,1-1 0 0 0,-1 0 0 0 0,0 0 1 0 0,8-3-1 0 0,27-10-1965 0 0,-8 4 506 0 0</inkml:trace>
  <inkml:trace contextRef="#ctx0" brushRef="#br0" timeOffset="1">879 67 796 0 0,'0'18'8191'0'0,"-7"10"-3504"0"0,5-26-4480 0 0,1 0-1 0 0,0 0 0 0 0,1 0 0 0 0,-1 1 0 0 0,0-1 0 0 0,1 0 0 0 0,-1 1 0 0 0,1-1 0 0 0,0 0 0 0 0,0 1 0 0 0,0-1 0 0 0,0 0 0 0 0,0 1 0 0 0,0-1 0 0 0,1 3 1 0 0,3 9 508 0 0,-2-8-407 0 0,0-1 1 0 0,-1 1-1 0 0,1 0 0 0 0,-1 0 1 0 0,0 10-1 0 0,-1-7-200 0 0,2 0 1 0 0,-1-1-1 0 0,1 1 0 0 0,0 0 0 0 0,1 0 1 0 0,0-1-1 0 0,0 0 0 0 0,1 1 0 0 0,0-1 1 0 0,1-1-1 0 0,-1 1 0 0 0,1-1 0 0 0,1 1 1 0 0,0-2-1 0 0,0 1 0 0 0,0 0 0 0 0,0-1 1 0 0,13 8-1 0 0,-1-1-1 0 0,-17-12-93 0 0,0 0 0 0 0,0 0 1 0 0,0 0-1 0 0,0 0 0 0 0,0 0 0 0 0,0 0 0 0 0,0-1 0 0 0,0 1 0 0 0,0 0 0 0 0,1-1 0 0 0,-1 1 0 0 0,0-1 0 0 0,0 1 0 0 0,0-1 0 0 0,1 0 0 0 0,-1 0 0 0 0,0 1 0 0 0,1-1 1 0 0,-1 0-1 0 0,0 0 0 0 0,0 0 0 0 0,1 0 0 0 0,-1 0 0 0 0,0-1 0 0 0,1 1 0 0 0,-1 0 0 0 0,0-1 0 0 0,0 1 0 0 0,0 0 0 0 0,1-1 0 0 0,-1 0 0 0 0,2-1 0 0 0,-2 1 18 0 0,-1 0-1 0 0,1 0 0 0 0,-1-1 0 0 0,1 1 1 0 0,-1 0-1 0 0,1-1 0 0 0,-1 1 0 0 0,0 0 1 0 0,0-1-1 0 0,1 1 0 0 0,-1 0 0 0 0,0-1 1 0 0,0 1-1 0 0,-1-3 0 0 0,2-8 130 0 0,1 6-108 0 0,1 0 1 0 0,-1 0 0 0 0,-1 0-1 0 0,1 0 1 0 0,-1 0 0 0 0,0 0-1 0 0,-1-1 1 0 0,1 1 0 0 0,-2-6-1 0 0,2 6-23 0 0,-1 1-1 0 0,1 0 0 0 0,0-1 0 0 0,0 1 0 0 0,3-7 0 0 0,3-23-110 0 0,-6 30-85 0 0,-1 1 0 0 0,1 0 1 0 0,-1 0-1 0 0,1 0 0 0 0,1 0 0 0 0,-1 0 0 0 0,0 0 1 0 0,1 0-1 0 0,0 0 0 0 0,0 1 0 0 0,0-1 1 0 0,0 0-1 0 0,1 1 0 0 0,-1 0 0 0 0,1 0 1 0 0,0-1-1 0 0,0 2 0 0 0,0-1 0 0 0,4-3 1 0 0,7-3-1223 0 0,-1 0 1 0 0,1 1-1 0 0,22-9 1 0 0,-35 16 1268 0 0,42-19-3805 0 0,1 2 1 0 0,65-18-1 0 0,-37 19 1894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6.667"/>
    </inkml:context>
    <inkml:brush xml:id="br0">
      <inkml:brushProperty name="width" value="0.05" units="cm"/>
      <inkml:brushProperty name="height" value="0.05" units="cm"/>
      <inkml:brushProperty name="color" value="#CC0066"/>
    </inkml:brush>
  </inkml:definitions>
  <inkml:trace contextRef="#ctx0" brushRef="#br0">388 179 1108 0 0,'0'-9'911'0'0,"-1"0"1"0"0,1 0-1 0 0,-2 0 1 0 0,1 1-1 0 0,-1-1 0 0 0,0 0 1 0 0,-1 1-1 0 0,0-1 1 0 0,-1 1-1 0 0,1 0 0 0 0,-9-12 1 0 0,9 15-587 0 0,-1 0 1 0 0,0 0-1 0 0,0 0 1 0 0,-1 1-1 0 0,0 0 1 0 0,1 0-1 0 0,-1 0 0 0 0,0 1 1 0 0,-1-1-1 0 0,1 1 1 0 0,-1 0-1 0 0,1 1 1 0 0,-1-1-1 0 0,0 1 1 0 0,0 0-1 0 0,0 1 1 0 0,-10-2-1 0 0,7 2-148 0 0,-1 0 0 0 0,1 1 0 0 0,0 0 1 0 0,-1 1-1 0 0,1 0 0 0 0,0 0 0 0 0,0 1 0 0 0,0 1 1 0 0,0-1-1 0 0,0 1 0 0 0,1 0 0 0 0,-1 1 0 0 0,1 0 0 0 0,0 1 1 0 0,0 0-1 0 0,0 0 0 0 0,1 0 0 0 0,-1 1 0 0 0,1 0 0 0 0,1 1 1 0 0,-7 7-1 0 0,6-5-47 0 0,0-1 1 0 0,1 1-1 0 0,0 0 1 0 0,0 1-1 0 0,1-1 0 0 0,1 1 1 0 0,0 0-1 0 0,0 1 1 0 0,1-1-1 0 0,0 0 1 0 0,0 1-1 0 0,2 0 1 0 0,-1 0-1 0 0,1-1 1 0 0,1 1-1 0 0,0 0 0 0 0,2 20 1 0 0,1-13 94 0 0,1-1-1 0 0,0 0 1 0 0,2 0 0 0 0,-1-1-1 0 0,2 1 1 0 0,9 15 0 0 0,-7-19-95 0 0,1-1 0 0 0,1 0 0 0 0,0 0 0 0 0,0-1 0 0 0,1-1 0 0 0,16 11 0 0 0,-16-11-51 0 0,1-3-104 0 0,0 0-1 0 0,1 0 1 0 0,0-2 0 0 0,0 1-1 0 0,0-2 1 0 0,1 0 0 0 0,-1-1-1 0 0,19 2 1 0 0,-21-3-399 0 0,1-1 1 0 0,-1-1-1 0 0,1 0 0 0 0,-1-1 0 0 0,1 0 0 0 0,-1-1 1 0 0,0 0-1 0 0,1-1 0 0 0,13-5 0 0 0,-11 2-852 0 0,0 0-1 0 0,0-1 0 0 0,-1 0 0 0 0,0-2 0 0 0,0 0 1 0 0,16-14-1 0 0,-20 15 259 0 0,-1 0 0 0 0,0-1-1 0 0,-1 0 1 0 0,0 0 0 0 0,-1-1 0 0 0,0 0 0 0 0,0-1 0 0 0,-1 1-1 0 0,0-1 1 0 0,7-20 0 0 0,2-10-674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7.044"/>
    </inkml:context>
    <inkml:brush xml:id="br0">
      <inkml:brushProperty name="width" value="0.05" units="cm"/>
      <inkml:brushProperty name="height" value="0.05" units="cm"/>
      <inkml:brushProperty name="color" value="#CC0066"/>
    </inkml:brush>
  </inkml:definitions>
  <inkml:trace contextRef="#ctx0" brushRef="#br0">48 76 1372 0 0,'0'-5'690'0'0,"0"1"0"0"0,0-1 0 0 0,0 1 0 0 0,-1-1 0 0 0,1 1 0 0 0,-1 0 0 0 0,-1-1 0 0 0,1 1 0 0 0,0 0 0 0 0,-1 0 0 0 0,-2-5 0 0 0,-1-1 3248 0 0,0 1-628 0 0,-5 19-569 0 0,7-1-2298 0 0,0 0 0 0 0,0 0-1 0 0,1 0 1 0 0,0 0 0 0 0,1 1-1 0 0,0-1 1 0 0,1 0 0 0 0,-1 0-1 0 0,4 19 1 0 0,-3 5 257 0 0,0 9 61 0 0,-1-9-159 0 0,1 0 0 0 0,2 0-1 0 0,1 0 1 0 0,8 34 0 0 0,7 3 161 0 0,2-1 0 0 0,32 68 0 0 0,-45-116-712 0 0,-6-17-45 0 0,0 0 0 0 0,0 0 0 0 0,1 0 0 0 0,-1 0 0 0 0,1 0 0 0 0,0 0 0 0 0,1 0 0 0 0,-1-1 0 0 0,5 7 0 0 0,-1-6-14 0 0,-6-4 5 0 0,1 0 1 0 0,0 1-1 0 0,-1-1 0 0 0,1 1 0 0 0,-1-1 0 0 0,1 0 0 0 0,-1 1 0 0 0,1-1 1 0 0,-1 1-1 0 0,1-1 0 0 0,-1 1 0 0 0,1-1 0 0 0,-1 1 0 0 0,0 0 0 0 0,1-1 1 0 0,-1 1-1 0 0,0-1 0 0 0,0 1 0 0 0,1 0 0 0 0,-1-1 0 0 0,0 1 0 0 0,0 0 1 0 0,0-1-1 0 0,0 2 0 0 0,0-2-1 0 0,0 0 1 0 0,0 1-1 0 0,0-1 0 0 0,0 0 1 0 0,0 0-1 0 0,0 0 0 0 0,0 1 1 0 0,0-1-1 0 0,0 0 0 0 0,0 0 1 0 0,0 1-1 0 0,0-1 1 0 0,1 0-1 0 0,-1 0 0 0 0,0 0 1 0 0,0 1-1 0 0,0-1 0 0 0,0 0 1 0 0,0 0-1 0 0,0 0 0 0 0,1 0 1 0 0,-1 1-1 0 0,0-1 1 0 0,0 0-1 0 0,0 0 0 0 0,0 0 1 0 0,1 0-1 0 0,-1 0 0 0 0,0 0 1 0 0,0 1-1 0 0,0-1 0 0 0,1 0 1 0 0,-1 0-1 0 0,0 0 1 0 0,0 0-1 0 0,0 0 0 0 0,1 0 1 0 0,-1 0-1 0 0,0 0 0 0 0,1 0 1 0 0,11-5-242 0 0,15-16-512 0 0,-13 4 194 0 0,-1-1-1 0 0,-1-1 1 0 0,15-29-1 0 0,-17 28 213 0 0,2 1 0 0 0,0-1 0 0 0,22-25 0 0 0,-24 32 281 0 0,1 2-1 0 0,1-1 0 0 0,0 1 1 0 0,1 1-1 0 0,21-14 0 0 0,-30 21 70 0 0,0 1-1 0 0,1 0 1 0 0,-1 0-1 0 0,1 0 1 0 0,-1 1-1 0 0,1 0 1 0 0,0 0-1 0 0,-1 0 1 0 0,1 0 0 0 0,0 1-1 0 0,0-1 1 0 0,-1 1-1 0 0,1 1 1 0 0,0-1-1 0 0,0 0 1 0 0,0 1-1 0 0,-1 0 1 0 0,1 1-1 0 0,-1-1 1 0 0,1 1-1 0 0,-1-1 1 0 0,9 6-1 0 0,47 34-981 0 0,-49-32 10 0 0,0-1 1 0 0,1 0 0 0 0,0 0-1 0 0,0-1 1 0 0,1-1-1 0 0,0 0 1 0 0,26 8 0 0 0,-25-10-129 0 0,0-1 1 0 0,1 0-1 0 0,-1-1 1 0 0,0-1-1 0 0,1 0 1 0 0,-1-1-1 0 0,1-1 1 0 0,-1 0-1 0 0,18-4 1 0 0,70-28-3020 0 0,-55 9 2595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7.389"/>
    </inkml:context>
    <inkml:brush xml:id="br0">
      <inkml:brushProperty name="width" value="0.05" units="cm"/>
      <inkml:brushProperty name="height" value="0.05" units="cm"/>
      <inkml:brushProperty name="color" value="#CC0066"/>
    </inkml:brush>
  </inkml:definitions>
  <inkml:trace contextRef="#ctx0" brushRef="#br0">329 75 244 0 0,'-2'-5'579'0'0,"-1"1"0"0"0,0-1 0 0 0,0 0 0 0 0,0 1 0 0 0,0-1 0 0 0,-1 1 1 0 0,1 0-1 0 0,-1 0 0 0 0,0 0 0 0 0,0 1 0 0 0,-1-1 0 0 0,1 1 0 0 0,-1 0 0 0 0,0 0 0 0 0,1 1 0 0 0,-1 0 0 0 0,0-1 0 0 0,-1 2 0 0 0,1-1 0 0 0,-9-2 0 0 0,5 4 7 0 0,1 0-1 0 0,0 0 0 0 0,-1 0 0 0 0,1 1 0 0 0,0 1 0 0 0,-1-1 0 0 0,1 1 0 0 0,0 1 1 0 0,0-1-1 0 0,0 1 0 0 0,1 1 0 0 0,-13 6 0 0 0,6-1 181 0 0,0 0-1 0 0,0 1 1 0 0,1 0 0 0 0,0 1-1 0 0,-17 20 1 0 0,28-28-638 0 0,-1 0 1 0 0,1 1-1 0 0,0-1 1 0 0,1 1-1 0 0,-1-1 1 0 0,1 1-1 0 0,-1 0 1 0 0,1 0-1 0 0,0 0 1 0 0,0-1-1 0 0,1 1 1 0 0,-1 0-1 0 0,1 0 1 0 0,0 0-1 0 0,0 0 1 0 0,1 7-1 0 0,0 3 218 0 0,-1-13-301 0 0,0 1 1 0 0,0-1-1 0 0,0 1 0 0 0,1-1 0 0 0,-1 1 0 0 0,1-1 1 0 0,-1 1-1 0 0,1-1 0 0 0,0 1 0 0 0,0-1 0 0 0,-1 0 1 0 0,1 1-1 0 0,0-1 0 0 0,0 0 0 0 0,0 0 1 0 0,0 0-1 0 0,1 0 0 0 0,-1 0 0 0 0,1 1 0 0 0,10 11 289 0 0,-10-11-296 0 0,0 1 0 0 0,1-1 0 0 0,-1 0 0 0 0,1 0 0 0 0,0-1 0 0 0,-1 1 0 0 0,1 0 0 0 0,0-1 0 0 0,0 0 0 0 0,0 0 0 0 0,0 0 0 0 0,0 0 1 0 0,0 0-1 0 0,0 0 0 0 0,0-1 0 0 0,1 1 0 0 0,-1-1 0 0 0,0 0 0 0 0,4 0 0 0 0,24 4-438 0 0,60 10-2848 0 0,-80-13 2112 0 0,-1-1 1 0 0,0 0 0 0 0,1 0-1 0 0,-1-1 1 0 0,0 0-1 0 0,1-1 1 0 0,-1 0 0 0 0,0-1-1 0 0,0 0 1 0 0,0-1-1 0 0,-1 1 1 0 0,16-10 0 0 0,3-6-2852 0 0,-24 17 3493 0 0,0 0 1 0 0,-1-1-1 0 0,1 1 1 0 0,0-1-1 0 0,-1 0 0 0 0,6-6 1 0 0,6-8-1399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7.718"/>
    </inkml:context>
    <inkml:brush xml:id="br0">
      <inkml:brushProperty name="width" value="0.05" units="cm"/>
      <inkml:brushProperty name="height" value="0.05" units="cm"/>
      <inkml:brushProperty name="color" value="#CC0066"/>
    </inkml:brush>
  </inkml:definitions>
  <inkml:trace contextRef="#ctx0" brushRef="#br0">18 4 1656 0 0,'0'1'508'0'0,"0"0"-1"0"0,1 0 0 0 0,-1 0 1 0 0,0 0-1 0 0,0 0 1 0 0,0 0-1 0 0,0 0 1 0 0,-1 0-1 0 0,1 0 0 0 0,0-1 1 0 0,0 1-1 0 0,0 0 1 0 0,-1 0-1 0 0,1 0 0 0 0,-1 2 1 0 0,-1-1 39 0 0,0 2 0 0 0,0-1 0 0 0,0 0 0 0 0,1 0 0 0 0,0 0 1 0 0,0 1-1 0 0,0-1 0 0 0,0 1 0 0 0,0-1 0 0 0,1 1 0 0 0,-1-1 0 0 0,1 5 0 0 0,1 54 1849 0 0,0-29-1451 0 0,-1-27-811 0 0,0 0 1 0 0,0 1-1 0 0,1-1 1 0 0,0 0-1 0 0,0 0 1 0 0,0 0-1 0 0,1 0 1 0 0,0 0-1 0 0,3 6 1 0 0,0 20 524 0 0,-1-25-522 0 0,-3-5-96 0 0,0-1 0 0 0,0 1 0 0 0,0-1-1 0 0,0 1 1 0 0,-1 0 0 0 0,1 0 0 0 0,-1-1 0 0 0,1 1 0 0 0,-1 0 0 0 0,1 0 0 0 0,-1 0 0 0 0,0 0 0 0 0,0 3-1 0 0,3-6 222 0 0,-3 1-255 0 0,1 0 0 0 0,-1 0 0 0 0,1 1 0 0 0,-1-1 0 0 0,0 0 0 0 0,1 0 0 0 0,-1 0-1 0 0,1 0 1 0 0,-1 0 0 0 0,0-1 0 0 0,1 1 0 0 0,-1 0 0 0 0,1 0 0 0 0,-1 0 0 0 0,0 0 0 0 0,1 0-1 0 0,-1 0 1 0 0,0-1 0 0 0,1 1 0 0 0,-1 0 0 0 0,0 0 0 0 0,1-1 0 0 0,-1 1 0 0 0,0 0 0 0 0,1 0-1 0 0,-1-1 1 0 0,0 1 0 0 0,0 0 0 0 0,0-1 0 0 0,1 1 0 0 0,-1 0 0 0 0,0-1 0 0 0,0 1-1 0 0,0 0 1 0 0,0-1 0 0 0,1 1 0 0 0,-1-1 0 0 0,0 1 0 0 0,0 0 0 0 0,0-1 0 0 0,0 1 0 0 0,0-1-1 0 0,1-4 4 0 0,1 0-1 0 0,0 0 0 0 0,0 1 0 0 0,0-1 0 0 0,1 0 0 0 0,-1 1 1 0 0,1 0-1 0 0,0 0 0 0 0,5-5 0 0 0,8-15-245 0 0,3-8-333 0 0,43-56 0 0 0,-54 79 646 0 0,0 1 0 0 0,0-1-1 0 0,1 2 1 0 0,0-1 0 0 0,0 1-1 0 0,1 0 1 0 0,-1 1 0 0 0,2 0-1 0 0,18-8 1 0 0,-19 10 127 0 0,-7 3-131 0 0,0 0 0 0 0,-1 0 0 0 0,1 0 0 0 0,0 0 0 0 0,0 0 0 0 0,0 1 0 0 0,-1-1 0 0 0,6 1 0 0 0,-6 0-55 0 0,-1 1 0 0 0,1-1 0 0 0,-1 1 0 0 0,1-1 0 0 0,-1 1 0 0 0,0 0 0 0 0,1 0 0 0 0,-1 0 0 0 0,0 0 0 0 0,0-1 1 0 0,0 2-1 0 0,1-1 0 0 0,-1 0 0 0 0,0 0 0 0 0,0 0 0 0 0,-1 0 0 0 0,1 1 0 0 0,0-1 0 0 0,1 3 0 0 0,0 0-27 0 0,-1-1-1 0 0,1 1 0 0 0,-1 0 1 0 0,0 0-1 0 0,0 0 1 0 0,0 0-1 0 0,-1 0 0 0 0,0 0 1 0 0,1 5-1 0 0,4 29-798 0 0,-4-33 420 0 0,0 0 0 0 0,0 0 0 0 0,0 0 0 0 0,1 0-1 0 0,0-1 1 0 0,0 1 0 0 0,0-1 0 0 0,1 1 0 0 0,0-1 0 0 0,0 0 0 0 0,0 0-1 0 0,0 0 1 0 0,0 0 0 0 0,1 0 0 0 0,-1-1 0 0 0,1 0 0 0 0,0 0 0 0 0,8 5-1 0 0,-1-3-539 0 0,0 0-1 0 0,0 0 0 0 0,0-1 0 0 0,0-1 0 0 0,1 0 0 0 0,0 0 0 0 0,0-1 0 0 0,0-1 0 0 0,0 0 1 0 0,0-1-1 0 0,0 0 0 0 0,0 0 0 0 0,0-1 0 0 0,18-5 0 0 0,15-2-793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8.064"/>
    </inkml:context>
    <inkml:brush xml:id="br0">
      <inkml:brushProperty name="width" value="0.05" units="cm"/>
      <inkml:brushProperty name="height" value="0.05" units="cm"/>
      <inkml:brushProperty name="color" value="#CC0066"/>
    </inkml:brush>
  </inkml:definitions>
  <inkml:trace contextRef="#ctx0" brushRef="#br0">254 100 1380 0 0,'-3'-1'466'0'0,"-1"0"1"0"0,1 0-1 0 0,-1 1 0 0 0,1-1 1 0 0,-1 1-1 0 0,1 0 0 0 0,-1-1 1 0 0,0 2-1 0 0,1-1 0 0 0,-1 0 1 0 0,1 1-1 0 0,-1-1 0 0 0,1 1 1 0 0,-1 0-1 0 0,1 0 0 0 0,0 1 1 0 0,-6 2-1 0 0,-6 3 1962 0 0,1 1 0 0 0,-23 15 0 0 0,21-12-1030 0 0,1 1-1 0 0,0 1 0 0 0,-17 18 1 0 0,27-27-1110 0 0,1 1 1 0 0,1 0-1 0 0,-1 0 0 0 0,1 0 1 0 0,-1 0-1 0 0,1 0 0 0 0,1 1 1 0 0,-1-1-1 0 0,1 1 0 0 0,0 0 1 0 0,1 0-1 0 0,-1 0 0 0 0,1 0 1 0 0,-1 9-1 0 0,2-3 106 0 0,0-8-242 0 0,-1 1 1 0 0,1-1-1 0 0,0 0 0 0 0,1 0 1 0 0,-1 0-1 0 0,1 0 0 0 0,-1 0 1 0 0,1 0-1 0 0,1 0 0 0 0,-1 0 1 0 0,0 0-1 0 0,1 0 0 0 0,0-1 1 0 0,3 6-1 0 0,1 0-17 0 0,1 0 0 0 0,0-1 0 0 0,0 0 1 0 0,1 0-1 0 0,0-1 0 0 0,0 0 0 0 0,11 7 0 0 0,-14-11-356 0 0,-1-1 0 0 0,1 0 0 0 0,-1 0 0 0 0,1 0 0 0 0,-1 0 0 0 0,1-1 0 0 0,0 0 0 0 0,0 0 0 0 0,0 0 0 0 0,0 0 0 0 0,0-1 0 0 0,0 0 0 0 0,0 0 0 0 0,0 0 0 0 0,0-1 0 0 0,0 1-1 0 0,7-3 1 0 0,112-41-13007 0 0,-84 27 9363 0 0,-1-3 1 0 0,53-35-1 0 0,-60 30 2257 0 0</inkml:trace>
  <inkml:trace contextRef="#ctx0" brushRef="#br0" timeOffset="1">686 184 1792 0 0,'0'0'108'0'0,"0"-1"-1"0"0,0 1 1 0 0,0-1 0 0 0,0 1-1 0 0,0-1 1 0 0,0 1 0 0 0,0-1-1 0 0,0 1 1 0 0,0-1-1 0 0,0 1 1 0 0,0-1 0 0 0,15-18 16735 0 0,-15-13-11977 0 0,0 31-4812 0 0,0-1 0 0 0,0 1 1 0 0,0 0-1 0 0,0-1 0 0 0,1 1 0 0 0,-1 0 1 0 0,1-1-1 0 0,-1 1 0 0 0,1 0 0 0 0,-1 0 0 0 0,1-1 1 0 0,0 1-1 0 0,0 0 0 0 0,1-1 0 0 0,-2 1-43 0 0,1 1-1 0 0,-1-1 1 0 0,1 0 0 0 0,-1 1-1 0 0,1-1 1 0 0,-1 0-1 0 0,1 0 1 0 0,-1 1-1 0 0,1-1 1 0 0,-1 0 0 0 0,0 0-1 0 0,0 0 1 0 0,1 1-1 0 0,-1-1 1 0 0,0 0-1 0 0,0 0 1 0 0,0 0 0 0 0,0 0-1 0 0,0 1 1 0 0,0-1-1 0 0,0 0 1 0 0,0 0-1 0 0,0 0 1 0 0,-1 0 0 0 0,1 1-1 0 0,0-1 1 0 0,-1-1-1 0 0,-1-2 5 0 0,0-1 0 0 0,0 1 0 0 0,1 0 0 0 0,-1-1 0 0 0,1 1 0 0 0,0-1 0 0 0,1 0-1 0 0,-1-8 1 0 0,1 11-15 0 0,0 1 0 0 0,0 0 0 0 0,-1-1 0 0 0,1 1 0 0 0,0 0 0 0 0,0-1 0 0 0,-1 1 0 0 0,1 0 0 0 0,-1-1 0 0 0,1 1 0 0 0,-1 0 0 0 0,1-1 0 0 0,-1 1 0 0 0,0 0 0 0 0,1 0 0 0 0,-1 0 0 0 0,0 0 0 0 0,0 0 0 0 0,0 0 0 0 0,0 0 0 0 0,0 0-1 0 0,0 0 1 0 0,0 0 0 0 0,-1 0 0 0 0,1 1 0 0 0,0-1 0 0 0,0 1 0 0 0,-1-1 0 0 0,1 1 0 0 0,0-1 0 0 0,0 1 0 0 0,-1-1 0 0 0,1 1 0 0 0,-1 0 0 0 0,1 0 0 0 0,0 0 0 0 0,-1 0 0 0 0,1 0 0 0 0,-3 0 0 0 0,1 0-3 0 0,0 1 1 0 0,0-1 0 0 0,0 1 0 0 0,0-1-1 0 0,0 1 1 0 0,0 0 0 0 0,0 0 0 0 0,0 1-1 0 0,0-1 1 0 0,1 0 0 0 0,-1 1-1 0 0,0 0 1 0 0,1 0 0 0 0,-1-1 0 0 0,1 2-1 0 0,0-1 1 0 0,-3 2 0 0 0,-2 8-10 0 0,0-1 0 0 0,0 1 0 0 0,2 0 1 0 0,-1 0-1 0 0,1 1 0 0 0,1-1 0 0 0,0 1 1 0 0,-3 24-1 0 0,3 4-44 0 0,1 65 1 0 0,3-85 26 0 0,1-7-215 0 0,1-1-1 0 0,0 1 1 0 0,1 0 0 0 0,1-1 0 0 0,10 24 0 0 0,-8-19-687 0 0,-5-16 633 0 0,1 1 1 0 0,-1-1-1 0 0,1 0 0 0 0,0 0 0 0 0,0 1 1 0 0,0-1-1 0 0,0 0 0 0 0,0 0 1 0 0,0-1-1 0 0,1 1 0 0 0,-1 0 0 0 0,0-1 1 0 0,1 0-1 0 0,0 1 0 0 0,-1-1 0 0 0,1 0 1 0 0,0 0-1 0 0,2 0 0 0 0,4 2-1088 0 0,0-1-1 0 0,-1 0 0 0 0,1-1 0 0 0,16 1 1 0 0,-8-2 37 0 0,0-1 1 0 0,0-1 0 0 0,-1 0 0 0 0,1-1-1 0 0,21-7 1 0 0,16-6-528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8.441"/>
    </inkml:context>
    <inkml:brush xml:id="br0">
      <inkml:brushProperty name="width" value="0.05" units="cm"/>
      <inkml:brushProperty name="height" value="0.05" units="cm"/>
      <inkml:brushProperty name="color" value="#CC0066"/>
    </inkml:brush>
  </inkml:definitions>
  <inkml:trace contextRef="#ctx0" brushRef="#br0">255 10 440 0 0,'-5'-2'873'0'0,"-1"0"0"0"0,0 0 1 0 0,0 1-1 0 0,0 0 0 0 0,0 0 0 0 0,0 1 0 0 0,0-1 1 0 0,0 1-1 0 0,0 0 0 0 0,0 1 0 0 0,-10 2 0 0 0,5-2 394 0 0,0 2 0 0 0,0-1 0 0 0,0 1 0 0 0,1 1 0 0 0,-16 7 0 0 0,24-9-1184 0 0,0-1 0 0 0,1 1 0 0 0,-1 0 0 0 0,0 0 0 0 0,1 0 0 0 0,-1 0 0 0 0,1 0 0 0 0,0 0 0 0 0,0 0-1 0 0,-1 0 1 0 0,2 1 0 0 0,-1-1 0 0 0,0 0 0 0 0,0 1 0 0 0,1-1 0 0 0,-1 1 0 0 0,1-1 0 0 0,0 1 0 0 0,-1-1 0 0 0,1 0 0 0 0,1 1 0 0 0,-1-1 0 0 0,0 1 0 0 0,0-1 0 0 0,1 1 0 0 0,1 3 0 0 0,-1 0-45 0 0,1 0 1 0 0,-1 0-1 0 0,1-1 0 0 0,0 1 1 0 0,1-1-1 0 0,0 1 1 0 0,-1-1-1 0 0,2 0 0 0 0,-1 0 1 0 0,7 7-1 0 0,2-1 28 0 0,-8-8-39 0 0,0 1 1 0 0,0-1-1 0 0,0 1 1 0 0,0 0-1 0 0,-1 0 1 0 0,4 7-1 0 0,16 18 119 0 0,-20-26-121 0 0,0 0-1 0 0,0 0 1 0 0,-1 0-1 0 0,1 1 0 0 0,-1-1 1 0 0,0 1-1 0 0,0 0 1 0 0,2 5-1 0 0,0 0 16 0 0,-3-7-6 0 0,0 0 0 0 0,0-1 0 0 0,0 1 0 0 0,-1 0-1 0 0,1 0 1 0 0,0 0 0 0 0,-1 0 0 0 0,1 0 0 0 0,-1 0 0 0 0,0 1-1 0 0,0-1 1 0 0,0 0 0 0 0,0 0 0 0 0,0 0 0 0 0,0 0 0 0 0,0 0-1 0 0,-1 0 1 0 0,1 0 0 0 0,-1 0 0 0 0,1 0 0 0 0,-1 0 0 0 0,0 0-1 0 0,0 0 1 0 0,0 0 0 0 0,0 0 0 0 0,0-1 0 0 0,0 1 0 0 0,-3 2-1 0 0,-2 3 15 0 0,0-1 0 0 0,-1 0 0 0 0,1-1 0 0 0,-1 0-1 0 0,0 0 1 0 0,-1-1 0 0 0,1 1 0 0 0,-1-1-1 0 0,-11 3 1 0 0,14-5-418 0 0,-1 0-1 0 0,0-1 0 0 0,0 0 1 0 0,1 0-1 0 0,-1 0 0 0 0,-8-1 1 0 0,10 0-292 0 0,-1 0-1 0 0,1-1 1 0 0,-1 0 0 0 0,1 0-1 0 0,0 0 1 0 0,0 0 0 0 0,-1-1 0 0 0,1 1-1 0 0,-4-4 1 0 0,6 4 300 0 0,1 0-1 0 0,-1 0 1 0 0,1-1-1 0 0,-1 1 1 0 0,1-1 0 0 0,0 1-1 0 0,0-1 1 0 0,0 0-1 0 0,0 1 1 0 0,0-1 0 0 0,0 0-1 0 0,0 0 1 0 0,0 1-1 0 0,1-1 1 0 0,-1 0 0 0 0,1 0-1 0 0,-1 0 1 0 0,1 0-1 0 0,0 0 1 0 0,0 0 0 0 0,0 0-1 0 0,0 0 1 0 0,0 0-1 0 0,0 0 1 0 0,1-3 0 0 0,-1-5-606 0 0,0-22-1506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9.113"/>
    </inkml:context>
    <inkml:brush xml:id="br0">
      <inkml:brushProperty name="width" value="0.05" units="cm"/>
      <inkml:brushProperty name="height" value="0.05" units="cm"/>
      <inkml:brushProperty name="color" value="#CC0066"/>
    </inkml:brush>
  </inkml:definitions>
  <inkml:trace contextRef="#ctx0" brushRef="#br0">302 59 1240 0 0,'-5'-2'892'0'0,"0"0"0"0"0,-1 0 0 0 0,1 1 0 0 0,0 0 0 0 0,-1 0 0 0 0,1 0 1 0 0,-1 1-1 0 0,1-1 0 0 0,-1 2 0 0 0,-9 0 0 0 0,-8 0 1216 0 0,14-1-1793 0 0,-1 1-1 0 0,1 0 0 0 0,-1 1 1 0 0,1 0-1 0 0,0 0 1 0 0,0 1-1 0 0,0 0 0 0 0,0 1 1 0 0,1 0-1 0 0,-1 0 0 0 0,1 1 1 0 0,0 0-1 0 0,0 0 1 0 0,-12 12-1 0 0,19-15-296 0 0,-9 8 59 0 0,1 1 0 0 0,0 0 0 0 0,1 1-1 0 0,-11 18 1 0 0,18-27-70 0 0,-1 0-1 0 0,1 0 0 0 0,0-1 1 0 0,0 1-1 0 0,0 0 1 0 0,0 0-1 0 0,1 0 1 0 0,-1 0-1 0 0,1 1 0 0 0,0-1 1 0 0,0 0-1 0 0,0 0 1 0 0,0 0-1 0 0,0 0 0 0 0,1 0 1 0 0,0 0-1 0 0,-1 0 1 0 0,1 0-1 0 0,0 0 0 0 0,0 0 1 0 0,0 0-1 0 0,1-1 1 0 0,-1 1-1 0 0,1 0 1 0 0,0-1-1 0 0,3 5 0 0 0,-2-4-1 0 0,-1 0 1 0 0,1 0-1 0 0,0 0 0 0 0,0-1 0 0 0,0 1 0 0 0,0-1 0 0 0,1 0 0 0 0,-1 0 0 0 0,1 0 0 0 0,-1 0 1 0 0,1-1-1 0 0,5 2 0 0 0,-2-2 3 0 0,1 0 1 0 0,-1 0-1 0 0,1-1 1 0 0,-1 0-1 0 0,13-2 1 0 0,-4 0-10 0 0,0-2 0 0 0,-1 0 1 0 0,0 0-1 0 0,0-1 1 0 0,0-1-1 0 0,-1-1 0 0 0,1 0 1 0 0,-2-1-1 0 0,1 0 1 0 0,-1-1-1 0 0,0-1 0 0 0,-1 0 1 0 0,13-13-1 0 0,-19 16-40 0 0,-1-1 0 0 0,0 0 0 0 0,0 0 0 0 0,-1 0 0 0 0,0 0 0 0 0,0 0-1 0 0,3-11 1 0 0,-7 16-108 0 0,1 0 0 0 0,-1 0 0 0 0,0 0 0 0 0,0-1-1 0 0,0 1 1 0 0,-1 0 0 0 0,1 0 0 0 0,-1 0 0 0 0,0 0-1 0 0,1 0 1 0 0,-1 0 0 0 0,-1 0 0 0 0,1 0 0 0 0,0 1 0 0 0,-1-1-1 0 0,-3-5 1 0 0,3 5-421 0 0,0 0 1 0 0,1 0-1 0 0,-1-1 0 0 0,1 1 1 0 0,-1-1-1 0 0,1 1 0 0 0,0-1 1 0 0,-1-5-1 0 0,2 4-975 0 0,0 4 1336 0 0,0 1-1 0 0,0-1 1 0 0,0 1-1 0 0,0-1 1 0 0,0 1-1 0 0,0 0 1 0 0,0-1 0 0 0,0 1-1 0 0,0-1 1 0 0,0 1-1 0 0,0-1 1 0 0,0 1-1 0 0,0-1 1 0 0,0 1-1 0 0,1-1 1 0 0,-1 1 0 0 0,0-1-1 0 0,0 1 1 0 0,0-1-1 0 0,1 1 1 0 0,-1 0-1 0 0,0-1 1 0 0,1 1 0 0 0,-1 0-1 0 0,0-1 1 0 0,1 1-1 0 0,-1 0 1 0 0,0-1-1 0 0,1 1 1 0 0,24-9-1744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09.489"/>
    </inkml:context>
    <inkml:brush xml:id="br0">
      <inkml:brushProperty name="width" value="0.05" units="cm"/>
      <inkml:brushProperty name="height" value="0.05" units="cm"/>
      <inkml:brushProperty name="color" value="#CC0066"/>
    </inkml:brush>
  </inkml:definitions>
  <inkml:trace contextRef="#ctx0" brushRef="#br0">227 207 1468 0 0,'-1'-12'985'0'0,"0"1"0"0"0,0 0 0 0 0,-1 0 0 0 0,0 0 0 0 0,-1 0 0 0 0,0 1 0 0 0,-7-17 0 0 0,7 21-497 0 0,0-1 0 0 0,-1 1 1 0 0,1-1-1 0 0,-1 1 1 0 0,-1 1-1 0 0,1-1 0 0 0,-1 0 1 0 0,0 1-1 0 0,0 0 1 0 0,-1 0-1 0 0,0 1 0 0 0,-8-6 1 0 0,9 7-112 0 0,-1-1 0 0 0,0 1 0 0 0,-1 0-1 0 0,1 1 1 0 0,0-1 0 0 0,-1 1 0 0 0,1 1 0 0 0,-10-2 0 0 0,14 3-270 0 0,-1 0-1 0 0,1 0 0 0 0,-1 1 1 0 0,1-1-1 0 0,-1 1 1 0 0,1-1-1 0 0,0 1 0 0 0,0 0 1 0 0,-1 0-1 0 0,1 0 1 0 0,0 0-1 0 0,0 1 1 0 0,0-1-1 0 0,0 0 0 0 0,0 1 1 0 0,0 0-1 0 0,0-1 1 0 0,1 1-1 0 0,-1 0 0 0 0,1 0 1 0 0,-1 0-1 0 0,1 0 1 0 0,0 0-1 0 0,-1 0 0 0 0,1 0 1 0 0,0 1-1 0 0,-1 3 1 0 0,-2 4 92 0 0,1 0 0 0 0,0 1 0 0 0,1-1 0 0 0,0 1 0 0 0,0 0 0 0 0,1 0 0 0 0,1-1 0 0 0,0 1 0 0 0,1 12 0 0 0,4 18 531 0 0,10 43 0 0 0,-4-27-143 0 0,10 38 722 0 0,39 110 1 0 0,-37-131-840 0 0,33 78 263 0 0,-8-25-370 0 0,-14-33-240 0 0,37 126-462 0 0,-62-179-169 0 0,7 34-1911 0 0,-12-23-2402 0 0,-4-39 249 0 0,-1-38-11160 0 0,0 14 16863 0 0,-11-23-3421 0 0</inkml:trace>
  <inkml:trace contextRef="#ctx0" brushRef="#br0" timeOffset="1">256 968 1060 0 0,'-29'-42'2656'0'0,"14"9"413"0"0,-15-1 211 0 0,0 1 136 0 0,15 8-804 0 0,0 0-1143 0 0,15 0-889 0 0,0-9-672 0 0,15 9-552 0 0,0 0-533 0 0,30-9-495 0 0,-1 9-600 0 0,1 0-400 0 0,15 0-24 0 0,14 8 203 0 0,15-8 321 0 0,15 8 416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10.270"/>
    </inkml:context>
    <inkml:brush xml:id="br0">
      <inkml:brushProperty name="width" value="0.05" units="cm"/>
      <inkml:brushProperty name="height" value="0.05" units="cm"/>
      <inkml:brushProperty name="color" value="#CC0066"/>
    </inkml:brush>
  </inkml:definitions>
  <inkml:trace contextRef="#ctx0" brushRef="#br0">291 340 32 0 0,'29'-6'3531'0'0,"44"-13"0"0"0,-72 19-3337 0 0,0-1 1 0 0,0 1-1 0 0,0 0 1 0 0,0-1-1 0 0,0 1 1 0 0,-1-1-1 0 0,1 1 1 0 0,0-1-1 0 0,0 1 1 0 0,0-1-1 0 0,0 1 1 0 0,-1-1-1 0 0,1 0 1 0 0,0 1-1 0 0,-1-1 0 0 0,1 0 1 0 0,0 0-1 0 0,-1 1 1 0 0,1-1-1 0 0,-1 0 1 0 0,0 0-1 0 0,1 0 1 0 0,-1 0-1 0 0,1 0 1 0 0,-1 0-1 0 0,0 0 1 0 0,0-1-1 0 0,0 0 118 0 0,0 0-1 0 0,-1 0 1 0 0,1 1 0 0 0,-1-1 0 0 0,1 0-1 0 0,-1 0 1 0 0,0 1 0 0 0,0-1-1 0 0,0 1 1 0 0,0-1 0 0 0,0 0-1 0 0,0 1 1 0 0,-2-2 0 0 0,-3-4 592 0 0,-1 1 0 0 0,0 0 1 0 0,0 0-1 0 0,-14-8 0 0 0,7 6-288 0 0,-1 1-1 0 0,0 0 1 0 0,0 1-1 0 0,0 1 1 0 0,-1 1 0 0 0,1 0-1 0 0,-1 1 1 0 0,0 0 0 0 0,0 1-1 0 0,-25 1 1 0 0,16 0-248 0 0,13 0-306 0 0,0 1-1 0 0,0 0 1 0 0,0 0-1 0 0,0 1 1 0 0,0 1-1 0 0,0 0 0 0 0,1 1 1 0 0,-20 6-1 0 0,25-5-260 0 0,10-5-365 0 0,15 0-132 0 0,-5 0 268 0 0,0-1 1 0 0,0 0 0 0 0,24-8-1 0 0,16-2-211 0 0,-26 5 464 0 0,-25 6 162 0 0,0 0 1 0 0,0 0 0 0 0,0 0-1 0 0,0 0 1 0 0,0 1 0 0 0,1-1-1 0 0,-1 1 1 0 0,0 0 0 0 0,0 0-1 0 0,1 0 1 0 0,-1 0 0 0 0,0 0-1 0 0,1 1 1 0 0,-1-1 0 0 0,0 1-1 0 0,0 0 1 0 0,5 2 0 0 0,-4 0 18 0 0,1 0 1 0 0,-1 0 0 0 0,0 0 0 0 0,0 1-1 0 0,0 0 1 0 0,0 0 0 0 0,-1 0 0 0 0,0 0-1 0 0,1 0 1 0 0,-1 1 0 0 0,-1-1 0 0 0,1 1-1 0 0,-1 0 1 0 0,0-1 0 0 0,3 10 0 0 0,0 5 43 0 0,-1 0 0 0 0,3 40 0 0 0,-2-18-2 0 0,19 74 52 0 0,-20-88-78 0 0,-2-3 56 0 0,1 0 0 0 0,1-1 0 0 0,2 1 0 0 0,10 29 0 0 0,-9-36-7 0 0,13 28 391 0 0,-3 1 1 0 0,-1 1-1 0 0,8 49 0 0 0,-21-83-315 0 0,-2 0 1 0 0,0 1-1 0 0,-1-1 1 0 0,0 0-1 0 0,-1 0 1 0 0,-2 18-1 0 0,2-26-114 0 0,-1 0-1 0 0,1 0 0 0 0,-1 0 0 0 0,1 0 0 0 0,-2 0 0 0 0,1 0 1 0 0,0-1-1 0 0,-1 1 0 0 0,0-1 0 0 0,0 1 0 0 0,0-1 0 0 0,0 0 1 0 0,-1 0-1 0 0,0-1 0 0 0,0 1 0 0 0,0-1 0 0 0,-9 6 0 0 0,10-7-29 0 0,-8 4-4 0 0,0 0-1 0 0,-1 0 1 0 0,0-1 0 0 0,-12 4 0 0 0,20-8-42 0 0,0 0 0 0 0,0-1 0 0 0,0 1 0 0 0,0-1 0 0 0,0 0 1 0 0,-1 0-1 0 0,1 0 0 0 0,0-1 0 0 0,0 1 0 0 0,0-1 0 0 0,0 0 0 0 0,0 0 1 0 0,0-1-1 0 0,0 1 0 0 0,0-1 0 0 0,-4-2 0 0 0,5 2-57 0 0,0-1 0 0 0,1 1 0 0 0,-1 0 0 0 0,1-1 0 0 0,-1 0 0 0 0,1 1 0 0 0,0-1 0 0 0,0 0 0 0 0,0 0 0 0 0,0 0 0 0 0,1 0 0 0 0,-1 0 0 0 0,0-4 0 0 0,-12-42-1183 0 0,12 32 906 0 0,0-1 1 0 0,1 1-1 0 0,0-1 0 0 0,1 1 1 0 0,1-1-1 0 0,1 1 1 0 0,1 0-1 0 0,0-1 1 0 0,9-25-1 0 0,6-1 29 0 0,-10 20 271 0 0,1 0 0 0 0,2 1 0 0 0,18-29 1 0 0,3 7 144 0 0,65-72 1 0 0,-65 81 17 0 0,30-28 164 0 0,159-119 1225 0 0,-215 178-1381 0 0,0-1-1 0 0,0 0 0 0 0,-1 0 1 0 0,9-11-1 0 0,-13 16-65 0 0,0-1 0 0 0,0 0 0 0 0,0 0 0 0 0,0 1 1 0 0,0-1-1 0 0,0 0 0 0 0,-1 0 0 0 0,1 0 0 0 0,0 0 0 0 0,-1 0 0 0 0,0 0 1 0 0,1 0-1 0 0,-1 0 0 0 0,0 0 0 0 0,0 0 0 0 0,0 0 0 0 0,0 0 1 0 0,-1 0-1 0 0,1 0 0 0 0,0 0 0 0 0,-1 0 0 0 0,0 0 0 0 0,1 0 0 0 0,-2-3 1 0 0,1 4-15 0 0,-1 0 0 0 0,1 0 1 0 0,0 0-1 0 0,-1 0 0 0 0,1 0 1 0 0,-1 0-1 0 0,1 0 0 0 0,-1 1 1 0 0,1-1-1 0 0,-1 0 0 0 0,0 1 0 0 0,1 0 1 0 0,-1-1-1 0 0,0 1 0 0 0,1 0 1 0 0,-1 0-1 0 0,0 0 0 0 0,0 0 1 0 0,-1 0-1 0 0,-36 3 176 0 0,33-2-147 0 0,0 1 0 0 0,0-1-1 0 0,0 1 1 0 0,1 0 0 0 0,-1 1-1 0 0,0 0 1 0 0,1 0-1 0 0,0 0 1 0 0,0 0 0 0 0,0 1-1 0 0,0 0 1 0 0,0 0 0 0 0,-3 4-1 0 0,-3 4 121 0 0,1 0 0 0 0,0 1 0 0 0,-12 21 0 0 0,19-26-93 0 0,-1 0-1 0 0,1 0 1 0 0,1 0-1 0 0,-1 0 1 0 0,1 0 0 0 0,1 0-1 0 0,-1 1 1 0 0,1-1-1 0 0,1 1 1 0 0,0 11 0 0 0,1-7 10 0 0,0 0 1 0 0,1 1 0 0 0,0-1 0 0 0,1 0-1 0 0,7 20 1 0 0,-6-23-42 0 0,1-1 0 0 0,0 0 0 0 0,0 0-1 0 0,13 14 1 0 0,-13-16-26 0 0,-1-2-19 0 0,0 0 0 0 0,1 0 0 0 0,-1-1 0 0 0,1 0 1 0 0,0 0-1 0 0,0 0 0 0 0,1 0 0 0 0,-1-1 0 0 0,1 0 0 0 0,0 0 1 0 0,-1 0-1 0 0,10 2 0 0 0,2 2-123 0 0,-9-4-126 0 0,1-1 1 0 0,-1 0-1 0 0,1 0 0 0 0,-1 0 0 0 0,1-1 1 0 0,0-1-1 0 0,0 1 0 0 0,-1-1 0 0 0,1-1 1 0 0,0 0-1 0 0,-1 0 0 0 0,1-1 1 0 0,10-2-1 0 0,3-3-1435 0 0,0-1 1 0 0,-1-1-1 0 0,36-20 1 0 0,-38 18 571 0 0,0-1-1 0 0,0-1 1 0 0,-1 0-1 0 0,-1-1 1 0 0,0-1 0 0 0,-1-1-1 0 0,-1 0 1 0 0,0-2-1 0 0,-1 1 1 0 0,-1-1 0 0 0,11-21-1 0 0,-13 15 678 0 0,-4 8 403 0 0,0 1 0 0 0,15-21 0 0 0,-14 25 580 0 0,-1-1 1 0 0,0 1-1 0 0,0-1 1 0 0,-1-1-1 0 0,-1 1 1 0 0,0-1-1 0 0,-1 0 1 0 0,4-17-1 0 0,7-34 5074 0 0,-12 32 292 0 0,-4 24-1606 0 0,1 23-1114 0 0,1-7-2854 0 0,0 0-1 0 0,0 1 1 0 0,0-1-1 0 0,5 11 1 0 0,2 12 120 0 0,28 95 436 0 0,-15-60-658 0 0,-13-44-189 0 0,17 36-1 0 0,1 1-355 0 0,-7-15-856 0 0,6 19-3123 0 0,-24-59 3429 0 0,0 0 1 0 0,0-1-1 0 0,0 1 1 0 0,-1 0-1 0 0,1 0 0 0 0,-1 0 1 0 0,0 0-1 0 0,-1 0 1 0 0,1 0-1 0 0,-1 0 1 0 0,1-1-1 0 0,-1 1 0 0 0,-3 7 1 0 0,3-10 362 0 0,0 0-1 0 0,0 1 1 0 0,0-1 0 0 0,-1 0 0 0 0,1 1-1 0 0,0-1 1 0 0,-1 0 0 0 0,1 0-1 0 0,-1 0 1 0 0,1 0 0 0 0,-1 0 0 0 0,-3 1-1 0 0,-1 1-1002 0 0,-9 5-1406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10.644"/>
    </inkml:context>
    <inkml:brush xml:id="br0">
      <inkml:brushProperty name="width" value="0.05" units="cm"/>
      <inkml:brushProperty name="height" value="0.05" units="cm"/>
      <inkml:brushProperty name="color" value="#CC0066"/>
    </inkml:brush>
  </inkml:definitions>
  <inkml:trace contextRef="#ctx0" brushRef="#br0">14 255 1916 0 0,'-7'-32'3271'0'0,"5"29"-2913"0"0,1 0 1 0 0,0 0-1 0 0,0 0 0 0 0,1 0 0 0 0,-1 0 0 0 0,1 0 0 0 0,-1 0 1 0 0,1 0-1 0 0,0 0 0 0 0,0-1 0 0 0,0 1 0 0 0,2-5 1 0 0,0 0 34 0 0,1-1 0 0 0,1 1 1 0 0,-1-1-1 0 0,1 1 1 0 0,1 0-1 0 0,0 1 0 0 0,0-1 1 0 0,0 1-1 0 0,1 0 1 0 0,0 0-1 0 0,1 1 0 0 0,-1-1 1 0 0,11-6-1 0 0,-4 4-189 0 0,1 0 1 0 0,0 0-1 0 0,1 2 0 0 0,-1-1 0 0 0,2 2 0 0 0,25-8 0 0 0,-35 13 22 0 0,0 0 0 0 0,1 0 0 0 0,-1 0-1 0 0,0 1 1 0 0,0 0 0 0 0,0 0 0 0 0,0 1 0 0 0,1 0-1 0 0,-1 0 1 0 0,0 0 0 0 0,0 1 0 0 0,0 0 0 0 0,-1 0-1 0 0,1 0 1 0 0,0 1 0 0 0,-1 0 0 0 0,0 0 0 0 0,1 0-1 0 0,-1 1 1 0 0,0-1 0 0 0,-1 1 0 0 0,1 0 0 0 0,-1 1-1 0 0,0-1 1 0 0,7 10 0 0 0,-2-2 238 0 0,0 0-1 0 0,-1 1 1 0 0,-1 0 0 0 0,0 1 0 0 0,-1-1 0 0 0,0 1-1 0 0,-1 1 1 0 0,-1-1 0 0 0,5 26 0 0 0,-6-19-93 0 0,-1-5-24 0 0,1 0-1 0 0,6 24 0 0 0,-3-17-103 0 0,-1-1 0 0 0,2 34 0 0 0,3 15-230 0 0,-6-41-564 0 0,-4-26 249 0 0,1-1 1 0 0,-1 1 0 0 0,1-1 0 0 0,0 1 0 0 0,0-1 0 0 0,0 1 0 0 0,0-1 0 0 0,0 0-1 0 0,3 4 1 0 0,0 1-4065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11.130"/>
    </inkml:context>
    <inkml:brush xml:id="br0">
      <inkml:brushProperty name="width" value="0.05" units="cm"/>
      <inkml:brushProperty name="height" value="0.05" units="cm"/>
      <inkml:brushProperty name="color" value="#CC0066"/>
    </inkml:brush>
  </inkml:definitions>
  <inkml:trace contextRef="#ctx0" brushRef="#br0">9 194 1000 0 0,'-1'-1'142'0'0,"0"1"0"0"0,1-1 0 0 0,-1 1-1 0 0,1 0 1 0 0,-1-1 0 0 0,1 1 0 0 0,-1-1 0 0 0,1 0 0 0 0,-1 1 0 0 0,1-1-1 0 0,0 1 1 0 0,-1-1 0 0 0,1 0 0 0 0,0 1 0 0 0,-1-1 0 0 0,1 0-1 0 0,0 1 1 0 0,0-1 0 0 0,0 0 0 0 0,-1 1 0 0 0,1-1 0 0 0,0 0 0 0 0,0 1-1 0 0,0-1 1 0 0,0 0 0 0 0,0 0 0 0 0,1 1 0 0 0,-1-1 0 0 0,0 0-1 0 0,0 1 1 0 0,1-2 0 0 0,15-27 4309 0 0,-8 19-3469 0 0,0 1 0 0 0,0 1 0 0 0,18-14-1 0 0,-16 15-836 0 0,1 1 0 0 0,0 0 0 0 0,16-6 0 0 0,18-9-62 0 0,-28 13-65 0 0,1 1 0 0 0,0 0 0 0 0,0 2 0 0 0,0 0-1 0 0,25-3 1 0 0,-39 7 31 0 0,0 0 1 0 0,0 1-1 0 0,0 0 0 0 0,0 0 0 0 0,1 0 0 0 0,-1 0 0 0 0,0 1 0 0 0,0-1 1 0 0,0 1-1 0 0,0 0 0 0 0,0 0 0 0 0,0 1 0 0 0,0-1 0 0 0,0 1 0 0 0,0 0 0 0 0,-1 0 1 0 0,1 0-1 0 0,-1 1 0 0 0,1-1 0 0 0,-1 1 0 0 0,0 0 0 0 0,5 5 0 0 0,-2 0 177 0 0,0 0-1 0 0,-1 0 0 0 0,0 1 0 0 0,0-1 0 0 0,-1 1 0 0 0,0 0 0 0 0,-1 0 0 0 0,5 16 1 0 0,-6-17-67 0 0,2 1 0 0 0,-1-1 0 0 0,1-1 0 0 0,1 1 0 0 0,-1-1 0 0 0,9 11 0 0 0,11 18 388 0 0,-12-20-325 0 0,0 1 0 0 0,1-2 0 0 0,24 25 0 0 0,21 22 119 0 0,-45-46-306 0 0,2-1 1 0 0,26 21 0 0 0,21 21-3 0 0,17 35-100 0 0,-78-91 42 0 0,0 0 0 0 0,0-1 0 0 0,-1 1 0 0 0,1 0 0 0 0,0-1 0 0 0,0 1 0 0 0,0-1 0 0 0,0 0 0 0 0,0 1 0 0 0,-1-1 0 0 0,1 0 0 0 0,0 1 0 0 0,0-1 0 0 0,0 0 0 0 0,0 0 0 0 0,0 0 0 0 0,0 0 0 0 0,0 0 0 0 0,0 0-1 0 0,0 0 1 0 0,0 0 0 0 0,0 0 0 0 0,0-1 0 0 0,0 1 0 0 0,0 0 0 0 0,0 0 0 0 0,0-1 0 0 0,0 1 0 0 0,0-1 0 0 0,0 1 0 0 0,-1-1 0 0 0,1 1 0 0 0,0-1 0 0 0,0 0 0 0 0,-1 1 0 0 0,1-1 0 0 0,0 0 0 0 0,-1 0 0 0 0,1 1 0 0 0,0-1 0 0 0,0-2 0 0 0,7-7-465 0 0,1-1 1 0 0,9-20-1 0 0,0 4-256 0 0,116-123-1121 0 0,-48 59 1843 0 0,-61 66 237 0 0,-21 22-79 0 0,0 0 1 0 0,0-1 0 0 0,0 0-1 0 0,-1 0 1 0 0,1 0 0 0 0,-1 0-1 0 0,0 0 1 0 0,0-1 0 0 0,0 1-1 0 0,-1-1 1 0 0,0 0 0 0 0,0 0-1 0 0,0 0 1 0 0,0 0 0 0 0,-1 0-1 0 0,1 0 1 0 0,-2-1 0 0 0,2-5-1 0 0,-2 10-78 0 0,0 0-1 0 0,0 0 0 0 0,0 0 1 0 0,0 0-1 0 0,0 0 0 0 0,-1 0 1 0 0,1 0-1 0 0,0 0 0 0 0,0 0 1 0 0,-1 0-1 0 0,1 0 0 0 0,-1 0 1 0 0,1 0-1 0 0,-1 0 0 0 0,1 0 1 0 0,-1 0-1 0 0,0 0 0 0 0,1 1 1 0 0,-1-1-1 0 0,0 0 0 0 0,0 0 1 0 0,1 1-1 0 0,-1-1 0 0 0,0 0 1 0 0,0 1-1 0 0,0-1 0 0 0,0 1 1 0 0,0-1-1 0 0,0 1 0 0 0,0 0 1 0 0,0-1-1 0 0,0 1 0 0 0,0 0 1 0 0,0 0-1 0 0,0 0 0 0 0,0 0 1 0 0,0 0-1 0 0,0 0 0 0 0,0 0 1 0 0,0 0-1 0 0,0 0 0 0 0,0 0 1 0 0,-2 1-1 0 0,1-1-27 0 0,-1 1-1 0 0,1-1 1 0 0,0 1 0 0 0,-1 0 0 0 0,1 0-1 0 0,0 0 1 0 0,0 0 0 0 0,0 0 0 0 0,0 0-1 0 0,0 0 1 0 0,0 1 0 0 0,0-1 0 0 0,0 1-1 0 0,0 0 1 0 0,1-1 0 0 0,-1 1-1 0 0,0 0 1 0 0,-1 4 0 0 0,-2 7 23 0 0,1 1 0 0 0,0 0 0 0 0,1 0 0 0 0,1 0 0 0 0,0 0 0 0 0,1 1 0 0 0,1-1 0 0 0,0 0 0 0 0,1 1 0 0 0,0-1-1 0 0,1 0 1 0 0,1 0 0 0 0,8 27 0 0 0,108 302 1970 0 0,-115-328-2018 0 0,-1 0 0 0 0,0 1 0 0 0,0 24 1 0 0,2 14-7 0 0,0-29 1 0 0,-4-19 0 0 0,1 0 1 0 0,-1 0-1 0 0,0 0 1 0 0,0 0-1 0 0,-1 1 1 0 0,0-1-1 0 0,-1 11 1 0 0,-2 1-3 0 0,0 0-1 0 0,-10 36 0 0 0,11-49 3 0 0,0 0-1 0 0,0 0 1 0 0,0 0 0 0 0,-1 0 0 0 0,1-1 0 0 0,-1 1 0 0 0,-1-1-1 0 0,1 1 1 0 0,0-1 0 0 0,-1 0 0 0 0,-7 6 0 0 0,10-9 1 0 0,-7 5-11 0 0,0 0-1 0 0,-1 0 0 0 0,0-1 0 0 0,0 0 1 0 0,0 0-1 0 0,-10 2 0 0 0,0-1-43 0 0,15-4 14 0 0,1 0-1 0 0,-1-1 0 0 0,0 0 1 0 0,0 0-1 0 0,0 0 1 0 0,0-1-1 0 0,0 1 0 0 0,0-1 1 0 0,-1 0-1 0 0,1 0 0 0 0,0 0 1 0 0,0-1-1 0 0,0 1 0 0 0,0-1 1 0 0,0 0-1 0 0,-5-2 0 0 0,5 1-67 0 0,-1 1-1 0 0,0-1 0 0 0,1 0 0 0 0,-1-1 0 0 0,1 1 1 0 0,0-1-1 0 0,-5-4 0 0 0,7 5 50 0 0,0 0 0 0 0,1 0 1 0 0,-1 0-1 0 0,1 0 0 0 0,-1-1 0 0 0,1 1 0 0 0,0 0 1 0 0,0-1-1 0 0,0 1 0 0 0,0-1 0 0 0,1 1 0 0 0,-1-1 1 0 0,1 0-1 0 0,-1 1 0 0 0,1-1 0 0 0,0 0 0 0 0,0-2 1 0 0,0-28-462 0 0,-1 20 349 0 0,0 0-1 0 0,1 0 0 0 0,1 0 1 0 0,1-1-1 0 0,2-13 0 0 0,19-39-1034 0 0,2 2 0 0 0,39-73 0 0 0,-42 96-668 0 0,2 0-1 0 0,52-66 1 0 0,72-62-4651 0 0,-86 110 4408 0 0,10 8 393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12.101"/>
    </inkml:context>
    <inkml:brush xml:id="br0">
      <inkml:brushProperty name="width" value="0.05" units="cm"/>
      <inkml:brushProperty name="height" value="0.05" units="cm"/>
      <inkml:brushProperty name="color" value="#CC0066"/>
    </inkml:brush>
  </inkml:definitions>
  <inkml:trace contextRef="#ctx0" brushRef="#br0">110 65 528 0 0,'-1'-4'735'0'0,"0"1"1"0"0,0-1-1 0 0,-1 0 0 0 0,1 1 0 0 0,-1-1 1 0 0,0 1-1 0 0,0 0 0 0 0,0-1 0 0 0,0 1 1 0 0,-1 0-1 0 0,1 0 0 0 0,-1 1 0 0 0,0-1 1 0 0,-5-4-1 0 0,6 6-304 0 0,0-1 1 0 0,1 1 0 0 0,-1 0-1 0 0,0 0 1 0 0,0 0-1 0 0,0 0 1 0 0,0 0-1 0 0,0 0 1 0 0,0 1 0 0 0,0-1-1 0 0,0 1 1 0 0,-4-1-1 0 0,5 1-316 0 0,0 0 1 0 0,0 0-1 0 0,0 1 0 0 0,0-1 1 0 0,-1 0-1 0 0,1 1 0 0 0,0-1 0 0 0,0 0 1 0 0,0 1-1 0 0,0-1 0 0 0,0 1 1 0 0,1 0-1 0 0,-1-1 0 0 0,0 1 0 0 0,0 0 1 0 0,0-1-1 0 0,0 1 0 0 0,1 0 1 0 0,-1 0-1 0 0,0 0 0 0 0,1 0 0 0 0,-1 0 1 0 0,1 0-1 0 0,-1 0 0 0 0,1 0 1 0 0,-1 1-1 0 0,-4 12 206 0 0,1 0-1 0 0,0 0 1 0 0,1 1 0 0 0,0 0-1 0 0,1-1 1 0 0,1 1 0 0 0,1 0 0 0 0,0 0-1 0 0,3 22 1 0 0,4 18 847 0 0,17 61 0 0 0,-10-59-533 0 0,21 87 277 0 0,-27-119-845 0 0,1 0 0 0 0,1-1 0 0 0,19 34 0 0 0,-22-42-66 0 0,12 16-36 0 0,-19-31 28 0 0,0-1 1 0 0,1 1-1 0 0,-1-1 0 0 0,0 1 0 0 0,0-1 1 0 0,1 1-1 0 0,-1-1 0 0 0,0 1 0 0 0,1-1 1 0 0,-1 0-1 0 0,1 1 0 0 0,-1-1 0 0 0,0 1 1 0 0,1-1-1 0 0,-1 0 0 0 0,1 0 0 0 0,-1 1 1 0 0,1-1-1 0 0,-1 0 0 0 0,1 0 0 0 0,-1 0 1 0 0,1 1-1 0 0,-1-1 0 0 0,1 0 0 0 0,-1 0 1 0 0,1 0-1 0 0,-1 0 0 0 0,1 0 1 0 0,-1 0-1 0 0,1 0 0 0 0,0 0 0 0 0,-1 0 1 0 0,1 0-1 0 0,-1 0 0 0 0,1-1 0 0 0,-1 1 1 0 0,1 0-1 0 0,-1 0 0 0 0,1-1 0 0 0,-1 1 1 0 0,1 0-1 0 0,-1 0 0 0 0,0-1 0 0 0,1 1 1 0 0,0-1-1 0 0,15-14-304 0 0,-12 13 256 0 0,-1-1 0 0 0,0 0 1 0 0,1 0-1 0 0,-1 0 1 0 0,-1-1-1 0 0,5-5 0 0 0,67-91-519 0 0,-72 96 584 0 0,1 0-1 0 0,-1 1 0 0 0,1-1 0 0 0,-1 1 0 0 0,1 0 1 0 0,0 0-1 0 0,0 0 0 0 0,1 0 0 0 0,-1 0 0 0 0,1 1 1 0 0,-1-1-1 0 0,1 1 0 0 0,0 0 0 0 0,6-2 0 0 0,-7 3 3 0 0,-1 0-1 0 0,1 1 0 0 0,0 0 1 0 0,-1 0-1 0 0,1 0 0 0 0,0 0 1 0 0,0 0-1 0 0,-1 0 0 0 0,1 1 0 0 0,0-1 1 0 0,-1 1-1 0 0,1 0 0 0 0,-1-1 1 0 0,1 1-1 0 0,-1 1 0 0 0,1-1 1 0 0,-1 0-1 0 0,0 1 0 0 0,1-1 1 0 0,-1 1-1 0 0,0-1 0 0 0,0 1 0 0 0,0 0 1 0 0,0 0-1 0 0,2 4 0 0 0,12 10-243 0 0,0 0 0 0 0,1-1 0 0 0,1 0-1 0 0,34 20 1 0 0,-40-29-542 0 0,0 0 0 0 0,0-1-1 0 0,18 4 1 0 0,-15-4-785 0 0,-1-2 0 0 0,1 0 0 0 0,0-1 0 0 0,0-1 0 0 0,0 0 0 0 0,0-1 0 0 0,0 0 1 0 0,0-1-1 0 0,23-5 0 0 0,34-19-3220 0 0,-39 8 3115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12.431"/>
    </inkml:context>
    <inkml:brush xml:id="br0">
      <inkml:brushProperty name="width" value="0.05" units="cm"/>
      <inkml:brushProperty name="height" value="0.05" units="cm"/>
      <inkml:brushProperty name="color" value="#CC0066"/>
    </inkml:brush>
  </inkml:definitions>
  <inkml:trace contextRef="#ctx0" brushRef="#br0">48 6 1996 0 0,'-3'-6'5632'0'0,"-4"12"-2219"0"0,-9 16-172 0 0,12-18-2612 0 0,1 3-459 0 0,0 1-1 0 0,1-1 1 0 0,-1 0 0 0 0,1 1 0 0 0,0-1 0 0 0,1 1 0 0 0,0 0 0 0 0,0 0 0 0 0,1-1-1 0 0,0 1 1 0 0,0 0 0 0 0,3 10 0 0 0,-2 16-11 0 0,-1-28-207 0 0,0 0-1 0 0,1 0 1 0 0,0 0-1 0 0,0 0 1 0 0,1 0-1 0 0,0 0 1 0 0,0 0 0 0 0,0-1-1 0 0,1 1 1 0 0,-1-1-1 0 0,2 1 1 0 0,-1-1-1 0 0,0 0 1 0 0,1 0-1 0 0,0 0 1 0 0,0-1-1 0 0,0 1 1 0 0,1-1 0 0 0,-1 0-1 0 0,1 0 1 0 0,0-1-1 0 0,6 4 1 0 0,-3-3-575 0 0,1 1 0 0 0,-1-1 1 0 0,1-1-1 0 0,0 0 0 0 0,0 0 0 0 0,0-1 1 0 0,0 0-1 0 0,0 0 0 0 0,1-1 0 0 0,-1 0 1 0 0,0-1-1 0 0,1 0 0 0 0,-1-1 0 0 0,13-1 1 0 0,-16 0 191 0 0,0 0 1 0 0,0 0-1 0 0,0-1 1 0 0,-1 0 0 0 0,1 0-1 0 0,-1 0 1 0 0,0 0 0 0 0,0-1-1 0 0,0 0 1 0 0,7-7-1 0 0,-2 2-214 0 0,20-16-694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12.761"/>
    </inkml:context>
    <inkml:brush xml:id="br0">
      <inkml:brushProperty name="width" value="0.05" units="cm"/>
      <inkml:brushProperty name="height" value="0.05" units="cm"/>
      <inkml:brushProperty name="color" value="#CC0066"/>
    </inkml:brush>
  </inkml:definitions>
  <inkml:trace contextRef="#ctx0" brushRef="#br0">119 168 188 0 0,'0'-14'928'0'0,"-1"1"0"0"0,-1 0 0 0 0,0 0 0 0 0,-6-22 1 0 0,4 21 242 0 0,3 10-915 0 0,0 1 0 0 0,0-1 1 0 0,-1 1-1 0 0,0-1 0 0 0,1 1 0 0 0,-1 0 0 0 0,0-1 1 0 0,0 1-1 0 0,-1 0 0 0 0,1 0 0 0 0,-1 1 0 0 0,1-1 1 0 0,-1 0-1 0 0,0 1 0 0 0,0 0 0 0 0,0 0 0 0 0,-1 0 1 0 0,1 0-1 0 0,0 0 0 0 0,-1 0 0 0 0,1 1 0 0 0,-1 0 1 0 0,1 0-1 0 0,-1 0 0 0 0,0 0 0 0 0,1 0 0 0 0,-1 1 1 0 0,-5-1-1 0 0,8 1-228 0 0,0 1 0 0 0,0-1 1 0 0,1 0-1 0 0,-1 0 0 0 0,0 1 0 0 0,0-1 1 0 0,1 1-1 0 0,-1-1 0 0 0,0 0 1 0 0,1 1-1 0 0,-1-1 0 0 0,0 1 0 0 0,1-1 1 0 0,-1 1-1 0 0,1 0 0 0 0,-1-1 0 0 0,1 1 1 0 0,-1 0-1 0 0,1-1 0 0 0,0 1 0 0 0,-1 0 1 0 0,1-1-1 0 0,0 1 0 0 0,-1 0 1 0 0,1 0-1 0 0,0-1 0 0 0,0 1 0 0 0,0 0 1 0 0,0 1-1 0 0,-3 22 115 0 0,3-24-127 0 0,1 14 5 0 0,0-1-1 0 0,0 0 1 0 0,1 0 0 0 0,1 1-1 0 0,0-1 1 0 0,1-1-1 0 0,0 1 1 0 0,1 0 0 0 0,0-1-1 0 0,1 0 1 0 0,1 0-1 0 0,0-1 1 0 0,8 11-1 0 0,-4-9-135 0 0,0 0 0 0 0,1-1 0 0 0,0 0-1 0 0,1-1 1 0 0,0 0 0 0 0,1-2-1 0 0,0 1 1 0 0,1-1 0 0 0,30 12 0 0 0,-36-18 24 0 0,0 0 0 0 0,0-1 0 0 0,0 0-1 0 0,0-1 1 0 0,1 0 0 0 0,-1-1 0 0 0,0 0 0 0 0,1 0 0 0 0,-1-1 0 0 0,1 0 0 0 0,13-3 0 0 0,-13 1 48 0 0,0 1 0 0 0,1-2-1 0 0,-1 1 1 0 0,-1-1-1 0 0,1-1 1 0 0,0 1 0 0 0,-1-2-1 0 0,0 1 1 0 0,13-12-1 0 0,-16 12 127 0 0,-1-1 0 0 0,0 0 0 0 0,0 0 0 0 0,0 0 0 0 0,-1-1 0 0 0,1 1 0 0 0,-2-1 0 0 0,1 0 0 0 0,-1 0 0 0 0,0-1 0 0 0,-1 1 0 0 0,3-9-1 0 0,-2-4 604 0 0,-1 0 0 0 0,0 0 0 0 0,-2-25-1 0 0,0 33-312 0 0,0 8-211 0 0,0 0 0 0 0,-1 0 0 0 0,1 1-1 0 0,-1-1 1 0 0,0 0 0 0 0,0 0 0 0 0,0 0 0 0 0,-1 0 0 0 0,1 1-1 0 0,-1-1 1 0 0,0 1 0 0 0,0-1 0 0 0,0 1 0 0 0,0 0-1 0 0,-1 0 1 0 0,-3-4 0 0 0,5 6-138 0 0,1 1 0 0 0,-1 0 0 0 0,1-1 0 0 0,-1 1-1 0 0,0 0 1 0 0,1-1 0 0 0,-1 1 0 0 0,0 0 0 0 0,1 0 0 0 0,-1 0 0 0 0,0 0-1 0 0,1 0 1 0 0,-1-1 0 0 0,0 1 0 0 0,1 0 0 0 0,-1 1 0 0 0,0-1 0 0 0,1 0-1 0 0,-1 0 1 0 0,0 0 0 0 0,0 0 0 0 0,1 0 0 0 0,-1 1 0 0 0,1-1 0 0 0,-1 0 0 0 0,0 1-1 0 0,1-1 1 0 0,-1 0 0 0 0,1 1 0 0 0,-1-1 0 0 0,1 1 0 0 0,-1-1 0 0 0,1 1-1 0 0,-1-1 1 0 0,1 1 0 0 0,-1-1 0 0 0,1 1 0 0 0,-1-1 0 0 0,1 2 0 0 0,-9 27 79 0 0,7-22-1 0 0,-2 12 139 0 0,1 1 0 0 0,0 0 1 0 0,2 0-1 0 0,0 0 0 0 0,2 0 0 0 0,0 0 0 0 0,1 0 0 0 0,0-1 0 0 0,2 1 0 0 0,1 0 0 0 0,0-1 1 0 0,1 0-1 0 0,12 25 0 0 0,15 27 1239 0 0,2-2 0 0 0,46 67 0 0 0,-31-57-318 0 0,49 108 0 0 0,-90-169-1075 0 0,-1 1 0 0 0,-1 0 1 0 0,-1 0-1 0 0,5 22 1 0 0,-10-32-67 0 0,0-1 0 0 0,0 1 0 0 0,-1 0 0 0 0,0 0 1 0 0,0-1-1 0 0,-1 1 0 0 0,0 0 0 0 0,0 0 1 0 0,-1-1-1 0 0,-1 1 0 0 0,-6 15 0 0 0,4-13-9 0 0,0 1 0 0 0,-1-1 0 0 0,-1-1 0 0 0,0 1 0 0 0,0-1 0 0 0,-1-1 1 0 0,0 1-1 0 0,-1-1 0 0 0,0-1 0 0 0,0 1 0 0 0,-1-2 0 0 0,-16 11 0 0 0,-3 0-11 0 0,-1-1 1 0 0,0-1-1 0 0,-1-2 1 0 0,-57 18-1 0 0,76-29-173 0 0,0 1 0 0 0,-1-2 1 0 0,1 0-1 0 0,-1 0 0 0 0,0-1 0 0 0,0-1 0 0 0,0 0 0 0 0,1 0 0 0 0,-1-2 1 0 0,0 1-1 0 0,1-2 0 0 0,-1 0 0 0 0,1 0 0 0 0,0-1 0 0 0,0-1 0 0 0,-12-5 1 0 0,17 6-272 0 0,1-1 1 0 0,-1 0 0 0 0,1 0-1 0 0,0-1 1 0 0,0 0 0 0 0,1 0 0 0 0,-1 0-1 0 0,1 0 1 0 0,1-1 0 0 0,-1 0-1 0 0,1 0 1 0 0,1 0 0 0 0,-1 0-1 0 0,1-1 1 0 0,0 0 0 0 0,1 1 0 0 0,0-1-1 0 0,0 0 1 0 0,0 0 0 0 0,0-15-1 0 0,2 6-677 0 0,-1 0 0 0 0,2 0 0 0 0,0 0 0 0 0,2 0 0 0 0,0 0 0 0 0,0 0 0 0 0,1 1 0 0 0,1 0 0 0 0,9-20 0 0 0,-8 25 365 0 0,0 1 1 0 0,1-1-1 0 0,0 1 0 0 0,17-18 1 0 0,-4 5-333 0 0,12-26-829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13.749"/>
    </inkml:context>
    <inkml:brush xml:id="br0">
      <inkml:brushProperty name="width" value="0.05" units="cm"/>
      <inkml:brushProperty name="height" value="0.05" units="cm"/>
      <inkml:brushProperty name="color" value="#CC0066"/>
    </inkml:brush>
  </inkml:definitions>
  <inkml:trace contextRef="#ctx0" brushRef="#br0">588 428 1020 0 0,'5'-6'1110'0'0,"0"0"1"0"0,-1 0-1 0 0,1-1 0 0 0,-1 1 0 0 0,-1-1 1 0 0,1 0-1 0 0,-1 0 0 0 0,-1 0 0 0 0,1 0 1 0 0,-1 0-1 0 0,0-1 0 0 0,1-14 0 0 0,-3 16-521 0 0,0 0 0 0 0,0 0 0 0 0,0 0 0 0 0,-1-1 0 0 0,0 1-1 0 0,0 0 1 0 0,-1 0 0 0 0,0 0 0 0 0,0 1 0 0 0,-4-10 0 0 0,-4-5 619 0 0,8 14-907 0 0,-1 0 0 0 0,1 0 0 0 0,-2 1 1 0 0,1-1-1 0 0,-1 0 0 0 0,1 1 1 0 0,-2 0-1 0 0,1 0 0 0 0,0 0 0 0 0,-1 1 1 0 0,-8-7-1 0 0,-2 2-171 0 0,1 0 0 0 0,-2 1 0 0 0,1 1 0 0 0,-1 1-1 0 0,0 0 1 0 0,0 1 0 0 0,-1 1 0 0 0,1 0 0 0 0,-1 1 0 0 0,0 1 0 0 0,0 1 0 0 0,0 0 0 0 0,0 1 0 0 0,0 1 0 0 0,0 1 0 0 0,0 0 0 0 0,-31 9 0 0 0,43-10-134 0 0,0 1 0 0 0,0 0 0 0 0,0 0 0 0 0,0 0 0 0 0,0 1 0 0 0,1-1 0 0 0,-1 1 1 0 0,1 0-1 0 0,0 1 0 0 0,-1-1 0 0 0,2 1 0 0 0,-1 0 0 0 0,0 0 0 0 0,1 0 0 0 0,0 0 0 0 0,-3 5 1 0 0,4-5-4 0 0,0 0 1 0 0,0 0 0 0 0,1 0 0 0 0,0 0-1 0 0,-1 0 1 0 0,2 0 0 0 0,-1 0 0 0 0,0 1-1 0 0,1-1 1 0 0,0 0 0 0 0,0 0 0 0 0,0 1-1 0 0,1-1 1 0 0,-1 0 0 0 0,1 0 0 0 0,0 1-1 0 0,0-1 1 0 0,0 0 0 0 0,1 0 0 0 0,0 0 0 0 0,2 4-1 0 0,3 5-29 0 0,2 1 0 0 0,0-1 0 0 0,0-1 0 0 0,1 1 0 0 0,1-2 0 0 0,0 1 0 0 0,23 17 0 0 0,8 2-229 0 0,49 26 0 0 0,3 3-147 0 0,-89-57 394 0 0,0 1-1 0 0,0 1 0 0 0,0-1 1 0 0,0 1-1 0 0,-1-1 0 0 0,7 10 1 0 0,-10-13 22 0 0,0 0 1 0 0,-1 1 0 0 0,1-1-1 0 0,0 0 1 0 0,-1 0-1 0 0,1 0 1 0 0,-1 0-1 0 0,1 1 1 0 0,-1-1 0 0 0,0 0-1 0 0,0 1 1 0 0,1-1-1 0 0,-1 0 1 0 0,0 0 0 0 0,0 1-1 0 0,0-1 1 0 0,-1 0-1 0 0,1 1 1 0 0,0-1-1 0 0,0 0 1 0 0,-1 1 0 0 0,1-1-1 0 0,0 0 1 0 0,-1 0-1 0 0,1 0 1 0 0,-1 1-1 0 0,0-1 1 0 0,1 0 0 0 0,-1 0-1 0 0,0 0 1 0 0,0 0-1 0 0,0 0 1 0 0,0 0 0 0 0,0 0-1 0 0,0-1 1 0 0,0 1-1 0 0,0 0 1 0 0,0 0-1 0 0,0-1 1 0 0,0 1 0 0 0,-2 0-1 0 0,-30 16 222 0 0,-2-2 0 0 0,1-1-1 0 0,-2-2 1 0 0,0-1 0 0 0,0-2 0 0 0,-1-2-1 0 0,0-1 1 0 0,0-1 0 0 0,-41-2 0 0 0,-26 6-1324 0 0,96-10 397 0 0,8-2-595 0 0,14-5-2207 0 0,24-6-1064 0 0,171-34-6017 0 0,-52 1 6694 0 0,-4-9 3478 0 0,-102 34 2105 0 0,0-2 0 0 0,-2-2 0 0 0,85-60 0 0 0,-78 38 1001 0 0,-52 45-2431 0 0,-1 0 0 0 0,-1 0 1 0 0,1 0-1 0 0,0-1 0 0 0,-1 1 0 0 0,1 0 0 0 0,-1-1 0 0 0,0 0 0 0 0,0 0 0 0 0,-1 1 0 0 0,1-1 1 0 0,-1 0-1 0 0,0 0 0 0 0,1-7 0 0 0,-2 9-86 0 0,0 0 1 0 0,-1 0 0 0 0,1-1-1 0 0,-1 1 1 0 0,0 0-1 0 0,1 0 1 0 0,-1 0-1 0 0,0 0 1 0 0,0 0 0 0 0,-1 0-1 0 0,1 0 1 0 0,0 0-1 0 0,0 0 1 0 0,-1 1-1 0 0,0-1 1 0 0,1 0 0 0 0,-1 1-1 0 0,0 0 1 0 0,1-1-1 0 0,-1 1 1 0 0,0 0-1 0 0,0 0 1 0 0,0 0 0 0 0,0 0-1 0 0,0 0 1 0 0,-1 0-1 0 0,1 0 1 0 0,0 1-1 0 0,0-1 1 0 0,0 1 0 0 0,-1 0-1 0 0,-3 0 1 0 0,-3-2 313 0 0,0 2 1 0 0,0 0 0 0 0,0 0 0 0 0,0 0 0 0 0,0 1-1 0 0,-18 4 1 0 0,16-2-160 0 0,-1 1 0 0 0,0 0 0 0 0,1 0 0 0 0,0 1 0 0 0,-16 10 0 0 0,26-14-317 0 0,-1 0 1 0 0,1 0 0 0 0,-1 0 0 0 0,1 0 0 0 0,-1 1-1 0 0,1-1 1 0 0,-1 1 0 0 0,1-1 0 0 0,0 0 0 0 0,0 1 0 0 0,0 0-1 0 0,0-1 1 0 0,0 1 0 0 0,0 0 0 0 0,0 0 0 0 0,1-1-1 0 0,-1 1 1 0 0,1 0 0 0 0,-1 0 0 0 0,1 0 0 0 0,0 0-1 0 0,-1 0 1 0 0,1-1 0 0 0,0 1 0 0 0,0 0 0 0 0,1 0-1 0 0,-1 0 1 0 0,0 0 0 0 0,1 0 0 0 0,-1 0 0 0 0,1 0-1 0 0,-1-1 1 0 0,1 1 0 0 0,0 0 0 0 0,0 0 0 0 0,0-1-1 0 0,0 1 1 0 0,0-1 0 0 0,0 1 0 0 0,0-1 0 0 0,0 1-1 0 0,1-1 1 0 0,2 3 0 0 0,0 0-10 0 0,1 0 0 0 0,0 1 0 0 0,0-2 1 0 0,0 1-1 0 0,0-1 0 0 0,1 0 0 0 0,-1 0 0 0 0,1 0 0 0 0,0-1 0 0 0,0 0 0 0 0,11 3 1 0 0,0-2-245 0 0,0 0 1 0 0,0-1-1 0 0,23-1 1 0 0,-27-1-355 0 0,0-1-1 0 0,0-1 1 0 0,0 0 0 0 0,-1 0 0 0 0,1-1-1 0 0,-1-1 1 0 0,1 0 0 0 0,19-10-1 0 0,-22 9-419 0 0,-1-1-1 0 0,0 0 0 0 0,0 0 0 0 0,0-1 1 0 0,-1 0-1 0 0,0 0 0 0 0,0-1 0 0 0,-1 0 1 0 0,0 0-1 0 0,11-17 0 0 0,-12 14 97 0 0,-3 7 571 0 0,0 0 0 0 0,0-1 0 0 0,-1 1 0 0 0,0-1 0 0 0,0 1 0 0 0,0-1 0 0 0,0 0 0 0 0,-1 0 0 0 0,0 0 0 0 0,0 0 0 0 0,0 0 1 0 0,0-5-1 0 0,-1-7-124 0 0,2 1 0 0 0,0-1-1 0 0,6-22 1 0 0,-7 29 912 0 0,1 0 0 0 0,-2 0-1 0 0,0-17 1 0 0,-2-8 4103 0 0,1 25 2796 0 0,-1 12-7129 0 0,1 0 0 0 0,0 0 0 0 0,-1 0 0 0 0,1 0 0 0 0,0 1 0 0 0,0-1 0 0 0,0 1 0 0 0,1-1 0 0 0,-1 1 0 0 0,0-1 0 0 0,1 1 0 0 0,0-1 0 0 0,-1 1 0 0 0,1-1 0 0 0,0 1 0 0 0,1-1 0 0 0,-1 3 0 0 0,-3 36 1342 0 0,-1-23-1245 0 0,0 0 0 0 0,2 0 0 0 0,0 0 0 0 0,1 1 0 0 0,0-1 0 0 0,2 0 0 0 0,0 1 0 0 0,1-1 0 0 0,1 0 0 0 0,7 23 0 0 0,-3-18-226 0 0,1 1-124 0 0,20 40 1 0 0,-24-56-78 0 0,1-1 1 0 0,0 0 0 0 0,0 0-1 0 0,0-1 1 0 0,1 1 0 0 0,0-1 0 0 0,0 0-1 0 0,0-1 1 0 0,9 7 0 0 0,-2-5-539 0 0,0 1 0 0 0,1-2 0 0 0,-1 0 0 0 0,1 0 0 0 0,0-2 1 0 0,1 1-1 0 0,-1-2 0 0 0,1 0 0 0 0,25 2 0 0 0,-11-4-760 0 0,0-1-1 0 0,0-1 1 0 0,0-1 0 0 0,30-7-1 0 0,6-9-56 0 0,-62 17 1431 0 0,1-1 0 0 0,0 1-1 0 0,0-1 1 0 0,-1 0 0 0 0,1 0-1 0 0,-1 0 1 0 0,0 0 0 0 0,1-1-1 0 0,-1 1 1 0 0,0-1 0 0 0,0 0-1 0 0,-1 0 1 0 0,1 0 0 0 0,3-4-1 0 0,-6 6 68 0 0,0 0 0 0 0,0 0-1 0 0,0 0 1 0 0,0 0 0 0 0,1 0 0 0 0,-1 0-1 0 0,-1 0 1 0 0,1 0 0 0 0,0 0-1 0 0,0 0 1 0 0,0 0 0 0 0,0 0 0 0 0,-1 0-1 0 0,1 0 1 0 0,0 0 0 0 0,-1 0-1 0 0,1 0 1 0 0,-1 1 0 0 0,1-1 0 0 0,-1 0-1 0 0,1 0 1 0 0,-1 0 0 0 0,0 1-1 0 0,1-1 1 0 0,-1 0 0 0 0,0 1 0 0 0,0-1-1 0 0,1 0 1 0 0,-1 1 0 0 0,0-1-1 0 0,0 1 1 0 0,0-1 0 0 0,0 1 0 0 0,0 0-1 0 0,0-1 1 0 0,-1 1 0 0 0,-4-3 235 0 0,1 1 0 0 0,-1 0-1 0 0,0 1 1 0 0,0-1 0 0 0,-7 0 0 0 0,0 1 390 0 0,-1 1 1 0 0,0 0-1 0 0,1 1 0 0 0,-1 0 0 0 0,1 1 1 0 0,-18 5-1 0 0,-75 29 4137 0 0,76-24-3543 0 0,29-12-1209 0 0,1 0 0 0 0,-1 0 0 0 0,0 0 1 0 0,0 0-1 0 0,1 0 0 0 0,-1 0 0 0 0,0 1 1 0 0,1-1-1 0 0,-1 0 0 0 0,0 1 0 0 0,1-1 0 0 0,-1 0 1 0 0,0 1-1 0 0,1-1 0 0 0,-1 1 0 0 0,1-1 1 0 0,-1 1-1 0 0,1-1 0 0 0,-1 1 0 0 0,1-1 0 0 0,-1 1 1 0 0,1 0-1 0 0,-1-1 0 0 0,1 1 0 0 0,0 0 1 0 0,-1-1-1 0 0,1 1 0 0 0,0 0 0 0 0,0-1 0 0 0,0 1 1 0 0,-1 0-1 0 0,1 0 0 0 0,0-1 0 0 0,0 1 0 0 0,0 0 1 0 0,0-1-1 0 0,0 1 0 0 0,0 0 0 0 0,0 0 1 0 0,1-1-1 0 0,-1 1 0 0 0,0 0 0 0 0,0 0 0 0 0,1 0 1 0 0,0 1-2 0 0,1 0 0 0 0,-1-1 0 0 0,0 1 0 0 0,1-1 0 0 0,-1 0 1 0 0,1 0-1 0 0,0 1 0 0 0,-1-1 0 0 0,1 0 0 0 0,0 0 0 0 0,0-1 0 0 0,0 1 1 0 0,0 0-1 0 0,0 0 0 0 0,3 0 0 0 0,10 1-324 0 0,0 0 0 0 0,1-1 1 0 0,-1 0-1 0 0,0-1 0 0 0,1-1 0 0 0,-1 0 0 0 0,0-2 1 0 0,0 1-1 0 0,0-2 0 0 0,24-8 0 0 0,13-6-3574 0 0,-39 15 1771 0 0,1-2 0 0 0,23-11 1 0 0,2-3-3056 0 0,-28 14 3898 0 0,-1 0 1 0 0,0-1-1 0 0,15-10 0 0 0,2-1-379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14.236"/>
    </inkml:context>
    <inkml:brush xml:id="br0">
      <inkml:brushProperty name="width" value="0.05" units="cm"/>
      <inkml:brushProperty name="height" value="0.05" units="cm"/>
      <inkml:brushProperty name="color" value="#CC0066"/>
    </inkml:brush>
  </inkml:definitions>
  <inkml:trace contextRef="#ctx0" brushRef="#br0">1 92 1860 0 0,'35'2'6070'0'0,"-34"-2"-5849"0"0,0 0 0 0 0,0 0 1 0 0,0 0-1 0 0,1 1 0 0 0,-1-1 0 0 0,0 0 0 0 0,0 0 0 0 0,0 1 0 0 0,0-1 1 0 0,0 0-1 0 0,-1 1 0 0 0,1-1 0 0 0,0 1 0 0 0,0-1 0 0 0,0 1 0 0 0,0 0 0 0 0,0-1 1 0 0,-1 1-1 0 0,1 0 0 0 0,0-1 0 0 0,0 1 0 0 0,-1 0 0 0 0,1 0 0 0 0,-1 0 1 0 0,1 0-1 0 0,-1 0 0 0 0,1 1 0 0 0,-1 0-95 0 0,1 1 1 0 0,-1-1-1 0 0,0 0 1 0 0,1 1-1 0 0,-1-1 1 0 0,1 0-1 0 0,0 1 1 0 0,0-1-1 0 0,1 3 1 0 0,0-2-79 0 0,-1 0 1 0 0,0-1 0 0 0,0 1 0 0 0,0 0 0 0 0,-1-1 0 0 0,1 1 0 0 0,-1 0 0 0 0,1 0 0 0 0,-1 4-1 0 0,0 4 82 0 0,1 0-1 0 0,0 0 0 0 0,1 0 0 0 0,4 15 0 0 0,-5-21-91 0 0,1 0 0 0 0,0 0 0 0 0,0-1-1 0 0,0 1 1 0 0,0-1 0 0 0,1 1 0 0 0,-1-1-1 0 0,1 0 1 0 0,0 0 0 0 0,1 0 0 0 0,-1-1-1 0 0,5 5 1 0 0,-2-4-32 0 0,0 0 0 0 0,0 0 0 0 0,0-1 0 0 0,0 1 0 0 0,1-2 0 0 0,-1 1 0 0 0,1-1 0 0 0,-1 0 0 0 0,1 0 0 0 0,0 0-1 0 0,0-1 1 0 0,9 0 0 0 0,-6-1-94 0 0,0-1 0 0 0,-1 0-1 0 0,1 0 1 0 0,0-1 0 0 0,-1 0 0 0 0,1-1-1 0 0,-1 0 1 0 0,15-7 0 0 0,43-18-706 0 0,-26 12-29 0 0,42-23 0 0 0,6-12 1002 0 0,-88 51-90 0 0,0-1 1 0 0,0 1-1 0 0,0-1 1 0 0,-1 1-1 0 0,1-1 1 0 0,0 0-1 0 0,0 0 1 0 0,-1 1-1 0 0,1-1 1 0 0,0 0-1 0 0,-1 0 1 0 0,1 0-1 0 0,-1 0 1 0 0,1 1-1 0 0,-1-1 1 0 0,1-1-1 0 0,-1 1-59 0 0,0 1 0 0 0,0 0-1 0 0,0 0 1 0 0,0 0 0 0 0,0-1 0 0 0,0 1 0 0 0,0 0 0 0 0,0 0-1 0 0,0 0 1 0 0,-1-1 0 0 0,1 1 0 0 0,0 0 0 0 0,0 0-1 0 0,0 0 1 0 0,0-1 0 0 0,0 1 0 0 0,0 0 0 0 0,-1 0-1 0 0,1 0 1 0 0,0 0 0 0 0,0 0 0 0 0,0-1 0 0 0,0 1-1 0 0,-1 0 1 0 0,1 0 0 0 0,0 0 0 0 0,0 0 0 0 0,0 0 0 0 0,-1 0-1 0 0,1 0 1 0 0,0 0 0 0 0,0 0 0 0 0,0 0 0 0 0,-1 0-1 0 0,1 0 1 0 0,0 0 0 0 0,0 0 0 0 0,0 0 0 0 0,-1 0-1 0 0,1 0 1 0 0,0 0 0 0 0,0 0 0 0 0,0 0 0 0 0,-1 0 0 0 0,1 0-1 0 0,0 0 1 0 0,0 0 0 0 0,0 0 0 0 0,-1 0 0 0 0,1 1-1 0 0,0-1 1 0 0,0 0 0 0 0,0 0 0 0 0,0 0 0 0 0,-1 0-1 0 0,1 0 1 0 0,0 1 0 0 0,0-1 0 0 0,0 0 0 0 0,0 0 0 0 0,0 0-1 0 0,0 1 1 0 0,-1-1 0 0 0,1 0-29 0 0,0 0-1 0 0,0 0 1 0 0,-1 1-1 0 0,1-1 1 0 0,0 0 0 0 0,0 0-1 0 0,-1 0 1 0 0,1 1-1 0 0,0-1 1 0 0,0 0 0 0 0,0 0-1 0 0,-1 1 1 0 0,1-1-1 0 0,0 0 1 0 0,0 0-1 0 0,0 1 1 0 0,0-1 0 0 0,0 0-1 0 0,0 1 1 0 0,-1-1-1 0 0,1 0 1 0 0,0 1 0 0 0,0-1-1 0 0,0 0 1 0 0,0 1-1 0 0,0-1 1 0 0,0 0 0 0 0,0 1-1 0 0,0-1 1 0 0,1 0-1 0 0,-1 0 1 0 0,0 1 0 0 0,0-1-1 0 0,0 0 1 0 0,0 1-1 0 0,0-1 1 0 0,0 0 0 0 0,0 0-1 0 0,1 1 1 0 0,-1-1-1 0 0,0 0 1 0 0,0 0 0 0 0,0 1-1 0 0,1-1 1 0 0,-1 0-1 0 0,0 0 1 0 0,0 0 0 0 0,1 1-1 0 0,-1-1 1 0 0,0 0-1 0 0,1 0 1 0 0,-1 0 0 0 0,0 0-1 0 0,1 1 1 0 0,12 6-580 0 0,-4-9 415 0 0,0 1-1 0 0,0-2 1 0 0,0 1 0 0 0,0-1 0 0 0,-1-1-1 0 0,1 1 1 0 0,-1-1 0 0 0,0-1-1 0 0,0 0 1 0 0,8-6 0 0 0,16-9 16 0 0,-22 14 191 0 0,0 0-1 0 0,0-1 1 0 0,-1-1-1 0 0,0 1 1 0 0,-1-1-1 0 0,8-10 1 0 0,-12 14 58 0 0,-2 2 43 0 0,0 0-1 0 0,1 0 1 0 0,-1-1-1 0 0,0 1 1 0 0,0-1-1 0 0,-1 1 1 0 0,1-1 0 0 0,0 0-1 0 0,-1 0 1 0 0,0 1-1 0 0,0-1 1 0 0,0 0-1 0 0,0 0 1 0 0,0 0-1 0 0,0-1 1 0 0,-1 1-1 0 0,1-4 1 0 0,-1 9-99 0 0,-1-1-1 0 0,1 1 1 0 0,-1 0-1 0 0,0 0 1 0 0,1-1-1 0 0,-1 1 1 0 0,0-1-1 0 0,0 1 1 0 0,0-1-1 0 0,0 1 1 0 0,0-1-1 0 0,0 1 1 0 0,0-1 0 0 0,-3 2-1 0 0,-11 15 247 0 0,11-10-132 0 0,1 0 1 0 0,-1 0 0 0 0,2 0-1 0 0,-1 0 1 0 0,1 1-1 0 0,0-1 1 0 0,1 1-1 0 0,0 0 1 0 0,0 16 0 0 0,2 8 899 0 0,7 41 0 0 0,-6-58-684 0 0,1 2 70 0 0,2-1 1 0 0,0 0 0 0 0,1 0-1 0 0,0 0 1 0 0,11 18-1 0 0,10 27 800 0 0,-3 1 164 0 0,3 0 0 0 0,59 97 0 0 0,-77-144-1243 0 0,-1 0 0 0 0,0 0 0 0 0,6 19 0 0 0,-12-29-127 0 0,0 0 0 0 0,-1 0 0 0 0,1 0 0 0 0,-1 0 0 0 0,-1 0 0 0 0,1 1 0 0 0,-1-1 0 0 0,0 0 0 0 0,0 0-1 0 0,-1 0 1 0 0,0 1 0 0 0,-3 11 0 0 0,3-16-40 0 0,-1 1 1 0 0,1-1-1 0 0,-1 0 0 0 0,0 1 0 0 0,0-1 0 0 0,1 0 0 0 0,-1 0 0 0 0,-1 0 0 0 0,1 0 0 0 0,0-1 0 0 0,0 1 1 0 0,-1 0-1 0 0,1-1 0 0 0,-1 0 0 0 0,-3 2 0 0 0,-41 14-193 0 0,43-16 167 0 0,-11 2-375 0 0,-1 0 0 0 0,0 0 0 0 0,1-2 0 0 0,-1 0 0 0 0,0 0 0 0 0,0-2 0 0 0,-20-2 0 0 0,22 1-701 0 0,1-1 0 0 0,-1 0 0 0 0,0-1 0 0 0,1-1 0 0 0,-1 0 0 0 0,1 0 0 0 0,1-1 0 0 0,-15-10 0 0 0,23 14 560 0 0,1 0 0 0 0,0 0 0 0 0,0-1 0 0 0,0 0 0 0 0,0 1 1 0 0,0-1-1 0 0,0 0 0 0 0,1 0 0 0 0,-1-1 0 0 0,1 1 0 0 0,0 0 0 0 0,0-1 0 0 0,0 0 1 0 0,1 1-1 0 0,-1-1 0 0 0,0-4 0 0 0,1 3 78 0 0,1 0 0 0 0,0 1 1 0 0,0-1-1 0 0,0 0 0 0 0,0 0 0 0 0,1 0 1 0 0,0 1-1 0 0,0-1 0 0 0,0 0 0 0 0,1 1 1 0 0,-1-1-1 0 0,1 1 0 0 0,3-6 0 0 0,22-39-1913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3T03:57:14.582"/>
    </inkml:context>
    <inkml:brush xml:id="br0">
      <inkml:brushProperty name="width" value="0.05" units="cm"/>
      <inkml:brushProperty name="height" value="0.05" units="cm"/>
      <inkml:brushProperty name="color" value="#CC0066"/>
    </inkml:brush>
  </inkml:definitions>
  <inkml:trace contextRef="#ctx0" brushRef="#br0">89 1 836 0 0,'30'0'2676'0'0,"-15"0"409"0"0,0 0 3515 0 0,-15 8-4144 0 0,-15-8-1487 0 0,0 0-1334 0 0,0 9-1063 0 0,-15-9-1020 0 0,16 8-460 0 0,-16 0-52 0 0,15-8 219 0 0,0 0 481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826375" cy="5095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10229850" y="0"/>
            <a:ext cx="7824788" cy="509588"/>
          </a:xfrm>
          <a:prstGeom prst="rect">
            <a:avLst/>
          </a:prstGeom>
        </p:spPr>
        <p:txBody>
          <a:bodyPr vert="horz" lIns="91440" tIns="45720" rIns="91440" bIns="45720" rtlCol="0"/>
          <a:lstStyle>
            <a:lvl1pPr algn="r">
              <a:defRPr sz="1200"/>
            </a:lvl1pPr>
          </a:lstStyle>
          <a:p>
            <a:fld id="{4F779F0A-463B-4748-BF91-5F726CB3D51B}" type="datetimeFigureOut">
              <a:rPr lang="en-MY" smtClean="0"/>
              <a:t>17/12/2025</a:t>
            </a:fld>
            <a:endParaRPr lang="en-MY"/>
          </a:p>
        </p:txBody>
      </p:sp>
      <p:sp>
        <p:nvSpPr>
          <p:cNvPr id="4" name="Slide Image Placeholder 3"/>
          <p:cNvSpPr>
            <a:spLocks noGrp="1" noRot="1" noChangeAspect="1"/>
          </p:cNvSpPr>
          <p:nvPr>
            <p:ph type="sldImg" idx="2"/>
          </p:nvPr>
        </p:nvSpPr>
        <p:spPr>
          <a:xfrm>
            <a:off x="5981700" y="1270000"/>
            <a:ext cx="6096000" cy="34290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1806575" y="4889500"/>
            <a:ext cx="14446250" cy="40005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9650413"/>
            <a:ext cx="7826375" cy="5095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10229850" y="9650413"/>
            <a:ext cx="7824788" cy="509587"/>
          </a:xfrm>
          <a:prstGeom prst="rect">
            <a:avLst/>
          </a:prstGeom>
        </p:spPr>
        <p:txBody>
          <a:bodyPr vert="horz" lIns="91440" tIns="45720" rIns="91440" bIns="45720" rtlCol="0" anchor="b"/>
          <a:lstStyle>
            <a:lvl1pPr algn="r">
              <a:defRPr sz="1200"/>
            </a:lvl1pPr>
          </a:lstStyle>
          <a:p>
            <a:fld id="{C093B0B6-9E67-4585-94D7-81D8499482D3}" type="slidenum">
              <a:rPr lang="en-MY" smtClean="0"/>
              <a:t>‹#›</a:t>
            </a:fld>
            <a:endParaRPr lang="en-MY"/>
          </a:p>
        </p:txBody>
      </p:sp>
    </p:spTree>
    <p:extLst>
      <p:ext uri="{BB962C8B-B14F-4D97-AF65-F5344CB8AC3E}">
        <p14:creationId xmlns:p14="http://schemas.microsoft.com/office/powerpoint/2010/main" val="3430813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10"/>
          </p:nvPr>
        </p:nvSpPr>
        <p:spPr/>
        <p:txBody>
          <a:bodyPr/>
          <a:lstStyle/>
          <a:p>
            <a:fld id="{C093B0B6-9E67-4585-94D7-81D8499482D3}" type="slidenum">
              <a:rPr lang="en-MY" smtClean="0"/>
              <a:t>3</a:t>
            </a:fld>
            <a:endParaRPr lang="en-MY"/>
          </a:p>
        </p:txBody>
      </p:sp>
    </p:spTree>
    <p:extLst>
      <p:ext uri="{BB962C8B-B14F-4D97-AF65-F5344CB8AC3E}">
        <p14:creationId xmlns:p14="http://schemas.microsoft.com/office/powerpoint/2010/main" val="1306470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93B0B6-9E67-4585-94D7-81D8499482D3}" type="slidenum">
              <a:rPr lang="en-MY" smtClean="0"/>
              <a:t>4</a:t>
            </a:fld>
            <a:endParaRPr lang="en-MY"/>
          </a:p>
        </p:txBody>
      </p:sp>
    </p:spTree>
    <p:extLst>
      <p:ext uri="{BB962C8B-B14F-4D97-AF65-F5344CB8AC3E}">
        <p14:creationId xmlns:p14="http://schemas.microsoft.com/office/powerpoint/2010/main" val="3797322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93B0B6-9E67-4585-94D7-81D8499482D3}" type="slidenum">
              <a:rPr lang="en-MY" smtClean="0"/>
              <a:t>5</a:t>
            </a:fld>
            <a:endParaRPr lang="en-MY"/>
          </a:p>
        </p:txBody>
      </p:sp>
    </p:spTree>
    <p:extLst>
      <p:ext uri="{BB962C8B-B14F-4D97-AF65-F5344CB8AC3E}">
        <p14:creationId xmlns:p14="http://schemas.microsoft.com/office/powerpoint/2010/main" val="1339901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10"/>
          </p:nvPr>
        </p:nvSpPr>
        <p:spPr/>
        <p:txBody>
          <a:bodyPr/>
          <a:lstStyle/>
          <a:p>
            <a:fld id="{C093B0B6-9E67-4585-94D7-81D8499482D3}" type="slidenum">
              <a:rPr lang="en-MY" smtClean="0"/>
              <a:t>6</a:t>
            </a:fld>
            <a:endParaRPr lang="en-MY"/>
          </a:p>
        </p:txBody>
      </p:sp>
    </p:spTree>
    <p:extLst>
      <p:ext uri="{BB962C8B-B14F-4D97-AF65-F5344CB8AC3E}">
        <p14:creationId xmlns:p14="http://schemas.microsoft.com/office/powerpoint/2010/main" val="2775910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smtClean="0">
              <a:solidFill>
                <a:srgbClr val="0F1115"/>
              </a:solidFill>
              <a:effectLst/>
              <a:latin typeface="quote-cjk-patch"/>
            </a:endParaRPr>
          </a:p>
        </p:txBody>
      </p:sp>
      <p:sp>
        <p:nvSpPr>
          <p:cNvPr id="4" name="Slide Number Placeholder 3"/>
          <p:cNvSpPr>
            <a:spLocks noGrp="1"/>
          </p:cNvSpPr>
          <p:nvPr>
            <p:ph type="sldNum" sz="quarter" idx="10"/>
          </p:nvPr>
        </p:nvSpPr>
        <p:spPr/>
        <p:txBody>
          <a:bodyPr/>
          <a:lstStyle/>
          <a:p>
            <a:fld id="{C093B0B6-9E67-4585-94D7-81D8499482D3}" type="slidenum">
              <a:rPr lang="en-MY" smtClean="0"/>
              <a:t>7</a:t>
            </a:fld>
            <a:endParaRPr lang="en-MY"/>
          </a:p>
        </p:txBody>
      </p:sp>
    </p:spTree>
    <p:extLst>
      <p:ext uri="{BB962C8B-B14F-4D97-AF65-F5344CB8AC3E}">
        <p14:creationId xmlns:p14="http://schemas.microsoft.com/office/powerpoint/2010/main" val="3787483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93B0B6-9E67-4585-94D7-81D8499482D3}" type="slidenum">
              <a:rPr lang="en-MY" smtClean="0"/>
              <a:t>9</a:t>
            </a:fld>
            <a:endParaRPr lang="en-MY"/>
          </a:p>
        </p:txBody>
      </p:sp>
    </p:spTree>
    <p:extLst>
      <p:ext uri="{BB962C8B-B14F-4D97-AF65-F5344CB8AC3E}">
        <p14:creationId xmlns:p14="http://schemas.microsoft.com/office/powerpoint/2010/main" val="3942202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i="0" dirty="0" smtClean="0">
              <a:solidFill>
                <a:srgbClr val="0F1115"/>
              </a:solidFill>
              <a:effectLst/>
              <a:latin typeface="quote-cjk-patch"/>
            </a:endParaRPr>
          </a:p>
        </p:txBody>
      </p:sp>
      <p:sp>
        <p:nvSpPr>
          <p:cNvPr id="4" name="Slide Number Placeholder 3"/>
          <p:cNvSpPr>
            <a:spLocks noGrp="1"/>
          </p:cNvSpPr>
          <p:nvPr>
            <p:ph type="sldNum" sz="quarter" idx="10"/>
          </p:nvPr>
        </p:nvSpPr>
        <p:spPr/>
        <p:txBody>
          <a:bodyPr/>
          <a:lstStyle/>
          <a:p>
            <a:fld id="{C093B0B6-9E67-4585-94D7-81D8499482D3}" type="slidenum">
              <a:rPr lang="en-MY" smtClean="0"/>
              <a:t>10</a:t>
            </a:fld>
            <a:endParaRPr lang="en-MY"/>
          </a:p>
        </p:txBody>
      </p:sp>
    </p:spTree>
    <p:extLst>
      <p:ext uri="{BB962C8B-B14F-4D97-AF65-F5344CB8AC3E}">
        <p14:creationId xmlns:p14="http://schemas.microsoft.com/office/powerpoint/2010/main" val="894508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93B0B6-9E67-4585-94D7-81D8499482D3}" type="slidenum">
              <a:rPr lang="en-MY" smtClean="0"/>
              <a:t>11</a:t>
            </a:fld>
            <a:endParaRPr lang="en-MY"/>
          </a:p>
        </p:txBody>
      </p:sp>
    </p:spTree>
    <p:extLst>
      <p:ext uri="{BB962C8B-B14F-4D97-AF65-F5344CB8AC3E}">
        <p14:creationId xmlns:p14="http://schemas.microsoft.com/office/powerpoint/2010/main" val="3829332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C093B0B6-9E67-4585-94D7-81D8499482D3}" type="slidenum">
              <a:rPr lang="en-MY" smtClean="0"/>
              <a:t>12</a:t>
            </a:fld>
            <a:endParaRPr lang="en-MY"/>
          </a:p>
        </p:txBody>
      </p:sp>
    </p:spTree>
    <p:extLst>
      <p:ext uri="{BB962C8B-B14F-4D97-AF65-F5344CB8AC3E}">
        <p14:creationId xmlns:p14="http://schemas.microsoft.com/office/powerpoint/2010/main" val="1265727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0485a25461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g30485a25461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0485a254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g30485a2546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endParaRPr b="1" i="1" dirty="0">
              <a:solidFill>
                <a:srgbClr val="A31515"/>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0485a25461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30485a25461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endParaRPr b="1" i="1" dirty="0">
              <a:solidFill>
                <a:srgbClr val="A31515"/>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0485a25461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0485a25461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200"/>
              </a:spcBef>
              <a:spcAft>
                <a:spcPts val="0"/>
              </a:spcAft>
              <a:buSzPts val="1100"/>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93B0B6-9E67-4585-94D7-81D8499482D3}" type="slidenum">
              <a:rPr lang="en-MY" smtClean="0"/>
              <a:t>24</a:t>
            </a:fld>
            <a:endParaRPr lang="en-MY"/>
          </a:p>
        </p:txBody>
      </p:sp>
    </p:spTree>
    <p:extLst>
      <p:ext uri="{BB962C8B-B14F-4D97-AF65-F5344CB8AC3E}">
        <p14:creationId xmlns:p14="http://schemas.microsoft.com/office/powerpoint/2010/main" val="3686440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44"/>
          <p:cNvSpPr/>
          <p:nvPr/>
        </p:nvSpPr>
        <p:spPr>
          <a:xfrm>
            <a:off x="0" y="0"/>
            <a:ext cx="8520150" cy="10160000"/>
          </a:xfrm>
          <a:prstGeom prst="rect">
            <a:avLst/>
          </a:prstGeom>
          <a:solidFill>
            <a:schemeClr val="dk1"/>
          </a:solidFill>
          <a:ln>
            <a:noFill/>
          </a:ln>
        </p:spPr>
        <p:txBody>
          <a:bodyPr spcFirstLastPara="1" wrap="square" lIns="180564" tIns="180564" rIns="180564" bIns="180564"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2765" b="0" i="0" u="none" strike="noStrike" cap="none">
              <a:solidFill>
                <a:srgbClr val="000000"/>
              </a:solidFill>
              <a:latin typeface="Arial"/>
              <a:ea typeface="Arial"/>
              <a:cs typeface="Arial"/>
              <a:sym typeface="Arial"/>
            </a:endParaRPr>
          </a:p>
        </p:txBody>
      </p:sp>
      <p:sp>
        <p:nvSpPr>
          <p:cNvPr id="16" name="Google Shape;16;p44"/>
          <p:cNvSpPr/>
          <p:nvPr/>
        </p:nvSpPr>
        <p:spPr>
          <a:xfrm>
            <a:off x="1" y="87162"/>
            <a:ext cx="8519409" cy="8690123"/>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17" name="Google Shape;17;p44"/>
          <p:cNvSpPr/>
          <p:nvPr/>
        </p:nvSpPr>
        <p:spPr>
          <a:xfrm>
            <a:off x="-247" y="0"/>
            <a:ext cx="8525878" cy="8682667"/>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8" name="Google Shape;18;p44"/>
          <p:cNvSpPr txBox="1">
            <a:spLocks noGrp="1"/>
          </p:cNvSpPr>
          <p:nvPr>
            <p:ph type="title"/>
          </p:nvPr>
        </p:nvSpPr>
        <p:spPr>
          <a:xfrm>
            <a:off x="615657" y="989481"/>
            <a:ext cx="7320338" cy="4955852"/>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19" name="Google Shape;19;p44"/>
          <p:cNvSpPr txBox="1">
            <a:spLocks noGrp="1"/>
          </p:cNvSpPr>
          <p:nvPr>
            <p:ph type="body" idx="1"/>
          </p:nvPr>
        </p:nvSpPr>
        <p:spPr>
          <a:xfrm>
            <a:off x="9173233" y="989481"/>
            <a:ext cx="8228640" cy="8096000"/>
          </a:xfrm>
          <a:prstGeom prst="rect">
            <a:avLst/>
          </a:prstGeom>
          <a:noFill/>
          <a:ln>
            <a:noFill/>
          </a:ln>
        </p:spPr>
        <p:txBody>
          <a:bodyPr spcFirstLastPara="1" wrap="square" lIns="91425" tIns="91425" rIns="91425" bIns="91425" anchor="t" anchorCtr="0">
            <a:normAutofit/>
          </a:bodyPr>
          <a:lstStyle>
            <a:lvl1pPr marL="902970" lvl="0" indent="-614521" algn="l">
              <a:lnSpc>
                <a:spcPct val="115000"/>
              </a:lnSpc>
              <a:spcBef>
                <a:spcPts val="0"/>
              </a:spcBef>
              <a:spcAft>
                <a:spcPts val="0"/>
              </a:spcAft>
              <a:buSzPts val="1300"/>
              <a:buChar char="●"/>
              <a:defRPr/>
            </a:lvl1pPr>
            <a:lvl2pPr marL="1805940" lvl="1" indent="-589439" algn="l">
              <a:lnSpc>
                <a:spcPct val="115000"/>
              </a:lnSpc>
              <a:spcBef>
                <a:spcPts val="0"/>
              </a:spcBef>
              <a:spcAft>
                <a:spcPts val="0"/>
              </a:spcAft>
              <a:buSzPts val="1100"/>
              <a:buChar char="○"/>
              <a:defRPr/>
            </a:lvl2pPr>
            <a:lvl3pPr marL="2708910" lvl="2" indent="-589439" algn="l">
              <a:lnSpc>
                <a:spcPct val="115000"/>
              </a:lnSpc>
              <a:spcBef>
                <a:spcPts val="0"/>
              </a:spcBef>
              <a:spcAft>
                <a:spcPts val="0"/>
              </a:spcAft>
              <a:buSzPts val="1100"/>
              <a:buChar char="■"/>
              <a:defRPr/>
            </a:lvl3pPr>
            <a:lvl4pPr marL="3611880" lvl="3" indent="-589439" algn="l">
              <a:lnSpc>
                <a:spcPct val="115000"/>
              </a:lnSpc>
              <a:spcBef>
                <a:spcPts val="0"/>
              </a:spcBef>
              <a:spcAft>
                <a:spcPts val="0"/>
              </a:spcAft>
              <a:buSzPts val="1100"/>
              <a:buChar char="●"/>
              <a:defRPr/>
            </a:lvl4pPr>
            <a:lvl5pPr marL="4514850" lvl="4" indent="-589439" algn="l">
              <a:lnSpc>
                <a:spcPct val="115000"/>
              </a:lnSpc>
              <a:spcBef>
                <a:spcPts val="0"/>
              </a:spcBef>
              <a:spcAft>
                <a:spcPts val="0"/>
              </a:spcAft>
              <a:buSzPts val="1100"/>
              <a:buChar char="○"/>
              <a:defRPr/>
            </a:lvl5pPr>
            <a:lvl6pPr marL="5417820" lvl="5" indent="-589439" algn="l">
              <a:lnSpc>
                <a:spcPct val="115000"/>
              </a:lnSpc>
              <a:spcBef>
                <a:spcPts val="0"/>
              </a:spcBef>
              <a:spcAft>
                <a:spcPts val="0"/>
              </a:spcAft>
              <a:buSzPts val="1100"/>
              <a:buChar char="■"/>
              <a:defRPr/>
            </a:lvl6pPr>
            <a:lvl7pPr marL="6320790" lvl="6" indent="-589439" algn="l">
              <a:lnSpc>
                <a:spcPct val="115000"/>
              </a:lnSpc>
              <a:spcBef>
                <a:spcPts val="0"/>
              </a:spcBef>
              <a:spcAft>
                <a:spcPts val="0"/>
              </a:spcAft>
              <a:buSzPts val="1100"/>
              <a:buChar char="●"/>
              <a:defRPr/>
            </a:lvl7pPr>
            <a:lvl8pPr marL="7223760" lvl="7" indent="-589439" algn="l">
              <a:lnSpc>
                <a:spcPct val="115000"/>
              </a:lnSpc>
              <a:spcBef>
                <a:spcPts val="0"/>
              </a:spcBef>
              <a:spcAft>
                <a:spcPts val="0"/>
              </a:spcAft>
              <a:buSzPts val="1100"/>
              <a:buChar char="○"/>
              <a:defRPr/>
            </a:lvl8pPr>
            <a:lvl9pPr marL="8126730" lvl="8" indent="-589439" algn="l">
              <a:lnSpc>
                <a:spcPct val="115000"/>
              </a:lnSpc>
              <a:spcBef>
                <a:spcPts val="0"/>
              </a:spcBef>
              <a:spcAft>
                <a:spcPts val="0"/>
              </a:spcAft>
              <a:buSzPts val="1100"/>
              <a:buChar char="■"/>
              <a:defRPr/>
            </a:lvl9pPr>
          </a:lstStyle>
          <a:p>
            <a:endParaRPr/>
          </a:p>
        </p:txBody>
      </p:sp>
      <p:sp>
        <p:nvSpPr>
          <p:cNvPr id="20" name="Google Shape;20;p44"/>
          <p:cNvSpPr txBox="1">
            <a:spLocks noGrp="1"/>
          </p:cNvSpPr>
          <p:nvPr>
            <p:ph type="sldNum" idx="12"/>
          </p:nvPr>
        </p:nvSpPr>
        <p:spPr>
          <a:xfrm>
            <a:off x="16733104" y="9211293"/>
            <a:ext cx="1083683" cy="777481"/>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4704" y="9482667"/>
            <a:ext cx="18054697" cy="6773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384172"/>
            <a:ext cx="18054697" cy="948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25346" y="1124373"/>
            <a:ext cx="14899005" cy="5283200"/>
          </a:xfrm>
        </p:spPr>
        <p:txBody>
          <a:bodyPr anchor="b">
            <a:normAutofit/>
          </a:bodyPr>
          <a:lstStyle>
            <a:lvl1pPr algn="l">
              <a:lnSpc>
                <a:spcPct val="85000"/>
              </a:lnSpc>
              <a:defRPr sz="11850" spc="-74"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629451" y="6600919"/>
            <a:ext cx="14899005" cy="1693333"/>
          </a:xfrm>
        </p:spPr>
        <p:txBody>
          <a:bodyPr lIns="91440" rIns="91440">
            <a:normAutofit/>
          </a:bodyPr>
          <a:lstStyle>
            <a:lvl1pPr marL="0" indent="0" algn="l">
              <a:buNone/>
              <a:defRPr sz="3555" cap="all" spc="296" baseline="0">
                <a:solidFill>
                  <a:schemeClr val="tx2"/>
                </a:solidFill>
                <a:latin typeface="+mj-lt"/>
              </a:defRPr>
            </a:lvl1pPr>
            <a:lvl2pPr marL="677250" indent="0" algn="ctr">
              <a:buNone/>
              <a:defRPr sz="3555"/>
            </a:lvl2pPr>
            <a:lvl3pPr marL="1354501" indent="0" algn="ctr">
              <a:buNone/>
              <a:defRPr sz="3555"/>
            </a:lvl3pPr>
            <a:lvl4pPr marL="2031751" indent="0" algn="ctr">
              <a:buNone/>
              <a:defRPr sz="2963"/>
            </a:lvl4pPr>
            <a:lvl5pPr marL="2709001" indent="0" algn="ctr">
              <a:buNone/>
              <a:defRPr sz="2963"/>
            </a:lvl5pPr>
            <a:lvl6pPr marL="3386252" indent="0" algn="ctr">
              <a:buNone/>
              <a:defRPr sz="2963"/>
            </a:lvl6pPr>
            <a:lvl7pPr marL="4063502" indent="0" algn="ctr">
              <a:buNone/>
              <a:defRPr sz="2963"/>
            </a:lvl7pPr>
            <a:lvl8pPr marL="4740753" indent="0" algn="ctr">
              <a:buNone/>
              <a:defRPr sz="2963"/>
            </a:lvl8pPr>
            <a:lvl9pPr marL="5418003" indent="0" algn="ctr">
              <a:buNone/>
              <a:defRPr sz="2963"/>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1788843" y="6434667"/>
            <a:ext cx="1462811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584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118211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4704" y="9482667"/>
            <a:ext cx="18054697" cy="6773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384172"/>
            <a:ext cx="18054697" cy="948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124373"/>
            <a:ext cx="14899005" cy="5283200"/>
          </a:xfrm>
        </p:spPr>
        <p:txBody>
          <a:bodyPr anchor="b" anchorCtr="0">
            <a:normAutofit/>
          </a:bodyPr>
          <a:lstStyle>
            <a:lvl1pPr>
              <a:lnSpc>
                <a:spcPct val="85000"/>
              </a:lnSpc>
              <a:defRPr sz="1185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625346" y="6597227"/>
            <a:ext cx="14899005" cy="1693333"/>
          </a:xfrm>
        </p:spPr>
        <p:txBody>
          <a:bodyPr lIns="91440" rIns="91440" anchor="t" anchorCtr="0">
            <a:normAutofit/>
          </a:bodyPr>
          <a:lstStyle>
            <a:lvl1pPr marL="0" indent="0">
              <a:buNone/>
              <a:defRPr sz="3555" cap="all" spc="296" baseline="0">
                <a:solidFill>
                  <a:schemeClr val="tx2"/>
                </a:solidFill>
                <a:latin typeface="+mj-lt"/>
              </a:defRPr>
            </a:lvl1pPr>
            <a:lvl2pPr marL="677250" indent="0">
              <a:buNone/>
              <a:defRPr sz="2666">
                <a:solidFill>
                  <a:schemeClr val="tx1">
                    <a:tint val="75000"/>
                  </a:schemeClr>
                </a:solidFill>
              </a:defRPr>
            </a:lvl2pPr>
            <a:lvl3pPr marL="1354501" indent="0">
              <a:buNone/>
              <a:defRPr sz="2370">
                <a:solidFill>
                  <a:schemeClr val="tx1">
                    <a:tint val="75000"/>
                  </a:schemeClr>
                </a:solidFill>
              </a:defRPr>
            </a:lvl3pPr>
            <a:lvl4pPr marL="2031751" indent="0">
              <a:buNone/>
              <a:defRPr sz="2074">
                <a:solidFill>
                  <a:schemeClr val="tx1">
                    <a:tint val="75000"/>
                  </a:schemeClr>
                </a:solidFill>
              </a:defRPr>
            </a:lvl4pPr>
            <a:lvl5pPr marL="2709001" indent="0">
              <a:buNone/>
              <a:defRPr sz="2074">
                <a:solidFill>
                  <a:schemeClr val="tx1">
                    <a:tint val="75000"/>
                  </a:schemeClr>
                </a:solidFill>
              </a:defRPr>
            </a:lvl5pPr>
            <a:lvl6pPr marL="3386252" indent="0">
              <a:buNone/>
              <a:defRPr sz="2074">
                <a:solidFill>
                  <a:schemeClr val="tx1">
                    <a:tint val="75000"/>
                  </a:schemeClr>
                </a:solidFill>
              </a:defRPr>
            </a:lvl6pPr>
            <a:lvl7pPr marL="4063502" indent="0">
              <a:buNone/>
              <a:defRPr sz="2074">
                <a:solidFill>
                  <a:schemeClr val="tx1">
                    <a:tint val="75000"/>
                  </a:schemeClr>
                </a:solidFill>
              </a:defRPr>
            </a:lvl7pPr>
            <a:lvl8pPr marL="4740753" indent="0">
              <a:buNone/>
              <a:defRPr sz="2074">
                <a:solidFill>
                  <a:schemeClr val="tx1">
                    <a:tint val="75000"/>
                  </a:schemeClr>
                </a:solidFill>
              </a:defRPr>
            </a:lvl8pPr>
            <a:lvl9pPr marL="5418003" indent="0">
              <a:buNone/>
              <a:defRPr sz="2074">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1788843" y="6434667"/>
            <a:ext cx="1462811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8746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625346" y="424598"/>
            <a:ext cx="14899005" cy="214927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625345" y="2734421"/>
            <a:ext cx="7314057" cy="596053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9210294" y="2734422"/>
            <a:ext cx="7314057" cy="596053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95114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625346" y="424598"/>
            <a:ext cx="14899005" cy="2149270"/>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625346" y="2734892"/>
            <a:ext cx="7314057" cy="1090788"/>
          </a:xfrm>
        </p:spPr>
        <p:txBody>
          <a:bodyPr lIns="91440" rIns="91440" anchor="ctr">
            <a:normAutofit/>
          </a:bodyPr>
          <a:lstStyle>
            <a:lvl1pPr marL="0" indent="0">
              <a:buNone/>
              <a:defRPr sz="2963" b="0" cap="all" baseline="0">
                <a:solidFill>
                  <a:schemeClr val="tx2"/>
                </a:solidFill>
              </a:defRPr>
            </a:lvl1pPr>
            <a:lvl2pPr marL="677250" indent="0">
              <a:buNone/>
              <a:defRPr sz="2963" b="1"/>
            </a:lvl2pPr>
            <a:lvl3pPr marL="1354501" indent="0">
              <a:buNone/>
              <a:defRPr sz="2666" b="1"/>
            </a:lvl3pPr>
            <a:lvl4pPr marL="2031751" indent="0">
              <a:buNone/>
              <a:defRPr sz="2370" b="1"/>
            </a:lvl4pPr>
            <a:lvl5pPr marL="2709001" indent="0">
              <a:buNone/>
              <a:defRPr sz="2370" b="1"/>
            </a:lvl5pPr>
            <a:lvl6pPr marL="3386252" indent="0">
              <a:buNone/>
              <a:defRPr sz="2370" b="1"/>
            </a:lvl6pPr>
            <a:lvl7pPr marL="4063502" indent="0">
              <a:buNone/>
              <a:defRPr sz="2370" b="1"/>
            </a:lvl7pPr>
            <a:lvl8pPr marL="4740753" indent="0">
              <a:buNone/>
              <a:defRPr sz="2370" b="1"/>
            </a:lvl8pPr>
            <a:lvl9pPr marL="5418003" indent="0">
              <a:buNone/>
              <a:defRPr sz="2370" b="1"/>
            </a:lvl9pPr>
          </a:lstStyle>
          <a:p>
            <a:pPr lvl="0"/>
            <a:r>
              <a:rPr lang="en-US" smtClean="0"/>
              <a:t>Edit Master text styles</a:t>
            </a:r>
          </a:p>
        </p:txBody>
      </p:sp>
      <p:sp>
        <p:nvSpPr>
          <p:cNvPr id="4" name="Content Placeholder 3"/>
          <p:cNvSpPr>
            <a:spLocks noGrp="1"/>
          </p:cNvSpPr>
          <p:nvPr>
            <p:ph sz="half" idx="2"/>
          </p:nvPr>
        </p:nvSpPr>
        <p:spPr>
          <a:xfrm>
            <a:off x="1625346" y="3825680"/>
            <a:ext cx="7314057" cy="50047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9210294" y="2734892"/>
            <a:ext cx="7314057" cy="1090788"/>
          </a:xfrm>
        </p:spPr>
        <p:txBody>
          <a:bodyPr lIns="91440" rIns="91440" anchor="ctr">
            <a:normAutofit/>
          </a:bodyPr>
          <a:lstStyle>
            <a:lvl1pPr marL="0" indent="0">
              <a:buNone/>
              <a:defRPr sz="2963" b="0" cap="all" baseline="0">
                <a:solidFill>
                  <a:schemeClr val="tx2"/>
                </a:solidFill>
              </a:defRPr>
            </a:lvl1pPr>
            <a:lvl2pPr marL="677250" indent="0">
              <a:buNone/>
              <a:defRPr sz="2963" b="1"/>
            </a:lvl2pPr>
            <a:lvl3pPr marL="1354501" indent="0">
              <a:buNone/>
              <a:defRPr sz="2666" b="1"/>
            </a:lvl3pPr>
            <a:lvl4pPr marL="2031751" indent="0">
              <a:buNone/>
              <a:defRPr sz="2370" b="1"/>
            </a:lvl4pPr>
            <a:lvl5pPr marL="2709001" indent="0">
              <a:buNone/>
              <a:defRPr sz="2370" b="1"/>
            </a:lvl5pPr>
            <a:lvl6pPr marL="3386252" indent="0">
              <a:buNone/>
              <a:defRPr sz="2370" b="1"/>
            </a:lvl6pPr>
            <a:lvl7pPr marL="4063502" indent="0">
              <a:buNone/>
              <a:defRPr sz="2370" b="1"/>
            </a:lvl7pPr>
            <a:lvl8pPr marL="4740753" indent="0">
              <a:buNone/>
              <a:defRPr sz="2370" b="1"/>
            </a:lvl8pPr>
            <a:lvl9pPr marL="5418003" indent="0">
              <a:buNone/>
              <a:defRPr sz="2370" b="1"/>
            </a:lvl9pPr>
          </a:lstStyle>
          <a:p>
            <a:pPr lvl="0"/>
            <a:r>
              <a:rPr lang="en-US" smtClean="0"/>
              <a:t>Edit Master text styles</a:t>
            </a:r>
          </a:p>
        </p:txBody>
      </p:sp>
      <p:sp>
        <p:nvSpPr>
          <p:cNvPr id="6" name="Content Placeholder 5"/>
          <p:cNvSpPr>
            <a:spLocks noGrp="1"/>
          </p:cNvSpPr>
          <p:nvPr>
            <p:ph sz="quarter" idx="4"/>
          </p:nvPr>
        </p:nvSpPr>
        <p:spPr>
          <a:xfrm>
            <a:off x="9210294" y="3825680"/>
            <a:ext cx="7314057" cy="50047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56489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839858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4704" y="9482667"/>
            <a:ext cx="18054697" cy="6773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23" y="9384172"/>
            <a:ext cx="18054697" cy="948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12/17/2025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21027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5" y="0"/>
            <a:ext cx="6000234" cy="101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5984355" y="0"/>
            <a:ext cx="94812" cy="101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77227" y="880532"/>
            <a:ext cx="4740593" cy="3386667"/>
          </a:xfrm>
        </p:spPr>
        <p:txBody>
          <a:bodyPr anchor="b">
            <a:normAutofit/>
          </a:bodyPr>
          <a:lstStyle>
            <a:lvl1pPr>
              <a:defRPr sz="5333"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7110889" y="1083734"/>
            <a:ext cx="9616631" cy="778933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227" y="4334933"/>
            <a:ext cx="4740593" cy="5006110"/>
          </a:xfrm>
        </p:spPr>
        <p:txBody>
          <a:bodyPr lIns="91440" rIns="91440">
            <a:normAutofit/>
          </a:bodyPr>
          <a:lstStyle>
            <a:lvl1pPr marL="0" indent="0">
              <a:buNone/>
              <a:defRPr sz="2222">
                <a:solidFill>
                  <a:srgbClr val="FFFFFF"/>
                </a:solidFill>
              </a:defRPr>
            </a:lvl1pPr>
            <a:lvl2pPr marL="677250" indent="0">
              <a:buNone/>
              <a:defRPr sz="1778"/>
            </a:lvl2pPr>
            <a:lvl3pPr marL="1354501" indent="0">
              <a:buNone/>
              <a:defRPr sz="1481"/>
            </a:lvl3pPr>
            <a:lvl4pPr marL="2031751" indent="0">
              <a:buNone/>
              <a:defRPr sz="1333"/>
            </a:lvl4pPr>
            <a:lvl5pPr marL="2709001" indent="0">
              <a:buNone/>
              <a:defRPr sz="1333"/>
            </a:lvl5pPr>
            <a:lvl6pPr marL="3386252" indent="0">
              <a:buNone/>
              <a:defRPr sz="1333"/>
            </a:lvl6pPr>
            <a:lvl7pPr marL="4063502" indent="0">
              <a:buNone/>
              <a:defRPr sz="1333"/>
            </a:lvl7pPr>
            <a:lvl8pPr marL="4740753" indent="0">
              <a:buNone/>
              <a:defRPr sz="1333"/>
            </a:lvl8pPr>
            <a:lvl9pPr marL="5418003" indent="0">
              <a:buNone/>
              <a:defRPr sz="1333"/>
            </a:lvl9pPr>
          </a:lstStyle>
          <a:p>
            <a:pPr lvl="0"/>
            <a:r>
              <a:rPr lang="en-US" smtClean="0"/>
              <a:t>Edit Master text styles</a:t>
            </a:r>
          </a:p>
        </p:txBody>
      </p:sp>
      <p:sp>
        <p:nvSpPr>
          <p:cNvPr id="5" name="Date Placeholder 4"/>
          <p:cNvSpPr>
            <a:spLocks noGrp="1"/>
          </p:cNvSpPr>
          <p:nvPr>
            <p:ph type="dt" sz="half" idx="10"/>
          </p:nvPr>
        </p:nvSpPr>
        <p:spPr>
          <a:xfrm>
            <a:off x="689540" y="9570053"/>
            <a:ext cx="3878668" cy="540926"/>
          </a:xfrm>
        </p:spPr>
        <p:txBody>
          <a:bodyPr/>
          <a:lstStyle>
            <a:lvl1pPr algn="l">
              <a:defRPr/>
            </a:lvl1pPr>
          </a:lstStyle>
          <a:p>
            <a:fld id="{1D8BD707-D9CF-40AE-B4C6-C98DA3205C09}" type="datetimeFigureOut">
              <a:rPr lang="en-US" smtClean="0"/>
              <a:t>12/17/2025</a:t>
            </a:fld>
            <a:endParaRPr lang="en-US"/>
          </a:p>
        </p:txBody>
      </p:sp>
      <p:sp>
        <p:nvSpPr>
          <p:cNvPr id="6" name="Footer Placeholder 5"/>
          <p:cNvSpPr>
            <a:spLocks noGrp="1"/>
          </p:cNvSpPr>
          <p:nvPr>
            <p:ph type="ftr" sz="quarter" idx="11"/>
          </p:nvPr>
        </p:nvSpPr>
        <p:spPr>
          <a:xfrm>
            <a:off x="7110889" y="9570053"/>
            <a:ext cx="6885146" cy="540926"/>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383702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7337778"/>
            <a:ext cx="18054697" cy="282222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3" y="7281594"/>
            <a:ext cx="18054697" cy="948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7518400"/>
            <a:ext cx="14980272" cy="1219200"/>
          </a:xfrm>
        </p:spPr>
        <p:txBody>
          <a:bodyPr lIns="91440" tIns="0" rIns="91440" bIns="0" anchor="b">
            <a:noAutofit/>
          </a:bodyPr>
          <a:lstStyle>
            <a:lvl1pPr>
              <a:defRPr sz="5333"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 y="0"/>
            <a:ext cx="18059378" cy="7281594"/>
          </a:xfrm>
          <a:blipFill>
            <a:blip r:embed="rId2"/>
            <a:stretch>
              <a:fillRect/>
            </a:stretch>
          </a:blipFill>
        </p:spPr>
        <p:txBody>
          <a:bodyPr lIns="457200" tIns="457200" anchor="t"/>
          <a:lstStyle>
            <a:lvl1pPr marL="0" indent="0">
              <a:buNone/>
              <a:defRPr sz="4740">
                <a:solidFill>
                  <a:schemeClr val="bg1"/>
                </a:solidFill>
              </a:defRPr>
            </a:lvl1pPr>
            <a:lvl2pPr marL="677250" indent="0">
              <a:buNone/>
              <a:defRPr sz="4148"/>
            </a:lvl2pPr>
            <a:lvl3pPr marL="1354501" indent="0">
              <a:buNone/>
              <a:defRPr sz="3555"/>
            </a:lvl3pPr>
            <a:lvl4pPr marL="2031751" indent="0">
              <a:buNone/>
              <a:defRPr sz="2963"/>
            </a:lvl4pPr>
            <a:lvl5pPr marL="2709001" indent="0">
              <a:buNone/>
              <a:defRPr sz="2963"/>
            </a:lvl5pPr>
            <a:lvl6pPr marL="3386252" indent="0">
              <a:buNone/>
              <a:defRPr sz="2963"/>
            </a:lvl6pPr>
            <a:lvl7pPr marL="4063502" indent="0">
              <a:buNone/>
              <a:defRPr sz="2963"/>
            </a:lvl7pPr>
            <a:lvl8pPr marL="4740753" indent="0">
              <a:buNone/>
              <a:defRPr sz="2963"/>
            </a:lvl8pPr>
            <a:lvl9pPr marL="5418003" indent="0">
              <a:buNone/>
              <a:defRPr sz="2963"/>
            </a:lvl9pPr>
          </a:lstStyle>
          <a:p>
            <a:r>
              <a:rPr lang="en-US" smtClean="0"/>
              <a:t>Click icon to add picture</a:t>
            </a:r>
            <a:endParaRPr lang="en-US" dirty="0"/>
          </a:p>
        </p:txBody>
      </p:sp>
      <p:sp>
        <p:nvSpPr>
          <p:cNvPr id="4" name="Text Placeholder 3"/>
          <p:cNvSpPr>
            <a:spLocks noGrp="1"/>
          </p:cNvSpPr>
          <p:nvPr>
            <p:ph type="body" sz="half" idx="2"/>
          </p:nvPr>
        </p:nvSpPr>
        <p:spPr>
          <a:xfrm>
            <a:off x="1625346" y="8751145"/>
            <a:ext cx="14980272" cy="880533"/>
          </a:xfrm>
        </p:spPr>
        <p:txBody>
          <a:bodyPr lIns="91440" tIns="0" rIns="91440" bIns="0">
            <a:normAutofit/>
          </a:bodyPr>
          <a:lstStyle>
            <a:lvl1pPr marL="0" indent="0">
              <a:spcBef>
                <a:spcPts val="0"/>
              </a:spcBef>
              <a:spcAft>
                <a:spcPts val="889"/>
              </a:spcAft>
              <a:buNone/>
              <a:defRPr sz="2222">
                <a:solidFill>
                  <a:srgbClr val="FFFFFF"/>
                </a:solidFill>
              </a:defRPr>
            </a:lvl1pPr>
            <a:lvl2pPr marL="677250" indent="0">
              <a:buNone/>
              <a:defRPr sz="1778"/>
            </a:lvl2pPr>
            <a:lvl3pPr marL="1354501" indent="0">
              <a:buNone/>
              <a:defRPr sz="1481"/>
            </a:lvl3pPr>
            <a:lvl4pPr marL="2031751" indent="0">
              <a:buNone/>
              <a:defRPr sz="1333"/>
            </a:lvl4pPr>
            <a:lvl5pPr marL="2709001" indent="0">
              <a:buNone/>
              <a:defRPr sz="1333"/>
            </a:lvl5pPr>
            <a:lvl6pPr marL="3386252" indent="0">
              <a:buNone/>
              <a:defRPr sz="1333"/>
            </a:lvl6pPr>
            <a:lvl7pPr marL="4063502" indent="0">
              <a:buNone/>
              <a:defRPr sz="1333"/>
            </a:lvl7pPr>
            <a:lvl8pPr marL="4740753" indent="0">
              <a:buNone/>
              <a:defRPr sz="1333"/>
            </a:lvl8pPr>
            <a:lvl9pPr marL="5418003" indent="0">
              <a:buNone/>
              <a:defRPr sz="1333"/>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78534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757123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4704" y="9482667"/>
            <a:ext cx="18054697" cy="6773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384172"/>
            <a:ext cx="18054697" cy="948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2923758" y="614486"/>
            <a:ext cx="3894058" cy="852951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41584" y="614486"/>
            <a:ext cx="11456432" cy="8529514"/>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77628906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42"/>
          <p:cNvSpPr txBox="1">
            <a:spLocks noGrp="1"/>
          </p:cNvSpPr>
          <p:nvPr>
            <p:ph type="title"/>
          </p:nvPr>
        </p:nvSpPr>
        <p:spPr>
          <a:xfrm>
            <a:off x="615608" y="879062"/>
            <a:ext cx="16828185" cy="1131259"/>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1pPr>
            <a:lvl2pPr marR="0" lvl="1"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2pPr>
            <a:lvl3pPr marR="0" lvl="2"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3pPr>
            <a:lvl4pPr marR="0" lvl="3"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4pPr>
            <a:lvl5pPr marR="0" lvl="4"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5pPr>
            <a:lvl6pPr marR="0" lvl="5"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6pPr>
            <a:lvl7pPr marR="0" lvl="6"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7pPr>
            <a:lvl8pPr marR="0" lvl="7"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8pPr>
            <a:lvl9pPr marR="0" lvl="8"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9pPr>
          </a:lstStyle>
          <a:p>
            <a:endParaRPr/>
          </a:p>
        </p:txBody>
      </p:sp>
      <p:sp>
        <p:nvSpPr>
          <p:cNvPr id="7" name="Google Shape;7;p42"/>
          <p:cNvSpPr txBox="1">
            <a:spLocks noGrp="1"/>
          </p:cNvSpPr>
          <p:nvPr>
            <p:ph type="body" idx="1"/>
          </p:nvPr>
        </p:nvSpPr>
        <p:spPr>
          <a:xfrm>
            <a:off x="615608" y="2276494"/>
            <a:ext cx="16828185" cy="6748444"/>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rgbClr val="212121"/>
              </a:buClr>
              <a:buSzPts val="1300"/>
              <a:buFont typeface="Roboto"/>
              <a:buChar char="●"/>
              <a:defRPr sz="1300" b="0" i="0" u="none" strike="noStrike" cap="none">
                <a:solidFill>
                  <a:srgbClr val="212121"/>
                </a:solidFill>
                <a:latin typeface="Roboto"/>
                <a:ea typeface="Roboto"/>
                <a:cs typeface="Roboto"/>
                <a:sym typeface="Roboto"/>
              </a:defRPr>
            </a:lvl1pPr>
            <a:lvl2pPr marL="914400" marR="0" lvl="1" indent="-298450" algn="l" rtl="0">
              <a:lnSpc>
                <a:spcPct val="115000"/>
              </a:lnSpc>
              <a:spcBef>
                <a:spcPts val="0"/>
              </a:spcBef>
              <a:spcAft>
                <a:spcPts val="0"/>
              </a:spcAft>
              <a:buClr>
                <a:srgbClr val="212121"/>
              </a:buClr>
              <a:buSzPts val="1100"/>
              <a:buFont typeface="Roboto"/>
              <a:buChar char="○"/>
              <a:defRPr sz="1100" b="0" i="0" u="none" strike="noStrike" cap="none">
                <a:solidFill>
                  <a:srgbClr val="212121"/>
                </a:solidFill>
                <a:latin typeface="Roboto"/>
                <a:ea typeface="Roboto"/>
                <a:cs typeface="Roboto"/>
                <a:sym typeface="Roboto"/>
              </a:defRPr>
            </a:lvl2pPr>
            <a:lvl3pPr marL="1371600" marR="0" lvl="2" indent="-298450" algn="l" rtl="0">
              <a:lnSpc>
                <a:spcPct val="115000"/>
              </a:lnSpc>
              <a:spcBef>
                <a:spcPts val="0"/>
              </a:spcBef>
              <a:spcAft>
                <a:spcPts val="0"/>
              </a:spcAft>
              <a:buClr>
                <a:srgbClr val="212121"/>
              </a:buClr>
              <a:buSzPts val="1100"/>
              <a:buFont typeface="Roboto"/>
              <a:buChar char="■"/>
              <a:defRPr sz="1100" b="0" i="0" u="none" strike="noStrike" cap="none">
                <a:solidFill>
                  <a:srgbClr val="212121"/>
                </a:solidFill>
                <a:latin typeface="Roboto"/>
                <a:ea typeface="Roboto"/>
                <a:cs typeface="Roboto"/>
                <a:sym typeface="Roboto"/>
              </a:defRPr>
            </a:lvl3pPr>
            <a:lvl4pPr marL="1828800" marR="0" lvl="3" indent="-298450" algn="l" rtl="0">
              <a:lnSpc>
                <a:spcPct val="115000"/>
              </a:lnSpc>
              <a:spcBef>
                <a:spcPts val="0"/>
              </a:spcBef>
              <a:spcAft>
                <a:spcPts val="0"/>
              </a:spcAft>
              <a:buClr>
                <a:srgbClr val="212121"/>
              </a:buClr>
              <a:buSzPts val="1100"/>
              <a:buFont typeface="Roboto"/>
              <a:buChar char="●"/>
              <a:defRPr sz="1100" b="0" i="0" u="none" strike="noStrike" cap="none">
                <a:solidFill>
                  <a:srgbClr val="212121"/>
                </a:solidFill>
                <a:latin typeface="Roboto"/>
                <a:ea typeface="Roboto"/>
                <a:cs typeface="Roboto"/>
                <a:sym typeface="Roboto"/>
              </a:defRPr>
            </a:lvl4pPr>
            <a:lvl5pPr marL="2286000" marR="0" lvl="4" indent="-298450" algn="l" rtl="0">
              <a:lnSpc>
                <a:spcPct val="115000"/>
              </a:lnSpc>
              <a:spcBef>
                <a:spcPts val="0"/>
              </a:spcBef>
              <a:spcAft>
                <a:spcPts val="0"/>
              </a:spcAft>
              <a:buClr>
                <a:srgbClr val="212121"/>
              </a:buClr>
              <a:buSzPts val="1100"/>
              <a:buFont typeface="Roboto"/>
              <a:buChar char="○"/>
              <a:defRPr sz="1100" b="0" i="0" u="none" strike="noStrike" cap="none">
                <a:solidFill>
                  <a:srgbClr val="212121"/>
                </a:solidFill>
                <a:latin typeface="Roboto"/>
                <a:ea typeface="Roboto"/>
                <a:cs typeface="Roboto"/>
                <a:sym typeface="Roboto"/>
              </a:defRPr>
            </a:lvl5pPr>
            <a:lvl6pPr marL="2743200" marR="0" lvl="5" indent="-298450" algn="l" rtl="0">
              <a:lnSpc>
                <a:spcPct val="115000"/>
              </a:lnSpc>
              <a:spcBef>
                <a:spcPts val="0"/>
              </a:spcBef>
              <a:spcAft>
                <a:spcPts val="0"/>
              </a:spcAft>
              <a:buClr>
                <a:srgbClr val="212121"/>
              </a:buClr>
              <a:buSzPts val="1100"/>
              <a:buFont typeface="Roboto"/>
              <a:buChar char="■"/>
              <a:defRPr sz="1100" b="0" i="0" u="none" strike="noStrike" cap="none">
                <a:solidFill>
                  <a:srgbClr val="212121"/>
                </a:solidFill>
                <a:latin typeface="Roboto"/>
                <a:ea typeface="Roboto"/>
                <a:cs typeface="Roboto"/>
                <a:sym typeface="Roboto"/>
              </a:defRPr>
            </a:lvl6pPr>
            <a:lvl7pPr marL="3200400" marR="0" lvl="6" indent="-298450" algn="l" rtl="0">
              <a:lnSpc>
                <a:spcPct val="115000"/>
              </a:lnSpc>
              <a:spcBef>
                <a:spcPts val="0"/>
              </a:spcBef>
              <a:spcAft>
                <a:spcPts val="0"/>
              </a:spcAft>
              <a:buClr>
                <a:srgbClr val="212121"/>
              </a:buClr>
              <a:buSzPts val="1100"/>
              <a:buFont typeface="Roboto"/>
              <a:buChar char="●"/>
              <a:defRPr sz="1100" b="0" i="0" u="none" strike="noStrike" cap="none">
                <a:solidFill>
                  <a:srgbClr val="212121"/>
                </a:solidFill>
                <a:latin typeface="Roboto"/>
                <a:ea typeface="Roboto"/>
                <a:cs typeface="Roboto"/>
                <a:sym typeface="Roboto"/>
              </a:defRPr>
            </a:lvl7pPr>
            <a:lvl8pPr marL="3657600" marR="0" lvl="7" indent="-298450" algn="l" rtl="0">
              <a:lnSpc>
                <a:spcPct val="115000"/>
              </a:lnSpc>
              <a:spcBef>
                <a:spcPts val="0"/>
              </a:spcBef>
              <a:spcAft>
                <a:spcPts val="0"/>
              </a:spcAft>
              <a:buClr>
                <a:srgbClr val="212121"/>
              </a:buClr>
              <a:buSzPts val="1100"/>
              <a:buFont typeface="Roboto"/>
              <a:buChar char="○"/>
              <a:defRPr sz="1100" b="0" i="0" u="none" strike="noStrike" cap="none">
                <a:solidFill>
                  <a:srgbClr val="212121"/>
                </a:solidFill>
                <a:latin typeface="Roboto"/>
                <a:ea typeface="Roboto"/>
                <a:cs typeface="Roboto"/>
                <a:sym typeface="Roboto"/>
              </a:defRPr>
            </a:lvl8pPr>
            <a:lvl9pPr marL="4114800" marR="0" lvl="8" indent="-298450" algn="l" rtl="0">
              <a:lnSpc>
                <a:spcPct val="115000"/>
              </a:lnSpc>
              <a:spcBef>
                <a:spcPts val="0"/>
              </a:spcBef>
              <a:spcAft>
                <a:spcPts val="0"/>
              </a:spcAft>
              <a:buClr>
                <a:srgbClr val="212121"/>
              </a:buClr>
              <a:buSzPts val="1100"/>
              <a:buFont typeface="Roboto"/>
              <a:buChar char="■"/>
              <a:defRPr sz="1100" b="0" i="0" u="none" strike="noStrike" cap="none">
                <a:solidFill>
                  <a:srgbClr val="212121"/>
                </a:solidFill>
                <a:latin typeface="Roboto"/>
                <a:ea typeface="Roboto"/>
                <a:cs typeface="Roboto"/>
                <a:sym typeface="Roboto"/>
              </a:defRPr>
            </a:lvl9pPr>
          </a:lstStyle>
          <a:p>
            <a:endParaRPr/>
          </a:p>
        </p:txBody>
      </p:sp>
      <p:sp>
        <p:nvSpPr>
          <p:cNvPr id="8" name="Google Shape;8;p42"/>
          <p:cNvSpPr txBox="1">
            <a:spLocks noGrp="1"/>
          </p:cNvSpPr>
          <p:nvPr>
            <p:ph type="sldNum" idx="12"/>
          </p:nvPr>
        </p:nvSpPr>
        <p:spPr>
          <a:xfrm>
            <a:off x="16733104" y="9211293"/>
            <a:ext cx="1083683" cy="777481"/>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975"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9482667"/>
            <a:ext cx="18059400" cy="67733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9384172"/>
            <a:ext cx="18059401" cy="977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625346" y="424598"/>
            <a:ext cx="14899005" cy="214927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625346" y="2734421"/>
            <a:ext cx="14899005" cy="5960533"/>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625347" y="9570053"/>
            <a:ext cx="3662051" cy="540926"/>
          </a:xfrm>
          <a:prstGeom prst="rect">
            <a:avLst/>
          </a:prstGeom>
        </p:spPr>
        <p:txBody>
          <a:bodyPr vert="horz" lIns="91440" tIns="45720" rIns="91440" bIns="45720" rtlCol="0" anchor="ctr"/>
          <a:lstStyle>
            <a:lvl1pPr algn="l">
              <a:defRPr sz="1333">
                <a:solidFill>
                  <a:srgbClr val="FFFFFF"/>
                </a:solidFill>
              </a:defRPr>
            </a:lvl1pPr>
          </a:lstStyle>
          <a:p>
            <a:fld id="{98624D31-43A5-475A-80CF-332C9F6DCF35}" type="datetimeFigureOut">
              <a:rPr lang="en-US" dirty="0"/>
              <a:t>12/17/2025</a:t>
            </a:fld>
            <a:endParaRPr lang="en-US" dirty="0"/>
          </a:p>
        </p:txBody>
      </p:sp>
      <p:sp>
        <p:nvSpPr>
          <p:cNvPr id="5" name="Footer Placeholder 4"/>
          <p:cNvSpPr>
            <a:spLocks noGrp="1"/>
          </p:cNvSpPr>
          <p:nvPr>
            <p:ph type="ftr" sz="quarter" idx="3"/>
          </p:nvPr>
        </p:nvSpPr>
        <p:spPr>
          <a:xfrm>
            <a:off x="5460162" y="9570053"/>
            <a:ext cx="7143778" cy="540926"/>
          </a:xfrm>
          <a:prstGeom prst="rect">
            <a:avLst/>
          </a:prstGeom>
        </p:spPr>
        <p:txBody>
          <a:bodyPr vert="horz" lIns="91440" tIns="45720" rIns="91440" bIns="45720" rtlCol="0" anchor="ctr"/>
          <a:lstStyle>
            <a:lvl1pPr algn="ctr">
              <a:defRPr sz="1333"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4665054" y="9570053"/>
            <a:ext cx="1943437" cy="540926"/>
          </a:xfrm>
          <a:prstGeom prst="rect">
            <a:avLst/>
          </a:prstGeom>
        </p:spPr>
        <p:txBody>
          <a:bodyPr vert="horz" lIns="91440" tIns="45720" rIns="91440" bIns="45720" rtlCol="0" anchor="ctr"/>
          <a:lstStyle>
            <a:lvl1pPr algn="r">
              <a:defRPr sz="1555">
                <a:solidFill>
                  <a:srgbClr val="FFFFFF"/>
                </a:solidFill>
              </a:defRPr>
            </a:lvl1p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cxnSp>
        <p:nvCxnSpPr>
          <p:cNvPr id="10" name="Straight Connector 9"/>
          <p:cNvCxnSpPr/>
          <p:nvPr/>
        </p:nvCxnSpPr>
        <p:spPr>
          <a:xfrm>
            <a:off x="1767919" y="2574585"/>
            <a:ext cx="147635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486817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hf sldNum="0" hdr="0" ftr="0" dt="0"/>
  <p:txStyles>
    <p:titleStyle>
      <a:lvl1pPr algn="l" defTabSz="1354501" rtl="0" eaLnBrk="1" latinLnBrk="0" hangingPunct="1">
        <a:lnSpc>
          <a:spcPct val="85000"/>
        </a:lnSpc>
        <a:spcBef>
          <a:spcPct val="0"/>
        </a:spcBef>
        <a:buNone/>
        <a:defRPr sz="7110" kern="1200" spc="-74" baseline="0">
          <a:solidFill>
            <a:schemeClr val="tx1">
              <a:lumMod val="75000"/>
              <a:lumOff val="25000"/>
            </a:schemeClr>
          </a:solidFill>
          <a:latin typeface="+mj-lt"/>
          <a:ea typeface="+mj-ea"/>
          <a:cs typeface="+mj-cs"/>
        </a:defRPr>
      </a:lvl1pPr>
    </p:titleStyle>
    <p:bodyStyle>
      <a:lvl1pPr marL="135450" indent="-135450" algn="l" defTabSz="1354501" rtl="0" eaLnBrk="1" latinLnBrk="0" hangingPunct="1">
        <a:lnSpc>
          <a:spcPct val="90000"/>
        </a:lnSpc>
        <a:spcBef>
          <a:spcPts val="1778"/>
        </a:spcBef>
        <a:spcAft>
          <a:spcPts val="296"/>
        </a:spcAft>
        <a:buClr>
          <a:schemeClr val="accent1"/>
        </a:buClr>
        <a:buSzPct val="100000"/>
        <a:buFont typeface="Calibri" panose="020F0502020204030204" pitchFamily="34" charset="0"/>
        <a:buChar char=" "/>
        <a:defRPr sz="2963" kern="1200">
          <a:solidFill>
            <a:schemeClr val="tx1">
              <a:lumMod val="75000"/>
              <a:lumOff val="25000"/>
            </a:schemeClr>
          </a:solidFill>
          <a:latin typeface="+mn-lt"/>
          <a:ea typeface="+mn-ea"/>
          <a:cs typeface="+mn-cs"/>
        </a:defRPr>
      </a:lvl1pPr>
      <a:lvl2pPr marL="568890" indent="-270900" algn="l" defTabSz="1354501" rtl="0" eaLnBrk="1" latinLnBrk="0" hangingPunct="1">
        <a:lnSpc>
          <a:spcPct val="90000"/>
        </a:lnSpc>
        <a:spcBef>
          <a:spcPts val="296"/>
        </a:spcBef>
        <a:spcAft>
          <a:spcPts val="593"/>
        </a:spcAft>
        <a:buClr>
          <a:schemeClr val="accent1"/>
        </a:buClr>
        <a:buFont typeface="Calibri" pitchFamily="34" charset="0"/>
        <a:buChar char="◦"/>
        <a:defRPr sz="2666" kern="1200">
          <a:solidFill>
            <a:schemeClr val="tx1">
              <a:lumMod val="75000"/>
              <a:lumOff val="25000"/>
            </a:schemeClr>
          </a:solidFill>
          <a:latin typeface="+mn-lt"/>
          <a:ea typeface="+mn-ea"/>
          <a:cs typeface="+mn-cs"/>
        </a:defRPr>
      </a:lvl2pPr>
      <a:lvl3pPr marL="839790" indent="-270900" algn="l" defTabSz="1354501" rtl="0" eaLnBrk="1" latinLnBrk="0" hangingPunct="1">
        <a:lnSpc>
          <a:spcPct val="90000"/>
        </a:lnSpc>
        <a:spcBef>
          <a:spcPts val="296"/>
        </a:spcBef>
        <a:spcAft>
          <a:spcPts val="593"/>
        </a:spcAft>
        <a:buClr>
          <a:schemeClr val="accent1"/>
        </a:buClr>
        <a:buFont typeface="Calibri" pitchFamily="34" charset="0"/>
        <a:buChar char="◦"/>
        <a:defRPr sz="2074" kern="1200">
          <a:solidFill>
            <a:schemeClr val="tx1">
              <a:lumMod val="75000"/>
              <a:lumOff val="25000"/>
            </a:schemeClr>
          </a:solidFill>
          <a:latin typeface="+mn-lt"/>
          <a:ea typeface="+mn-ea"/>
          <a:cs typeface="+mn-cs"/>
        </a:defRPr>
      </a:lvl3pPr>
      <a:lvl4pPr marL="1110691" indent="-270900" algn="l" defTabSz="1354501" rtl="0" eaLnBrk="1" latinLnBrk="0" hangingPunct="1">
        <a:lnSpc>
          <a:spcPct val="90000"/>
        </a:lnSpc>
        <a:spcBef>
          <a:spcPts val="296"/>
        </a:spcBef>
        <a:spcAft>
          <a:spcPts val="593"/>
        </a:spcAft>
        <a:buClr>
          <a:schemeClr val="accent1"/>
        </a:buClr>
        <a:buFont typeface="Calibri" pitchFamily="34" charset="0"/>
        <a:buChar char="◦"/>
        <a:defRPr sz="2074" kern="1200">
          <a:solidFill>
            <a:schemeClr val="tx1">
              <a:lumMod val="75000"/>
              <a:lumOff val="25000"/>
            </a:schemeClr>
          </a:solidFill>
          <a:latin typeface="+mn-lt"/>
          <a:ea typeface="+mn-ea"/>
          <a:cs typeface="+mn-cs"/>
        </a:defRPr>
      </a:lvl4pPr>
      <a:lvl5pPr marL="1381591" indent="-270900" algn="l" defTabSz="1354501" rtl="0" eaLnBrk="1" latinLnBrk="0" hangingPunct="1">
        <a:lnSpc>
          <a:spcPct val="90000"/>
        </a:lnSpc>
        <a:spcBef>
          <a:spcPts val="296"/>
        </a:spcBef>
        <a:spcAft>
          <a:spcPts val="593"/>
        </a:spcAft>
        <a:buClr>
          <a:schemeClr val="accent1"/>
        </a:buClr>
        <a:buFont typeface="Calibri" pitchFamily="34" charset="0"/>
        <a:buChar char="◦"/>
        <a:defRPr sz="2074" kern="1200">
          <a:solidFill>
            <a:schemeClr val="tx1">
              <a:lumMod val="75000"/>
              <a:lumOff val="25000"/>
            </a:schemeClr>
          </a:solidFill>
          <a:latin typeface="+mn-lt"/>
          <a:ea typeface="+mn-ea"/>
          <a:cs typeface="+mn-cs"/>
        </a:defRPr>
      </a:lvl5pPr>
      <a:lvl6pPr marL="1629430" indent="-338625" algn="l" defTabSz="1354501" rtl="0" eaLnBrk="1" latinLnBrk="0" hangingPunct="1">
        <a:lnSpc>
          <a:spcPct val="90000"/>
        </a:lnSpc>
        <a:spcBef>
          <a:spcPts val="296"/>
        </a:spcBef>
        <a:spcAft>
          <a:spcPts val="593"/>
        </a:spcAft>
        <a:buClr>
          <a:schemeClr val="accent1"/>
        </a:buClr>
        <a:buFont typeface="Calibri" pitchFamily="34" charset="0"/>
        <a:buChar char="◦"/>
        <a:defRPr sz="2074" kern="1200">
          <a:solidFill>
            <a:schemeClr val="tx1">
              <a:lumMod val="75000"/>
              <a:lumOff val="25000"/>
            </a:schemeClr>
          </a:solidFill>
          <a:latin typeface="+mn-lt"/>
          <a:ea typeface="+mn-ea"/>
          <a:cs typeface="+mn-cs"/>
        </a:defRPr>
      </a:lvl6pPr>
      <a:lvl7pPr marL="1925690" indent="-338625" algn="l" defTabSz="1354501" rtl="0" eaLnBrk="1" latinLnBrk="0" hangingPunct="1">
        <a:lnSpc>
          <a:spcPct val="90000"/>
        </a:lnSpc>
        <a:spcBef>
          <a:spcPts val="296"/>
        </a:spcBef>
        <a:spcAft>
          <a:spcPts val="593"/>
        </a:spcAft>
        <a:buClr>
          <a:schemeClr val="accent1"/>
        </a:buClr>
        <a:buFont typeface="Calibri" pitchFamily="34" charset="0"/>
        <a:buChar char="◦"/>
        <a:defRPr sz="2074" kern="1200">
          <a:solidFill>
            <a:schemeClr val="tx1">
              <a:lumMod val="75000"/>
              <a:lumOff val="25000"/>
            </a:schemeClr>
          </a:solidFill>
          <a:latin typeface="+mn-lt"/>
          <a:ea typeface="+mn-ea"/>
          <a:cs typeface="+mn-cs"/>
        </a:defRPr>
      </a:lvl7pPr>
      <a:lvl8pPr marL="2221950" indent="-338625" algn="l" defTabSz="1354501" rtl="0" eaLnBrk="1" latinLnBrk="0" hangingPunct="1">
        <a:lnSpc>
          <a:spcPct val="90000"/>
        </a:lnSpc>
        <a:spcBef>
          <a:spcPts val="296"/>
        </a:spcBef>
        <a:spcAft>
          <a:spcPts val="593"/>
        </a:spcAft>
        <a:buClr>
          <a:schemeClr val="accent1"/>
        </a:buClr>
        <a:buFont typeface="Calibri" pitchFamily="34" charset="0"/>
        <a:buChar char="◦"/>
        <a:defRPr sz="2074" kern="1200">
          <a:solidFill>
            <a:schemeClr val="tx1">
              <a:lumMod val="75000"/>
              <a:lumOff val="25000"/>
            </a:schemeClr>
          </a:solidFill>
          <a:latin typeface="+mn-lt"/>
          <a:ea typeface="+mn-ea"/>
          <a:cs typeface="+mn-cs"/>
        </a:defRPr>
      </a:lvl8pPr>
      <a:lvl9pPr marL="2518210" indent="-338625" algn="l" defTabSz="1354501" rtl="0" eaLnBrk="1" latinLnBrk="0" hangingPunct="1">
        <a:lnSpc>
          <a:spcPct val="90000"/>
        </a:lnSpc>
        <a:spcBef>
          <a:spcPts val="296"/>
        </a:spcBef>
        <a:spcAft>
          <a:spcPts val="593"/>
        </a:spcAft>
        <a:buClr>
          <a:schemeClr val="accent1"/>
        </a:buClr>
        <a:buFont typeface="Calibri" pitchFamily="34" charset="0"/>
        <a:buChar char="◦"/>
        <a:defRPr sz="2074" kern="1200">
          <a:solidFill>
            <a:schemeClr val="tx1">
              <a:lumMod val="75000"/>
              <a:lumOff val="25000"/>
            </a:schemeClr>
          </a:solidFill>
          <a:latin typeface="+mn-lt"/>
          <a:ea typeface="+mn-ea"/>
          <a:cs typeface="+mn-cs"/>
        </a:defRPr>
      </a:lvl9pPr>
    </p:bodyStyle>
    <p:otherStyle>
      <a:defPPr>
        <a:defRPr lang="en-US"/>
      </a:defPPr>
      <a:lvl1pPr marL="0" algn="l" defTabSz="1354501" rtl="0" eaLnBrk="1" latinLnBrk="0" hangingPunct="1">
        <a:defRPr sz="2666" kern="1200">
          <a:solidFill>
            <a:schemeClr val="tx1"/>
          </a:solidFill>
          <a:latin typeface="+mn-lt"/>
          <a:ea typeface="+mn-ea"/>
          <a:cs typeface="+mn-cs"/>
        </a:defRPr>
      </a:lvl1pPr>
      <a:lvl2pPr marL="677250" algn="l" defTabSz="1354501" rtl="0" eaLnBrk="1" latinLnBrk="0" hangingPunct="1">
        <a:defRPr sz="2666" kern="1200">
          <a:solidFill>
            <a:schemeClr val="tx1"/>
          </a:solidFill>
          <a:latin typeface="+mn-lt"/>
          <a:ea typeface="+mn-ea"/>
          <a:cs typeface="+mn-cs"/>
        </a:defRPr>
      </a:lvl2pPr>
      <a:lvl3pPr marL="1354501" algn="l" defTabSz="1354501" rtl="0" eaLnBrk="1" latinLnBrk="0" hangingPunct="1">
        <a:defRPr sz="2666" kern="1200">
          <a:solidFill>
            <a:schemeClr val="tx1"/>
          </a:solidFill>
          <a:latin typeface="+mn-lt"/>
          <a:ea typeface="+mn-ea"/>
          <a:cs typeface="+mn-cs"/>
        </a:defRPr>
      </a:lvl3pPr>
      <a:lvl4pPr marL="2031751" algn="l" defTabSz="1354501" rtl="0" eaLnBrk="1" latinLnBrk="0" hangingPunct="1">
        <a:defRPr sz="2666" kern="1200">
          <a:solidFill>
            <a:schemeClr val="tx1"/>
          </a:solidFill>
          <a:latin typeface="+mn-lt"/>
          <a:ea typeface="+mn-ea"/>
          <a:cs typeface="+mn-cs"/>
        </a:defRPr>
      </a:lvl4pPr>
      <a:lvl5pPr marL="2709001" algn="l" defTabSz="1354501" rtl="0" eaLnBrk="1" latinLnBrk="0" hangingPunct="1">
        <a:defRPr sz="2666" kern="1200">
          <a:solidFill>
            <a:schemeClr val="tx1"/>
          </a:solidFill>
          <a:latin typeface="+mn-lt"/>
          <a:ea typeface="+mn-ea"/>
          <a:cs typeface="+mn-cs"/>
        </a:defRPr>
      </a:lvl5pPr>
      <a:lvl6pPr marL="3386252" algn="l" defTabSz="1354501" rtl="0" eaLnBrk="1" latinLnBrk="0" hangingPunct="1">
        <a:defRPr sz="2666" kern="1200">
          <a:solidFill>
            <a:schemeClr val="tx1"/>
          </a:solidFill>
          <a:latin typeface="+mn-lt"/>
          <a:ea typeface="+mn-ea"/>
          <a:cs typeface="+mn-cs"/>
        </a:defRPr>
      </a:lvl6pPr>
      <a:lvl7pPr marL="4063502" algn="l" defTabSz="1354501" rtl="0" eaLnBrk="1" latinLnBrk="0" hangingPunct="1">
        <a:defRPr sz="2666" kern="1200">
          <a:solidFill>
            <a:schemeClr val="tx1"/>
          </a:solidFill>
          <a:latin typeface="+mn-lt"/>
          <a:ea typeface="+mn-ea"/>
          <a:cs typeface="+mn-cs"/>
        </a:defRPr>
      </a:lvl7pPr>
      <a:lvl8pPr marL="4740753" algn="l" defTabSz="1354501" rtl="0" eaLnBrk="1" latinLnBrk="0" hangingPunct="1">
        <a:defRPr sz="2666" kern="1200">
          <a:solidFill>
            <a:schemeClr val="tx1"/>
          </a:solidFill>
          <a:latin typeface="+mn-lt"/>
          <a:ea typeface="+mn-ea"/>
          <a:cs typeface="+mn-cs"/>
        </a:defRPr>
      </a:lvl8pPr>
      <a:lvl9pPr marL="5418003" algn="l" defTabSz="1354501" rtl="0" eaLnBrk="1" latinLnBrk="0" hangingPunct="1">
        <a:defRPr sz="266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6" Type="http://schemas.openxmlformats.org/officeDocument/2006/relationships/customXml" Target="../ink/ink12.xml"/><Relationship Id="rId117" Type="http://schemas.openxmlformats.org/officeDocument/2006/relationships/image" Target="../media/image513.png"/><Relationship Id="rId21" Type="http://schemas.openxmlformats.org/officeDocument/2006/relationships/image" Target="../media/image465.png"/><Relationship Id="rId42" Type="http://schemas.openxmlformats.org/officeDocument/2006/relationships/customXml" Target="../ink/ink20.xml"/><Relationship Id="rId47" Type="http://schemas.openxmlformats.org/officeDocument/2006/relationships/image" Target="../media/image478.png"/><Relationship Id="rId63" Type="http://schemas.openxmlformats.org/officeDocument/2006/relationships/image" Target="../media/image486.png"/><Relationship Id="rId68" Type="http://schemas.openxmlformats.org/officeDocument/2006/relationships/customXml" Target="../ink/ink33.xml"/><Relationship Id="rId84" Type="http://schemas.openxmlformats.org/officeDocument/2006/relationships/customXml" Target="../ink/ink41.xml"/><Relationship Id="rId89" Type="http://schemas.openxmlformats.org/officeDocument/2006/relationships/image" Target="../media/image499.png"/><Relationship Id="rId112" Type="http://schemas.openxmlformats.org/officeDocument/2006/relationships/customXml" Target="../ink/ink55.xml"/><Relationship Id="rId133" Type="http://schemas.openxmlformats.org/officeDocument/2006/relationships/image" Target="../media/image521.png"/><Relationship Id="rId138" Type="http://schemas.openxmlformats.org/officeDocument/2006/relationships/customXml" Target="../ink/ink68.xml"/><Relationship Id="rId154" Type="http://schemas.openxmlformats.org/officeDocument/2006/relationships/customXml" Target="../ink/ink76.xml"/><Relationship Id="rId159" Type="http://schemas.openxmlformats.org/officeDocument/2006/relationships/image" Target="../media/image534.png"/><Relationship Id="rId175" Type="http://schemas.openxmlformats.org/officeDocument/2006/relationships/image" Target="../media/image542.png"/><Relationship Id="rId170" Type="http://schemas.openxmlformats.org/officeDocument/2006/relationships/customXml" Target="../ink/ink84.xml"/><Relationship Id="rId16" Type="http://schemas.openxmlformats.org/officeDocument/2006/relationships/customXml" Target="../ink/ink7.xml"/><Relationship Id="rId107" Type="http://schemas.openxmlformats.org/officeDocument/2006/relationships/image" Target="../media/image508.png"/><Relationship Id="rId11" Type="http://schemas.openxmlformats.org/officeDocument/2006/relationships/image" Target="../media/image460.png"/><Relationship Id="rId32" Type="http://schemas.openxmlformats.org/officeDocument/2006/relationships/customXml" Target="../ink/ink15.xml"/><Relationship Id="rId37" Type="http://schemas.openxmlformats.org/officeDocument/2006/relationships/image" Target="../media/image473.png"/><Relationship Id="rId53" Type="http://schemas.openxmlformats.org/officeDocument/2006/relationships/image" Target="../media/image481.png"/><Relationship Id="rId58" Type="http://schemas.openxmlformats.org/officeDocument/2006/relationships/customXml" Target="../ink/ink28.xml"/><Relationship Id="rId74" Type="http://schemas.openxmlformats.org/officeDocument/2006/relationships/customXml" Target="../ink/ink36.xml"/><Relationship Id="rId79" Type="http://schemas.openxmlformats.org/officeDocument/2006/relationships/image" Target="../media/image494.png"/><Relationship Id="rId102" Type="http://schemas.openxmlformats.org/officeDocument/2006/relationships/customXml" Target="../ink/ink50.xml"/><Relationship Id="rId123" Type="http://schemas.openxmlformats.org/officeDocument/2006/relationships/image" Target="../media/image516.png"/><Relationship Id="rId128" Type="http://schemas.openxmlformats.org/officeDocument/2006/relationships/customXml" Target="../ink/ink63.xml"/><Relationship Id="rId144" Type="http://schemas.openxmlformats.org/officeDocument/2006/relationships/customXml" Target="../ink/ink71.xml"/><Relationship Id="rId149" Type="http://schemas.openxmlformats.org/officeDocument/2006/relationships/image" Target="../media/image529.png"/><Relationship Id="rId5" Type="http://schemas.openxmlformats.org/officeDocument/2006/relationships/image" Target="../media/image457.png"/><Relationship Id="rId90" Type="http://schemas.openxmlformats.org/officeDocument/2006/relationships/customXml" Target="../ink/ink44.xml"/><Relationship Id="rId95" Type="http://schemas.openxmlformats.org/officeDocument/2006/relationships/image" Target="../media/image502.png"/><Relationship Id="rId160" Type="http://schemas.openxmlformats.org/officeDocument/2006/relationships/customXml" Target="../ink/ink79.xml"/><Relationship Id="rId165" Type="http://schemas.openxmlformats.org/officeDocument/2006/relationships/image" Target="../media/image537.png"/><Relationship Id="rId22" Type="http://schemas.openxmlformats.org/officeDocument/2006/relationships/customXml" Target="../ink/ink10.xml"/><Relationship Id="rId27" Type="http://schemas.openxmlformats.org/officeDocument/2006/relationships/image" Target="../media/image468.png"/><Relationship Id="rId43" Type="http://schemas.openxmlformats.org/officeDocument/2006/relationships/image" Target="../media/image476.png"/><Relationship Id="rId48" Type="http://schemas.openxmlformats.org/officeDocument/2006/relationships/customXml" Target="../ink/ink23.xml"/><Relationship Id="rId64" Type="http://schemas.openxmlformats.org/officeDocument/2006/relationships/customXml" Target="../ink/ink31.xml"/><Relationship Id="rId69" Type="http://schemas.openxmlformats.org/officeDocument/2006/relationships/image" Target="../media/image489.png"/><Relationship Id="rId113" Type="http://schemas.openxmlformats.org/officeDocument/2006/relationships/image" Target="../media/image511.png"/><Relationship Id="rId118" Type="http://schemas.openxmlformats.org/officeDocument/2006/relationships/customXml" Target="../ink/ink58.xml"/><Relationship Id="rId134" Type="http://schemas.openxmlformats.org/officeDocument/2006/relationships/customXml" Target="../ink/ink66.xml"/><Relationship Id="rId139" Type="http://schemas.openxmlformats.org/officeDocument/2006/relationships/image" Target="../media/image524.png"/><Relationship Id="rId80" Type="http://schemas.openxmlformats.org/officeDocument/2006/relationships/customXml" Target="../ink/ink39.xml"/><Relationship Id="rId85" Type="http://schemas.openxmlformats.org/officeDocument/2006/relationships/image" Target="../media/image497.png"/><Relationship Id="rId150" Type="http://schemas.openxmlformats.org/officeDocument/2006/relationships/customXml" Target="../ink/ink74.xml"/><Relationship Id="rId155" Type="http://schemas.openxmlformats.org/officeDocument/2006/relationships/image" Target="../media/image532.png"/><Relationship Id="rId171" Type="http://schemas.openxmlformats.org/officeDocument/2006/relationships/image" Target="../media/image540.png"/><Relationship Id="rId176" Type="http://schemas.openxmlformats.org/officeDocument/2006/relationships/customXml" Target="../ink/ink87.xml"/><Relationship Id="rId12" Type="http://schemas.openxmlformats.org/officeDocument/2006/relationships/customXml" Target="../ink/ink5.xml"/><Relationship Id="rId17" Type="http://schemas.openxmlformats.org/officeDocument/2006/relationships/image" Target="../media/image463.png"/><Relationship Id="rId33" Type="http://schemas.openxmlformats.org/officeDocument/2006/relationships/image" Target="../media/image471.png"/><Relationship Id="rId38" Type="http://schemas.openxmlformats.org/officeDocument/2006/relationships/customXml" Target="../ink/ink18.xml"/><Relationship Id="rId59" Type="http://schemas.openxmlformats.org/officeDocument/2006/relationships/image" Target="../media/image484.png"/><Relationship Id="rId103" Type="http://schemas.openxmlformats.org/officeDocument/2006/relationships/image" Target="../media/image506.png"/><Relationship Id="rId108" Type="http://schemas.openxmlformats.org/officeDocument/2006/relationships/customXml" Target="../ink/ink53.xml"/><Relationship Id="rId124" Type="http://schemas.openxmlformats.org/officeDocument/2006/relationships/customXml" Target="../ink/ink61.xml"/><Relationship Id="rId129" Type="http://schemas.openxmlformats.org/officeDocument/2006/relationships/image" Target="../media/image519.png"/><Relationship Id="rId54" Type="http://schemas.openxmlformats.org/officeDocument/2006/relationships/customXml" Target="../ink/ink26.xml"/><Relationship Id="rId70" Type="http://schemas.openxmlformats.org/officeDocument/2006/relationships/customXml" Target="../ink/ink34.xml"/><Relationship Id="rId75" Type="http://schemas.openxmlformats.org/officeDocument/2006/relationships/image" Target="../media/image492.png"/><Relationship Id="rId91" Type="http://schemas.openxmlformats.org/officeDocument/2006/relationships/image" Target="../media/image500.png"/><Relationship Id="rId96" Type="http://schemas.openxmlformats.org/officeDocument/2006/relationships/customXml" Target="../ink/ink47.xml"/><Relationship Id="rId140" Type="http://schemas.openxmlformats.org/officeDocument/2006/relationships/customXml" Target="../ink/ink69.xml"/><Relationship Id="rId145" Type="http://schemas.openxmlformats.org/officeDocument/2006/relationships/image" Target="../media/image527.png"/><Relationship Id="rId161" Type="http://schemas.openxmlformats.org/officeDocument/2006/relationships/image" Target="../media/image535.png"/><Relationship Id="rId166" Type="http://schemas.openxmlformats.org/officeDocument/2006/relationships/customXml" Target="../ink/ink82.xml"/><Relationship Id="rId1" Type="http://schemas.openxmlformats.org/officeDocument/2006/relationships/slideLayout" Target="../slideLayouts/slideLayout8.xml"/><Relationship Id="rId6" Type="http://schemas.openxmlformats.org/officeDocument/2006/relationships/customXml" Target="../ink/ink2.xml"/><Relationship Id="rId23" Type="http://schemas.openxmlformats.org/officeDocument/2006/relationships/image" Target="../media/image466.png"/><Relationship Id="rId28" Type="http://schemas.openxmlformats.org/officeDocument/2006/relationships/customXml" Target="../ink/ink13.xml"/><Relationship Id="rId49" Type="http://schemas.openxmlformats.org/officeDocument/2006/relationships/image" Target="../media/image479.png"/><Relationship Id="rId114" Type="http://schemas.openxmlformats.org/officeDocument/2006/relationships/customXml" Target="../ink/ink56.xml"/><Relationship Id="rId119" Type="http://schemas.openxmlformats.org/officeDocument/2006/relationships/image" Target="../media/image514.png"/><Relationship Id="rId10" Type="http://schemas.openxmlformats.org/officeDocument/2006/relationships/customXml" Target="../ink/ink4.xml"/><Relationship Id="rId31" Type="http://schemas.openxmlformats.org/officeDocument/2006/relationships/image" Target="../media/image470.png"/><Relationship Id="rId44" Type="http://schemas.openxmlformats.org/officeDocument/2006/relationships/customXml" Target="../ink/ink21.xml"/><Relationship Id="rId52" Type="http://schemas.openxmlformats.org/officeDocument/2006/relationships/customXml" Target="../ink/ink25.xml"/><Relationship Id="rId60" Type="http://schemas.openxmlformats.org/officeDocument/2006/relationships/customXml" Target="../ink/ink29.xml"/><Relationship Id="rId65" Type="http://schemas.openxmlformats.org/officeDocument/2006/relationships/image" Target="../media/image487.png"/><Relationship Id="rId73" Type="http://schemas.openxmlformats.org/officeDocument/2006/relationships/image" Target="../media/image491.png"/><Relationship Id="rId78" Type="http://schemas.openxmlformats.org/officeDocument/2006/relationships/customXml" Target="../ink/ink38.xml"/><Relationship Id="rId81" Type="http://schemas.openxmlformats.org/officeDocument/2006/relationships/image" Target="../media/image495.png"/><Relationship Id="rId86" Type="http://schemas.openxmlformats.org/officeDocument/2006/relationships/customXml" Target="../ink/ink42.xml"/><Relationship Id="rId94" Type="http://schemas.openxmlformats.org/officeDocument/2006/relationships/customXml" Target="../ink/ink46.xml"/><Relationship Id="rId99" Type="http://schemas.openxmlformats.org/officeDocument/2006/relationships/image" Target="../media/image504.png"/><Relationship Id="rId101" Type="http://schemas.openxmlformats.org/officeDocument/2006/relationships/image" Target="../media/image505.png"/><Relationship Id="rId122" Type="http://schemas.openxmlformats.org/officeDocument/2006/relationships/customXml" Target="../ink/ink60.xml"/><Relationship Id="rId130" Type="http://schemas.openxmlformats.org/officeDocument/2006/relationships/customXml" Target="../ink/ink64.xml"/><Relationship Id="rId135" Type="http://schemas.openxmlformats.org/officeDocument/2006/relationships/image" Target="../media/image522.png"/><Relationship Id="rId143" Type="http://schemas.openxmlformats.org/officeDocument/2006/relationships/image" Target="../media/image526.png"/><Relationship Id="rId148" Type="http://schemas.openxmlformats.org/officeDocument/2006/relationships/customXml" Target="../ink/ink73.xml"/><Relationship Id="rId151" Type="http://schemas.openxmlformats.org/officeDocument/2006/relationships/image" Target="../media/image530.png"/><Relationship Id="rId156" Type="http://schemas.openxmlformats.org/officeDocument/2006/relationships/customXml" Target="../ink/ink77.xml"/><Relationship Id="rId164" Type="http://schemas.openxmlformats.org/officeDocument/2006/relationships/customXml" Target="../ink/ink81.xml"/><Relationship Id="rId169" Type="http://schemas.openxmlformats.org/officeDocument/2006/relationships/image" Target="../media/image539.png"/><Relationship Id="rId177" Type="http://schemas.openxmlformats.org/officeDocument/2006/relationships/image" Target="../media/image543.png"/><Relationship Id="rId4" Type="http://schemas.openxmlformats.org/officeDocument/2006/relationships/customXml" Target="../ink/ink1.xml"/><Relationship Id="rId9" Type="http://schemas.openxmlformats.org/officeDocument/2006/relationships/image" Target="../media/image459.png"/><Relationship Id="rId172" Type="http://schemas.openxmlformats.org/officeDocument/2006/relationships/customXml" Target="../ink/ink85.xml"/><Relationship Id="rId13" Type="http://schemas.openxmlformats.org/officeDocument/2006/relationships/image" Target="../media/image461.png"/><Relationship Id="rId18" Type="http://schemas.openxmlformats.org/officeDocument/2006/relationships/customXml" Target="../ink/ink8.xml"/><Relationship Id="rId39" Type="http://schemas.openxmlformats.org/officeDocument/2006/relationships/image" Target="../media/image474.png"/><Relationship Id="rId109" Type="http://schemas.openxmlformats.org/officeDocument/2006/relationships/image" Target="../media/image509.png"/><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482.png"/><Relationship Id="rId76" Type="http://schemas.openxmlformats.org/officeDocument/2006/relationships/customXml" Target="../ink/ink37.xml"/><Relationship Id="rId97" Type="http://schemas.openxmlformats.org/officeDocument/2006/relationships/image" Target="../media/image503.png"/><Relationship Id="rId104" Type="http://schemas.openxmlformats.org/officeDocument/2006/relationships/customXml" Target="../ink/ink51.xml"/><Relationship Id="rId120" Type="http://schemas.openxmlformats.org/officeDocument/2006/relationships/customXml" Target="../ink/ink59.xml"/><Relationship Id="rId125" Type="http://schemas.openxmlformats.org/officeDocument/2006/relationships/image" Target="../media/image517.png"/><Relationship Id="rId141" Type="http://schemas.openxmlformats.org/officeDocument/2006/relationships/image" Target="../media/image525.png"/><Relationship Id="rId146" Type="http://schemas.openxmlformats.org/officeDocument/2006/relationships/customXml" Target="../ink/ink72.xml"/><Relationship Id="rId167" Type="http://schemas.openxmlformats.org/officeDocument/2006/relationships/image" Target="../media/image538.png"/><Relationship Id="rId7" Type="http://schemas.openxmlformats.org/officeDocument/2006/relationships/image" Target="../media/image458.png"/><Relationship Id="rId71" Type="http://schemas.openxmlformats.org/officeDocument/2006/relationships/image" Target="../media/image490.png"/><Relationship Id="rId92" Type="http://schemas.openxmlformats.org/officeDocument/2006/relationships/customXml" Target="../ink/ink45.xml"/><Relationship Id="rId162" Type="http://schemas.openxmlformats.org/officeDocument/2006/relationships/customXml" Target="../ink/ink80.xml"/><Relationship Id="rId2" Type="http://schemas.openxmlformats.org/officeDocument/2006/relationships/notesSlide" Target="../notesSlides/notesSlide4.xml"/><Relationship Id="rId29" Type="http://schemas.openxmlformats.org/officeDocument/2006/relationships/image" Target="../media/image469.png"/><Relationship Id="rId24" Type="http://schemas.openxmlformats.org/officeDocument/2006/relationships/customXml" Target="../ink/ink11.xml"/><Relationship Id="rId40" Type="http://schemas.openxmlformats.org/officeDocument/2006/relationships/customXml" Target="../ink/ink19.xml"/><Relationship Id="rId45" Type="http://schemas.openxmlformats.org/officeDocument/2006/relationships/image" Target="../media/image477.png"/><Relationship Id="rId66" Type="http://schemas.openxmlformats.org/officeDocument/2006/relationships/customXml" Target="../ink/ink32.xml"/><Relationship Id="rId87" Type="http://schemas.openxmlformats.org/officeDocument/2006/relationships/image" Target="../media/image498.png"/><Relationship Id="rId110" Type="http://schemas.openxmlformats.org/officeDocument/2006/relationships/customXml" Target="../ink/ink54.xml"/><Relationship Id="rId115" Type="http://schemas.openxmlformats.org/officeDocument/2006/relationships/image" Target="../media/image512.png"/><Relationship Id="rId131" Type="http://schemas.openxmlformats.org/officeDocument/2006/relationships/image" Target="../media/image520.png"/><Relationship Id="rId136" Type="http://schemas.openxmlformats.org/officeDocument/2006/relationships/customXml" Target="../ink/ink67.xml"/><Relationship Id="rId157" Type="http://schemas.openxmlformats.org/officeDocument/2006/relationships/image" Target="../media/image533.png"/><Relationship Id="rId178" Type="http://schemas.openxmlformats.org/officeDocument/2006/relationships/customXml" Target="../ink/ink88.xml"/><Relationship Id="rId61" Type="http://schemas.openxmlformats.org/officeDocument/2006/relationships/image" Target="../media/image485.png"/><Relationship Id="rId82" Type="http://schemas.openxmlformats.org/officeDocument/2006/relationships/customXml" Target="../ink/ink40.xml"/><Relationship Id="rId152" Type="http://schemas.openxmlformats.org/officeDocument/2006/relationships/customXml" Target="../ink/ink75.xml"/><Relationship Id="rId173" Type="http://schemas.openxmlformats.org/officeDocument/2006/relationships/image" Target="../media/image541.png"/><Relationship Id="rId19" Type="http://schemas.openxmlformats.org/officeDocument/2006/relationships/image" Target="../media/image464.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472.png"/><Relationship Id="rId56" Type="http://schemas.openxmlformats.org/officeDocument/2006/relationships/customXml" Target="../ink/ink27.xml"/><Relationship Id="rId77" Type="http://schemas.openxmlformats.org/officeDocument/2006/relationships/image" Target="../media/image493.png"/><Relationship Id="rId100" Type="http://schemas.openxmlformats.org/officeDocument/2006/relationships/customXml" Target="../ink/ink49.xml"/><Relationship Id="rId105" Type="http://schemas.openxmlformats.org/officeDocument/2006/relationships/image" Target="../media/image507.png"/><Relationship Id="rId126" Type="http://schemas.openxmlformats.org/officeDocument/2006/relationships/customXml" Target="../ink/ink62.xml"/><Relationship Id="rId147" Type="http://schemas.openxmlformats.org/officeDocument/2006/relationships/image" Target="../media/image528.png"/><Relationship Id="rId168" Type="http://schemas.openxmlformats.org/officeDocument/2006/relationships/customXml" Target="../ink/ink83.xml"/><Relationship Id="rId8" Type="http://schemas.openxmlformats.org/officeDocument/2006/relationships/customXml" Target="../ink/ink3.xml"/><Relationship Id="rId51" Type="http://schemas.openxmlformats.org/officeDocument/2006/relationships/image" Target="../media/image480.png"/><Relationship Id="rId72" Type="http://schemas.openxmlformats.org/officeDocument/2006/relationships/customXml" Target="../ink/ink35.xml"/><Relationship Id="rId93" Type="http://schemas.openxmlformats.org/officeDocument/2006/relationships/image" Target="../media/image501.png"/><Relationship Id="rId98" Type="http://schemas.openxmlformats.org/officeDocument/2006/relationships/customXml" Target="../ink/ink48.xml"/><Relationship Id="rId121" Type="http://schemas.openxmlformats.org/officeDocument/2006/relationships/image" Target="../media/image515.png"/><Relationship Id="rId142" Type="http://schemas.openxmlformats.org/officeDocument/2006/relationships/customXml" Target="../ink/ink70.xml"/><Relationship Id="rId163" Type="http://schemas.openxmlformats.org/officeDocument/2006/relationships/image" Target="../media/image536.png"/><Relationship Id="rId3" Type="http://schemas.openxmlformats.org/officeDocument/2006/relationships/image" Target="../media/image2.jpg"/><Relationship Id="rId25" Type="http://schemas.openxmlformats.org/officeDocument/2006/relationships/image" Target="../media/image467.png"/><Relationship Id="rId46" Type="http://schemas.openxmlformats.org/officeDocument/2006/relationships/customXml" Target="../ink/ink22.xml"/><Relationship Id="rId67" Type="http://schemas.openxmlformats.org/officeDocument/2006/relationships/image" Target="../media/image488.png"/><Relationship Id="rId116" Type="http://schemas.openxmlformats.org/officeDocument/2006/relationships/customXml" Target="../ink/ink57.xml"/><Relationship Id="rId137" Type="http://schemas.openxmlformats.org/officeDocument/2006/relationships/image" Target="../media/image523.png"/><Relationship Id="rId158" Type="http://schemas.openxmlformats.org/officeDocument/2006/relationships/customXml" Target="../ink/ink78.xml"/><Relationship Id="rId20" Type="http://schemas.openxmlformats.org/officeDocument/2006/relationships/customXml" Target="../ink/ink9.xml"/><Relationship Id="rId41" Type="http://schemas.openxmlformats.org/officeDocument/2006/relationships/image" Target="../media/image475.png"/><Relationship Id="rId62" Type="http://schemas.openxmlformats.org/officeDocument/2006/relationships/customXml" Target="../ink/ink30.xml"/><Relationship Id="rId83" Type="http://schemas.openxmlformats.org/officeDocument/2006/relationships/image" Target="../media/image496.png"/><Relationship Id="rId88" Type="http://schemas.openxmlformats.org/officeDocument/2006/relationships/customXml" Target="../ink/ink43.xml"/><Relationship Id="rId111" Type="http://schemas.openxmlformats.org/officeDocument/2006/relationships/image" Target="../media/image510.png"/><Relationship Id="rId132" Type="http://schemas.openxmlformats.org/officeDocument/2006/relationships/customXml" Target="../ink/ink65.xml"/><Relationship Id="rId153" Type="http://schemas.openxmlformats.org/officeDocument/2006/relationships/image" Target="../media/image531.png"/><Relationship Id="rId174" Type="http://schemas.openxmlformats.org/officeDocument/2006/relationships/customXml" Target="../ink/ink86.xml"/><Relationship Id="rId179" Type="http://schemas.openxmlformats.org/officeDocument/2006/relationships/image" Target="../media/image544.png"/><Relationship Id="rId15" Type="http://schemas.openxmlformats.org/officeDocument/2006/relationships/image" Target="../media/image462.png"/><Relationship Id="rId36" Type="http://schemas.openxmlformats.org/officeDocument/2006/relationships/customXml" Target="../ink/ink17.xml"/><Relationship Id="rId57" Type="http://schemas.openxmlformats.org/officeDocument/2006/relationships/image" Target="../media/image483.png"/><Relationship Id="rId106" Type="http://schemas.openxmlformats.org/officeDocument/2006/relationships/customXml" Target="../ink/ink52.xml"/><Relationship Id="rId127" Type="http://schemas.openxmlformats.org/officeDocument/2006/relationships/image" Target="../media/image51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D731C3-69DD-D900-B5EF-1FB3B8332823}"/>
              </a:ext>
            </a:extLst>
          </p:cNvPr>
          <p:cNvSpPr txBox="1"/>
          <p:nvPr/>
        </p:nvSpPr>
        <p:spPr>
          <a:xfrm>
            <a:off x="3390900" y="2870200"/>
            <a:ext cx="11049000" cy="2769989"/>
          </a:xfrm>
          <a:prstGeom prst="rect">
            <a:avLst/>
          </a:prstGeom>
          <a:noFill/>
        </p:spPr>
        <p:txBody>
          <a:bodyPr wrap="square" rtlCol="0">
            <a:spAutoFit/>
          </a:bodyPr>
          <a:lstStyle/>
          <a:p>
            <a:r>
              <a:rPr lang="en-MY" sz="7200" b="1" dirty="0"/>
              <a:t>Introduction to Data Science</a:t>
            </a:r>
          </a:p>
          <a:p>
            <a:endParaRPr lang="en-MY" dirty="0"/>
          </a:p>
          <a:p>
            <a:endParaRPr lang="en-MY" dirty="0"/>
          </a:p>
          <a:p>
            <a:endParaRPr lang="en-MY" dirty="0"/>
          </a:p>
          <a:p>
            <a:pPr algn="ctr"/>
            <a:r>
              <a:rPr lang="en-MY" sz="4800" dirty="0"/>
              <a:t>Exploratory Data Analysis Part 2</a:t>
            </a:r>
          </a:p>
        </p:txBody>
      </p:sp>
    </p:spTree>
    <p:extLst>
      <p:ext uri="{BB962C8B-B14F-4D97-AF65-F5344CB8AC3E}">
        <p14:creationId xmlns:p14="http://schemas.microsoft.com/office/powerpoint/2010/main" val="3658075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68C92-FB24-89C2-BD32-085A6637806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654940-DBB7-7B25-87CB-BCEC0AD002A3}"/>
              </a:ext>
            </a:extLst>
          </p:cNvPr>
          <p:cNvSpPr txBox="1"/>
          <p:nvPr/>
        </p:nvSpPr>
        <p:spPr>
          <a:xfrm>
            <a:off x="571500" y="801906"/>
            <a:ext cx="9753600" cy="8556188"/>
          </a:xfrm>
          <a:prstGeom prst="rect">
            <a:avLst/>
          </a:prstGeom>
          <a:noFill/>
        </p:spPr>
        <p:txBody>
          <a:bodyPr wrap="square" rtlCol="0">
            <a:spAutoFit/>
          </a:bodyPr>
          <a:lstStyle/>
          <a:p>
            <a:r>
              <a:rPr lang="en-GB" sz="2800" b="1" dirty="0"/>
              <a:t>Recap. Exploratory Data Analysis (EDA)</a:t>
            </a:r>
          </a:p>
          <a:p>
            <a:endParaRPr lang="en-GB" sz="2800" dirty="0"/>
          </a:p>
          <a:p>
            <a:endParaRPr lang="en-GB" sz="2800" dirty="0"/>
          </a:p>
          <a:p>
            <a:pPr marL="457200" indent="-457200">
              <a:buFont typeface="Arial" panose="020B0604020202020204" pitchFamily="34" charset="0"/>
              <a:buChar char="•"/>
            </a:pPr>
            <a:r>
              <a:rPr lang="en-GB" sz="2800" b="1" dirty="0"/>
              <a:t>Tools (Week 7)-DONE</a:t>
            </a:r>
          </a:p>
          <a:p>
            <a:r>
              <a:rPr lang="en-GB" sz="2800" dirty="0"/>
              <a:t>	1. Introduction to simple statistics</a:t>
            </a:r>
          </a:p>
          <a:p>
            <a:r>
              <a:rPr lang="en-GB" sz="2800" dirty="0"/>
              <a:t>   	1.1 Population vs sample data  </a:t>
            </a:r>
          </a:p>
          <a:p>
            <a:r>
              <a:rPr lang="en-GB" sz="2800" dirty="0"/>
              <a:t>   	1.2 Measure of centrality (mean, median, mode)  </a:t>
            </a:r>
          </a:p>
          <a:p>
            <a:r>
              <a:rPr lang="en-GB" sz="2800" dirty="0"/>
              <a:t>   	1.3 Measure of spread (std dev, variance)  </a:t>
            </a:r>
          </a:p>
          <a:p>
            <a:endParaRPr lang="en-GB" sz="2800" dirty="0"/>
          </a:p>
          <a:p>
            <a:r>
              <a:rPr lang="en-GB" sz="2800" dirty="0"/>
              <a:t>	2. Visualization Methods</a:t>
            </a:r>
          </a:p>
          <a:p>
            <a:r>
              <a:rPr lang="en-GB" sz="2800" dirty="0"/>
              <a:t>   	2.1 Histograms  </a:t>
            </a:r>
          </a:p>
          <a:p>
            <a:r>
              <a:rPr lang="en-GB" sz="2800" dirty="0"/>
              <a:t>   	2.2 Scatter  </a:t>
            </a:r>
          </a:p>
          <a:p>
            <a:r>
              <a:rPr lang="en-GB" sz="2800" dirty="0"/>
              <a:t>   	2.3 Bar  </a:t>
            </a:r>
          </a:p>
          <a:p>
            <a:r>
              <a:rPr lang="en-GB" sz="2800" dirty="0"/>
              <a:t>   	2.4 Pie, time series, etc.</a:t>
            </a:r>
          </a:p>
          <a:p>
            <a:endParaRPr lang="en-GB" sz="2800" dirty="0"/>
          </a:p>
          <a:p>
            <a:pPr marL="457200" indent="-457200">
              <a:buFont typeface="Arial" panose="020B0604020202020204" pitchFamily="34" charset="0"/>
              <a:buChar char="•"/>
            </a:pPr>
            <a:r>
              <a:rPr lang="en-GB" sz="2800" b="1" dirty="0"/>
              <a:t>Analysis (Week 8)</a:t>
            </a:r>
          </a:p>
          <a:p>
            <a:r>
              <a:rPr lang="en-GB" sz="2800" dirty="0"/>
              <a:t>	1.  </a:t>
            </a:r>
            <a:r>
              <a:rPr lang="en-GB" sz="2800" dirty="0" err="1"/>
              <a:t>Analyze</a:t>
            </a:r>
            <a:r>
              <a:rPr lang="en-GB" sz="2800" dirty="0"/>
              <a:t> one variable (univariate) </a:t>
            </a:r>
          </a:p>
          <a:p>
            <a:r>
              <a:rPr lang="en-GB" sz="2800" dirty="0"/>
              <a:t>	2.  </a:t>
            </a:r>
            <a:r>
              <a:rPr lang="en-GB" sz="2800" dirty="0" err="1"/>
              <a:t>Analyze</a:t>
            </a:r>
            <a:r>
              <a:rPr lang="en-GB" sz="2800" dirty="0"/>
              <a:t> two variables (bivariate)</a:t>
            </a:r>
          </a:p>
          <a:p>
            <a:r>
              <a:rPr lang="en-GB" sz="2800" dirty="0"/>
              <a:t>	3. </a:t>
            </a:r>
            <a:r>
              <a:rPr lang="en-GB" sz="2800" dirty="0" err="1"/>
              <a:t>Analyze</a:t>
            </a:r>
            <a:r>
              <a:rPr lang="en-GB" sz="2800" dirty="0"/>
              <a:t> multiple variables (multivariate)</a:t>
            </a:r>
          </a:p>
          <a:p>
            <a:endParaRPr lang="en-GB" dirty="0"/>
          </a:p>
        </p:txBody>
      </p:sp>
      <p:sp>
        <p:nvSpPr>
          <p:cNvPr id="3" name="TextBox 2">
            <a:extLst>
              <a:ext uri="{FF2B5EF4-FFF2-40B4-BE49-F238E27FC236}">
                <a16:creationId xmlns:a16="http://schemas.microsoft.com/office/drawing/2014/main" id="{B94B5794-C077-66AB-6ADB-52134E4263CA}"/>
              </a:ext>
            </a:extLst>
          </p:cNvPr>
          <p:cNvSpPr txBox="1"/>
          <p:nvPr/>
        </p:nvSpPr>
        <p:spPr>
          <a:xfrm>
            <a:off x="9639300" y="3818116"/>
            <a:ext cx="7620000" cy="2523768"/>
          </a:xfrm>
          <a:prstGeom prst="rect">
            <a:avLst/>
          </a:prstGeom>
          <a:noFill/>
        </p:spPr>
        <p:txBody>
          <a:bodyPr wrap="square" rtlCol="0">
            <a:spAutoFit/>
          </a:bodyPr>
          <a:lstStyle/>
          <a:p>
            <a:endParaRPr lang="en-GB" sz="2800" dirty="0"/>
          </a:p>
          <a:p>
            <a:pPr marL="457200" indent="-457200">
              <a:buFont typeface="Arial" panose="020B0604020202020204" pitchFamily="34" charset="0"/>
              <a:buChar char="•"/>
            </a:pPr>
            <a:r>
              <a:rPr lang="en-GB" sz="2800" b="1" dirty="0"/>
              <a:t>Output (Week 8) </a:t>
            </a:r>
          </a:p>
          <a:p>
            <a:r>
              <a:rPr lang="en-GB" sz="2800" dirty="0"/>
              <a:t>	What questions can the data answer?  </a:t>
            </a:r>
          </a:p>
          <a:p>
            <a:r>
              <a:rPr lang="en-GB" sz="2800" dirty="0"/>
              <a:t>	What questions can the data NOT answer?  </a:t>
            </a:r>
          </a:p>
          <a:p>
            <a:r>
              <a:rPr lang="en-GB" sz="2800" dirty="0"/>
              <a:t>	What questions can be asked from the data? </a:t>
            </a:r>
            <a:endParaRPr lang="en-MY" sz="2800" dirty="0"/>
          </a:p>
          <a:p>
            <a:endParaRPr lang="en-MY" dirty="0"/>
          </a:p>
        </p:txBody>
      </p:sp>
    </p:spTree>
    <p:extLst>
      <p:ext uri="{BB962C8B-B14F-4D97-AF65-F5344CB8AC3E}">
        <p14:creationId xmlns:p14="http://schemas.microsoft.com/office/powerpoint/2010/main" val="4023374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D1563-BD2C-E3B0-8666-AED85E5082B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B1E9E3-76FD-3BBD-3295-590702572971}"/>
              </a:ext>
            </a:extLst>
          </p:cNvPr>
          <p:cNvSpPr txBox="1"/>
          <p:nvPr/>
        </p:nvSpPr>
        <p:spPr>
          <a:xfrm>
            <a:off x="571500" y="801906"/>
            <a:ext cx="16916400" cy="8710077"/>
          </a:xfrm>
          <a:prstGeom prst="rect">
            <a:avLst/>
          </a:prstGeom>
          <a:noFill/>
        </p:spPr>
        <p:txBody>
          <a:bodyPr wrap="square" rtlCol="0">
            <a:spAutoFit/>
          </a:bodyPr>
          <a:lstStyle/>
          <a:p>
            <a:r>
              <a:rPr lang="en-GB" sz="2800" b="1" dirty="0"/>
              <a:t>Exploratory Data Analysis (EDA)</a:t>
            </a:r>
          </a:p>
          <a:p>
            <a:endParaRPr lang="en-GB" sz="2800" dirty="0"/>
          </a:p>
          <a:p>
            <a:pPr marL="457200" indent="-457200">
              <a:buFont typeface="Arial" panose="020B0604020202020204" pitchFamily="34" charset="0"/>
              <a:buChar char="•"/>
            </a:pPr>
            <a:r>
              <a:rPr lang="en-GB" sz="2800" b="1" dirty="0"/>
              <a:t>Why?</a:t>
            </a:r>
          </a:p>
          <a:p>
            <a:r>
              <a:rPr lang="en-GB" sz="2800" dirty="0"/>
              <a:t>	-To discover patterns (correlations)  </a:t>
            </a:r>
          </a:p>
          <a:p>
            <a:r>
              <a:rPr lang="en-GB" sz="2800" dirty="0"/>
              <a:t>	- To discover anomalies (outliers)  </a:t>
            </a:r>
          </a:p>
          <a:p>
            <a:r>
              <a:rPr lang="en-GB" sz="2800" dirty="0"/>
              <a:t>	-Frame Hypothesis  </a:t>
            </a:r>
          </a:p>
          <a:p>
            <a:r>
              <a:rPr lang="en-GB" sz="2800" dirty="0"/>
              <a:t>	-Check Assumptions  </a:t>
            </a:r>
          </a:p>
          <a:p>
            <a:endParaRPr lang="en-GB" sz="2800" dirty="0"/>
          </a:p>
          <a:p>
            <a:pPr marL="457200" indent="-457200">
              <a:buFont typeface="Arial" panose="020B0604020202020204" pitchFamily="34" charset="0"/>
              <a:buChar char="•"/>
            </a:pPr>
            <a:r>
              <a:rPr lang="en-GB" sz="2800" b="1" dirty="0"/>
              <a:t>Univariate: Explore each individual variable in the dataset</a:t>
            </a:r>
          </a:p>
          <a:p>
            <a:r>
              <a:rPr lang="en-GB" sz="2800" dirty="0"/>
              <a:t>	- Summary statistics  </a:t>
            </a:r>
          </a:p>
          <a:p>
            <a:r>
              <a:rPr lang="en-GB" sz="2800" dirty="0"/>
              <a:t>   	- Spread  </a:t>
            </a:r>
          </a:p>
          <a:p>
            <a:r>
              <a:rPr lang="en-GB" sz="2800" dirty="0"/>
              <a:t>   	- Distribution  </a:t>
            </a:r>
          </a:p>
          <a:p>
            <a:pPr marL="457200" indent="-457200">
              <a:buFont typeface="Arial" panose="020B0604020202020204" pitchFamily="34" charset="0"/>
              <a:buChar char="•"/>
            </a:pPr>
            <a:endParaRPr lang="en-GB" sz="2800" dirty="0"/>
          </a:p>
          <a:p>
            <a:pPr marL="457200" indent="-457200">
              <a:buFont typeface="Arial" panose="020B0604020202020204" pitchFamily="34" charset="0"/>
              <a:buChar char="•"/>
            </a:pPr>
            <a:r>
              <a:rPr lang="en-GB" sz="2800" b="1" dirty="0"/>
              <a:t>Bivariate: Assess interactions between variables (or between individual variables and the target)  </a:t>
            </a:r>
          </a:p>
          <a:p>
            <a:r>
              <a:rPr lang="en-GB" sz="2800" dirty="0"/>
              <a:t>	- Correlation  </a:t>
            </a:r>
          </a:p>
          <a:p>
            <a:r>
              <a:rPr lang="en-GB" sz="2800" dirty="0"/>
              <a:t>	-Analysis of variance (ANOVA)</a:t>
            </a:r>
          </a:p>
          <a:p>
            <a:endParaRPr lang="en-GB" sz="2800" dirty="0"/>
          </a:p>
          <a:p>
            <a:pPr marL="457200" indent="-457200">
              <a:buFont typeface="Arial" panose="020B0604020202020204" pitchFamily="34" charset="0"/>
              <a:buChar char="•"/>
            </a:pPr>
            <a:r>
              <a:rPr lang="en-GB" sz="2800" b="1" dirty="0"/>
              <a:t>Multivariate: Explore data across many dimensions  </a:t>
            </a:r>
          </a:p>
          <a:p>
            <a:r>
              <a:rPr lang="en-GB" sz="2800" dirty="0"/>
              <a:t>	- Clustering </a:t>
            </a:r>
          </a:p>
          <a:p>
            <a:r>
              <a:rPr lang="en-GB" sz="2800" dirty="0"/>
              <a:t>	-Dimensionality reduction</a:t>
            </a:r>
          </a:p>
        </p:txBody>
      </p:sp>
    </p:spTree>
    <p:extLst>
      <p:ext uri="{BB962C8B-B14F-4D97-AF65-F5344CB8AC3E}">
        <p14:creationId xmlns:p14="http://schemas.microsoft.com/office/powerpoint/2010/main" val="3077594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3500" y="1270000"/>
            <a:ext cx="16253460" cy="276999"/>
          </a:xfrm>
        </p:spPr>
        <p:txBody>
          <a:bodyPr>
            <a:normAutofit fontScale="90000"/>
          </a:bodyPr>
          <a:lstStyle/>
          <a:p>
            <a:r>
              <a:rPr lang="en-US" dirty="0" smtClean="0"/>
              <a:t>One-Variable Analysis</a:t>
            </a:r>
            <a:endParaRPr lang="en-US" dirty="0"/>
          </a:p>
        </p:txBody>
      </p:sp>
      <p:sp>
        <p:nvSpPr>
          <p:cNvPr id="3" name="Text Placeholder 2"/>
          <p:cNvSpPr>
            <a:spLocks noGrp="1"/>
          </p:cNvSpPr>
          <p:nvPr>
            <p:ph idx="1"/>
          </p:nvPr>
        </p:nvSpPr>
        <p:spPr/>
        <p:txBody>
          <a:bodyPr>
            <a:normAutofit/>
          </a:bodyPr>
          <a:lstStyle/>
          <a:p>
            <a:r>
              <a:rPr lang="en-US" sz="3200" dirty="0" smtClean="0">
                <a:solidFill>
                  <a:schemeClr val="tx1"/>
                </a:solidFill>
              </a:rPr>
              <a:t>One-variable analysis is analyzing </a:t>
            </a:r>
            <a:r>
              <a:rPr lang="en-US" sz="3200" dirty="0">
                <a:solidFill>
                  <a:schemeClr val="tx1"/>
                </a:solidFill>
              </a:rPr>
              <a:t>the dataset by focusing on one variable at a time </a:t>
            </a:r>
            <a:endParaRPr lang="en-US" dirty="0" smtClean="0"/>
          </a:p>
          <a:p>
            <a:r>
              <a:rPr lang="en-US" dirty="0" smtClean="0"/>
              <a:t>If you have salary dataset, you might start with GPA or salary column itself to see pattern</a:t>
            </a:r>
          </a:p>
          <a:p>
            <a:r>
              <a:rPr lang="en-US" dirty="0" smtClean="0"/>
              <a:t>E.g. Looking </a:t>
            </a:r>
            <a:r>
              <a:rPr lang="en-US" dirty="0"/>
              <a:t>at </a:t>
            </a:r>
            <a:r>
              <a:rPr lang="en-US" b="1" dirty="0"/>
              <a:t>salary</a:t>
            </a:r>
            <a:r>
              <a:rPr lang="en-US" dirty="0"/>
              <a:t> alone</a:t>
            </a:r>
          </a:p>
          <a:p>
            <a:r>
              <a:rPr lang="en-US" dirty="0"/>
              <a:t>Question: </a:t>
            </a:r>
            <a:r>
              <a:rPr lang="en-US" i="1" dirty="0"/>
              <a:t>"How do I compare to my peers</a:t>
            </a:r>
            <a:r>
              <a:rPr lang="en-US" i="1" dirty="0" smtClean="0"/>
              <a:t>? Or </a:t>
            </a:r>
            <a:r>
              <a:rPr lang="en-US" dirty="0"/>
              <a:t>What does the salary distribution look like, and where do I stand?</a:t>
            </a:r>
            <a:r>
              <a:rPr lang="en-US" i="1" dirty="0" smtClean="0"/>
              <a:t>"</a:t>
            </a:r>
            <a:endParaRPr lang="en-US" dirty="0"/>
          </a:p>
          <a:p>
            <a:r>
              <a:rPr lang="en-US" dirty="0"/>
              <a:t>What can one variable tell us?</a:t>
            </a:r>
          </a:p>
          <a:p>
            <a:pPr lvl="1"/>
            <a:r>
              <a:rPr lang="en-US" dirty="0"/>
              <a:t>Central tendency (mean, median)</a:t>
            </a:r>
          </a:p>
          <a:p>
            <a:pPr lvl="1"/>
            <a:r>
              <a:rPr lang="en-US" dirty="0"/>
              <a:t>Spread (range, standard deviation)</a:t>
            </a:r>
          </a:p>
          <a:p>
            <a:pPr lvl="1"/>
            <a:r>
              <a:rPr lang="en-US" dirty="0"/>
              <a:t>Distribution (histogram, box plot)</a:t>
            </a:r>
          </a:p>
          <a:p>
            <a:endParaRPr lang="en-US" dirty="0"/>
          </a:p>
        </p:txBody>
      </p:sp>
    </p:spTree>
    <p:extLst>
      <p:ext uri="{BB962C8B-B14F-4D97-AF65-F5344CB8AC3E}">
        <p14:creationId xmlns:p14="http://schemas.microsoft.com/office/powerpoint/2010/main" val="3938598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Bivariate Analysis</a:t>
            </a:r>
            <a:br>
              <a:rPr lang="en-US" b="1" dirty="0"/>
            </a:br>
            <a:endParaRPr lang="en-US" dirty="0"/>
          </a:p>
        </p:txBody>
      </p:sp>
      <p:sp>
        <p:nvSpPr>
          <p:cNvPr id="3" name="Content Placeholder 2"/>
          <p:cNvSpPr>
            <a:spLocks noGrp="1"/>
          </p:cNvSpPr>
          <p:nvPr>
            <p:ph idx="1"/>
          </p:nvPr>
        </p:nvSpPr>
        <p:spPr/>
        <p:txBody>
          <a:bodyPr>
            <a:normAutofit lnSpcReduction="10000"/>
          </a:bodyPr>
          <a:lstStyle/>
          <a:p>
            <a:r>
              <a:rPr lang="en-US" b="1" dirty="0"/>
              <a:t>Bivariate analysis explores the relationship between two variables</a:t>
            </a:r>
            <a:endParaRPr lang="en-US" dirty="0"/>
          </a:p>
          <a:p>
            <a:r>
              <a:rPr lang="en-US" dirty="0"/>
              <a:t>If you have a salary dataset, you might examine how </a:t>
            </a:r>
            <a:r>
              <a:rPr lang="en-US" b="1" dirty="0"/>
              <a:t>gender</a:t>
            </a:r>
            <a:r>
              <a:rPr lang="en-US" dirty="0"/>
              <a:t> relates to </a:t>
            </a:r>
            <a:r>
              <a:rPr lang="en-US" b="1" dirty="0"/>
              <a:t>salary</a:t>
            </a:r>
            <a:endParaRPr lang="en-US" dirty="0"/>
          </a:p>
          <a:p>
            <a:r>
              <a:rPr lang="en-US" dirty="0"/>
              <a:t>E.g. Analyzing </a:t>
            </a:r>
            <a:r>
              <a:rPr lang="en-US" b="1" dirty="0"/>
              <a:t>gender vs. salary</a:t>
            </a:r>
            <a:endParaRPr lang="en-US" dirty="0"/>
          </a:p>
          <a:p>
            <a:r>
              <a:rPr lang="en-US" dirty="0"/>
              <a:t>Question: "Does gender affect salary? Or How does salary differ between gender groups?"</a:t>
            </a:r>
          </a:p>
          <a:p>
            <a:r>
              <a:rPr lang="en-US" dirty="0"/>
              <a:t>What can two variables tell us?</a:t>
            </a:r>
          </a:p>
          <a:p>
            <a:r>
              <a:rPr lang="en-US" dirty="0"/>
              <a:t>Relationship strength (correlation)</a:t>
            </a:r>
          </a:p>
          <a:p>
            <a:r>
              <a:rPr lang="en-US" dirty="0"/>
              <a:t>Group differences (mean comparison)</a:t>
            </a:r>
          </a:p>
          <a:p>
            <a:r>
              <a:rPr lang="en-US" dirty="0"/>
              <a:t>Distribution patterns (side-by-side box plots, grouped histograms)</a:t>
            </a:r>
          </a:p>
          <a:p>
            <a:r>
              <a:rPr lang="en-US" dirty="0"/>
              <a:t/>
            </a:r>
            <a:br>
              <a:rPr lang="en-US" dirty="0"/>
            </a:br>
            <a:endParaRPr lang="en-US" dirty="0"/>
          </a:p>
        </p:txBody>
      </p:sp>
    </p:spTree>
    <p:extLst>
      <p:ext uri="{BB962C8B-B14F-4D97-AF65-F5344CB8AC3E}">
        <p14:creationId xmlns:p14="http://schemas.microsoft.com/office/powerpoint/2010/main" val="2540087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155700" y="636524"/>
            <a:ext cx="15913100" cy="9245600"/>
          </a:xfrm>
          <a:prstGeom prst="rect">
            <a:avLst/>
          </a:prstGeom>
        </p:spPr>
      </p:pic>
      <p:grpSp>
        <p:nvGrpSpPr>
          <p:cNvPr id="8" name="Group 7">
            <a:extLst>
              <a:ext uri="{FF2B5EF4-FFF2-40B4-BE49-F238E27FC236}">
                <a16:creationId xmlns:a16="http://schemas.microsoft.com/office/drawing/2014/main" id="{FFE25F8B-E63F-CCF0-3022-94597817AC65}"/>
              </a:ext>
            </a:extLst>
          </p:cNvPr>
          <p:cNvGrpSpPr/>
          <p:nvPr/>
        </p:nvGrpSpPr>
        <p:grpSpPr>
          <a:xfrm>
            <a:off x="1513960" y="2617514"/>
            <a:ext cx="6711840" cy="429480"/>
            <a:chOff x="1513960" y="2617514"/>
            <a:chExt cx="6711840" cy="42948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C1E34ECD-7157-4E98-9CDA-AAA161FE35B8}"/>
                    </a:ext>
                  </a:extLst>
                </p14:cNvPr>
                <p14:cNvContentPartPr/>
                <p14:nvPr/>
              </p14:nvContentPartPr>
              <p14:xfrm>
                <a:off x="1620160" y="2617514"/>
                <a:ext cx="750240" cy="112680"/>
              </p14:xfrm>
            </p:contentPart>
          </mc:Choice>
          <mc:Fallback xmlns="">
            <p:pic>
              <p:nvPicPr>
                <p:cNvPr id="3" name="Ink 2">
                  <a:extLst>
                    <a:ext uri="{FF2B5EF4-FFF2-40B4-BE49-F238E27FC236}">
                      <a16:creationId xmlns:a16="http://schemas.microsoft.com/office/drawing/2014/main" id="{C1E34ECD-7157-4E98-9CDA-AAA161FE35B8}"/>
                    </a:ext>
                  </a:extLst>
                </p:cNvPr>
                <p:cNvPicPr/>
                <p:nvPr/>
              </p:nvPicPr>
              <p:blipFill>
                <a:blip r:embed="rId5"/>
                <a:stretch>
                  <a:fillRect/>
                </a:stretch>
              </p:blipFill>
              <p:spPr>
                <a:xfrm>
                  <a:off x="1611520" y="2608514"/>
                  <a:ext cx="76788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386C6906-2E3C-92C7-84BD-ABDF64603D70}"/>
                    </a:ext>
                  </a:extLst>
                </p14:cNvPr>
                <p14:cNvContentPartPr/>
                <p14:nvPr/>
              </p14:nvContentPartPr>
              <p14:xfrm>
                <a:off x="1513960" y="2789954"/>
                <a:ext cx="784440" cy="111960"/>
              </p14:xfrm>
            </p:contentPart>
          </mc:Choice>
          <mc:Fallback xmlns="">
            <p:pic>
              <p:nvPicPr>
                <p:cNvPr id="4" name="Ink 3">
                  <a:extLst>
                    <a:ext uri="{FF2B5EF4-FFF2-40B4-BE49-F238E27FC236}">
                      <a16:creationId xmlns:a16="http://schemas.microsoft.com/office/drawing/2014/main" id="{386C6906-2E3C-92C7-84BD-ABDF64603D70}"/>
                    </a:ext>
                  </a:extLst>
                </p:cNvPr>
                <p:cNvPicPr/>
                <p:nvPr/>
              </p:nvPicPr>
              <p:blipFill>
                <a:blip r:embed="rId7"/>
                <a:stretch>
                  <a:fillRect/>
                </a:stretch>
              </p:blipFill>
              <p:spPr>
                <a:xfrm>
                  <a:off x="1505320" y="2780954"/>
                  <a:ext cx="80208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57249377-A29E-13B5-B44F-73E203B8176E}"/>
                    </a:ext>
                  </a:extLst>
                </p14:cNvPr>
                <p14:cNvContentPartPr/>
                <p14:nvPr/>
              </p14:nvContentPartPr>
              <p14:xfrm>
                <a:off x="5066440" y="2773754"/>
                <a:ext cx="3089880" cy="158760"/>
              </p14:xfrm>
            </p:contentPart>
          </mc:Choice>
          <mc:Fallback xmlns="">
            <p:pic>
              <p:nvPicPr>
                <p:cNvPr id="6" name="Ink 5">
                  <a:extLst>
                    <a:ext uri="{FF2B5EF4-FFF2-40B4-BE49-F238E27FC236}">
                      <a16:creationId xmlns:a16="http://schemas.microsoft.com/office/drawing/2014/main" id="{57249377-A29E-13B5-B44F-73E203B8176E}"/>
                    </a:ext>
                  </a:extLst>
                </p:cNvPr>
                <p:cNvPicPr/>
                <p:nvPr/>
              </p:nvPicPr>
              <p:blipFill>
                <a:blip r:embed="rId9"/>
                <a:stretch>
                  <a:fillRect/>
                </a:stretch>
              </p:blipFill>
              <p:spPr>
                <a:xfrm>
                  <a:off x="5057440" y="2765114"/>
                  <a:ext cx="310752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81F20508-825F-1D0B-9662-AB063A8133BB}"/>
                    </a:ext>
                  </a:extLst>
                </p14:cNvPr>
                <p14:cNvContentPartPr/>
                <p14:nvPr/>
              </p14:nvContentPartPr>
              <p14:xfrm>
                <a:off x="5300440" y="2892194"/>
                <a:ext cx="2925360" cy="154800"/>
              </p14:xfrm>
            </p:contentPart>
          </mc:Choice>
          <mc:Fallback xmlns="">
            <p:pic>
              <p:nvPicPr>
                <p:cNvPr id="7" name="Ink 6">
                  <a:extLst>
                    <a:ext uri="{FF2B5EF4-FFF2-40B4-BE49-F238E27FC236}">
                      <a16:creationId xmlns:a16="http://schemas.microsoft.com/office/drawing/2014/main" id="{81F20508-825F-1D0B-9662-AB063A8133BB}"/>
                    </a:ext>
                  </a:extLst>
                </p:cNvPr>
                <p:cNvPicPr/>
                <p:nvPr/>
              </p:nvPicPr>
              <p:blipFill>
                <a:blip r:embed="rId11"/>
                <a:stretch>
                  <a:fillRect/>
                </a:stretch>
              </p:blipFill>
              <p:spPr>
                <a:xfrm>
                  <a:off x="5291800" y="2883554"/>
                  <a:ext cx="2943000" cy="172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5E5AB526-EE29-7678-28D4-4A22DEDBB0DE}"/>
                  </a:ext>
                </a:extLst>
              </p14:cNvPr>
              <p14:cNvContentPartPr/>
              <p14:nvPr/>
            </p14:nvContentPartPr>
            <p14:xfrm>
              <a:off x="1480840" y="3983354"/>
              <a:ext cx="879120" cy="60480"/>
            </p14:xfrm>
          </p:contentPart>
        </mc:Choice>
        <mc:Fallback xmlns="">
          <p:pic>
            <p:nvPicPr>
              <p:cNvPr id="9" name="Ink 8">
                <a:extLst>
                  <a:ext uri="{FF2B5EF4-FFF2-40B4-BE49-F238E27FC236}">
                    <a16:creationId xmlns:a16="http://schemas.microsoft.com/office/drawing/2014/main" id="{5E5AB526-EE29-7678-28D4-4A22DEDBB0DE}"/>
                  </a:ext>
                </a:extLst>
              </p:cNvPr>
              <p:cNvPicPr/>
              <p:nvPr/>
            </p:nvPicPr>
            <p:blipFill>
              <a:blip r:embed="rId13"/>
              <a:stretch>
                <a:fillRect/>
              </a:stretch>
            </p:blipFill>
            <p:spPr>
              <a:xfrm>
                <a:off x="1472200" y="3974354"/>
                <a:ext cx="896760" cy="78120"/>
              </a:xfrm>
              <a:prstGeom prst="rect">
                <a:avLst/>
              </a:prstGeom>
            </p:spPr>
          </p:pic>
        </mc:Fallback>
      </mc:AlternateContent>
      <p:grpSp>
        <p:nvGrpSpPr>
          <p:cNvPr id="24" name="Group 23">
            <a:extLst>
              <a:ext uri="{FF2B5EF4-FFF2-40B4-BE49-F238E27FC236}">
                <a16:creationId xmlns:a16="http://schemas.microsoft.com/office/drawing/2014/main" id="{16467E6D-FE36-D7E1-E902-C203EDB39308}"/>
              </a:ext>
            </a:extLst>
          </p:cNvPr>
          <p:cNvGrpSpPr/>
          <p:nvPr/>
        </p:nvGrpSpPr>
        <p:grpSpPr>
          <a:xfrm>
            <a:off x="6543160" y="3916754"/>
            <a:ext cx="5217480" cy="252720"/>
            <a:chOff x="6543160" y="3916754"/>
            <a:chExt cx="5217480" cy="252720"/>
          </a:xfrm>
        </p:grpSpPr>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EFC67F48-07D6-3411-9D9A-FD6C9E2F2362}"/>
                    </a:ext>
                  </a:extLst>
                </p14:cNvPr>
                <p14:cNvContentPartPr/>
                <p14:nvPr/>
              </p14:nvContentPartPr>
              <p14:xfrm>
                <a:off x="6543160" y="4070474"/>
                <a:ext cx="1157760" cy="99000"/>
              </p14:xfrm>
            </p:contentPart>
          </mc:Choice>
          <mc:Fallback xmlns="">
            <p:pic>
              <p:nvPicPr>
                <p:cNvPr id="10" name="Ink 9">
                  <a:extLst>
                    <a:ext uri="{FF2B5EF4-FFF2-40B4-BE49-F238E27FC236}">
                      <a16:creationId xmlns:a16="http://schemas.microsoft.com/office/drawing/2014/main" id="{EFC67F48-07D6-3411-9D9A-FD6C9E2F2362}"/>
                    </a:ext>
                  </a:extLst>
                </p:cNvPr>
                <p:cNvPicPr/>
                <p:nvPr/>
              </p:nvPicPr>
              <p:blipFill>
                <a:blip r:embed="rId15"/>
                <a:stretch>
                  <a:fillRect/>
                </a:stretch>
              </p:blipFill>
              <p:spPr>
                <a:xfrm>
                  <a:off x="6534520" y="4061834"/>
                  <a:ext cx="11754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9B92F1D9-8C8A-80B2-4B2C-127A8F8F880F}"/>
                    </a:ext>
                  </a:extLst>
                </p14:cNvPr>
                <p14:cNvContentPartPr/>
                <p14:nvPr/>
              </p14:nvContentPartPr>
              <p14:xfrm>
                <a:off x="8814760" y="4043474"/>
                <a:ext cx="1130760" cy="54000"/>
              </p14:xfrm>
            </p:contentPart>
          </mc:Choice>
          <mc:Fallback xmlns="">
            <p:pic>
              <p:nvPicPr>
                <p:cNvPr id="11" name="Ink 10">
                  <a:extLst>
                    <a:ext uri="{FF2B5EF4-FFF2-40B4-BE49-F238E27FC236}">
                      <a16:creationId xmlns:a16="http://schemas.microsoft.com/office/drawing/2014/main" id="{9B92F1D9-8C8A-80B2-4B2C-127A8F8F880F}"/>
                    </a:ext>
                  </a:extLst>
                </p:cNvPr>
                <p:cNvPicPr/>
                <p:nvPr/>
              </p:nvPicPr>
              <p:blipFill>
                <a:blip r:embed="rId17"/>
                <a:stretch>
                  <a:fillRect/>
                </a:stretch>
              </p:blipFill>
              <p:spPr>
                <a:xfrm>
                  <a:off x="8806120" y="4034474"/>
                  <a:ext cx="114840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891B92E5-6E19-4F9F-BEA7-B3AC42E5738D}"/>
                    </a:ext>
                  </a:extLst>
                </p14:cNvPr>
                <p14:cNvContentPartPr/>
                <p14:nvPr/>
              </p14:nvContentPartPr>
              <p14:xfrm>
                <a:off x="11059360" y="3916754"/>
                <a:ext cx="701280" cy="75600"/>
              </p14:xfrm>
            </p:contentPart>
          </mc:Choice>
          <mc:Fallback xmlns="">
            <p:pic>
              <p:nvPicPr>
                <p:cNvPr id="12" name="Ink 11">
                  <a:extLst>
                    <a:ext uri="{FF2B5EF4-FFF2-40B4-BE49-F238E27FC236}">
                      <a16:creationId xmlns:a16="http://schemas.microsoft.com/office/drawing/2014/main" id="{891B92E5-6E19-4F9F-BEA7-B3AC42E5738D}"/>
                    </a:ext>
                  </a:extLst>
                </p:cNvPr>
                <p:cNvPicPr/>
                <p:nvPr/>
              </p:nvPicPr>
              <p:blipFill>
                <a:blip r:embed="rId19"/>
                <a:stretch>
                  <a:fillRect/>
                </a:stretch>
              </p:blipFill>
              <p:spPr>
                <a:xfrm>
                  <a:off x="11050720" y="3908114"/>
                  <a:ext cx="718920" cy="93240"/>
                </a:xfrm>
                <a:prstGeom prst="rect">
                  <a:avLst/>
                </a:prstGeom>
              </p:spPr>
            </p:pic>
          </mc:Fallback>
        </mc:AlternateContent>
      </p:grpSp>
      <p:grpSp>
        <p:nvGrpSpPr>
          <p:cNvPr id="23" name="Group 22">
            <a:extLst>
              <a:ext uri="{FF2B5EF4-FFF2-40B4-BE49-F238E27FC236}">
                <a16:creationId xmlns:a16="http://schemas.microsoft.com/office/drawing/2014/main" id="{51DBD476-12E8-2204-F02F-00E949E540DF}"/>
              </a:ext>
            </a:extLst>
          </p:cNvPr>
          <p:cNvGrpSpPr/>
          <p:nvPr/>
        </p:nvGrpSpPr>
        <p:grpSpPr>
          <a:xfrm>
            <a:off x="12789880" y="2973914"/>
            <a:ext cx="2175480" cy="569160"/>
            <a:chOff x="12789880" y="2973914"/>
            <a:chExt cx="2175480" cy="569160"/>
          </a:xfrm>
        </p:grpSpPr>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C299B7BC-8B63-A1D4-7BE9-5994971FFDCC}"/>
                    </a:ext>
                  </a:extLst>
                </p14:cNvPr>
                <p14:cNvContentPartPr/>
                <p14:nvPr/>
              </p14:nvContentPartPr>
              <p14:xfrm>
                <a:off x="12823360" y="2983274"/>
                <a:ext cx="161640" cy="359280"/>
              </p14:xfrm>
            </p:contentPart>
          </mc:Choice>
          <mc:Fallback xmlns="">
            <p:pic>
              <p:nvPicPr>
                <p:cNvPr id="13" name="Ink 12">
                  <a:extLst>
                    <a:ext uri="{FF2B5EF4-FFF2-40B4-BE49-F238E27FC236}">
                      <a16:creationId xmlns:a16="http://schemas.microsoft.com/office/drawing/2014/main" id="{C299B7BC-8B63-A1D4-7BE9-5994971FFDCC}"/>
                    </a:ext>
                  </a:extLst>
                </p:cNvPr>
                <p:cNvPicPr/>
                <p:nvPr/>
              </p:nvPicPr>
              <p:blipFill>
                <a:blip r:embed="rId21"/>
                <a:stretch>
                  <a:fillRect/>
                </a:stretch>
              </p:blipFill>
              <p:spPr>
                <a:xfrm>
                  <a:off x="12814720" y="2974634"/>
                  <a:ext cx="179280" cy="376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AE633FCD-AC5F-BBAD-78D6-D644D04E486D}"/>
                    </a:ext>
                  </a:extLst>
                </p14:cNvPr>
                <p14:cNvContentPartPr/>
                <p14:nvPr/>
              </p14:nvContentPartPr>
              <p14:xfrm>
                <a:off x="12789880" y="3166514"/>
                <a:ext cx="246960" cy="77040"/>
              </p14:xfrm>
            </p:contentPart>
          </mc:Choice>
          <mc:Fallback xmlns="">
            <p:pic>
              <p:nvPicPr>
                <p:cNvPr id="14" name="Ink 13">
                  <a:extLst>
                    <a:ext uri="{FF2B5EF4-FFF2-40B4-BE49-F238E27FC236}">
                      <a16:creationId xmlns:a16="http://schemas.microsoft.com/office/drawing/2014/main" id="{AE633FCD-AC5F-BBAD-78D6-D644D04E486D}"/>
                    </a:ext>
                  </a:extLst>
                </p:cNvPr>
                <p:cNvPicPr/>
                <p:nvPr/>
              </p:nvPicPr>
              <p:blipFill>
                <a:blip r:embed="rId23"/>
                <a:stretch>
                  <a:fillRect/>
                </a:stretch>
              </p:blipFill>
              <p:spPr>
                <a:xfrm>
                  <a:off x="12780880" y="3157874"/>
                  <a:ext cx="26460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4F9E0D13-E492-4F0B-1315-89B423E00026}"/>
                    </a:ext>
                  </a:extLst>
                </p14:cNvPr>
                <p14:cNvContentPartPr/>
                <p14:nvPr/>
              </p14:nvContentPartPr>
              <p14:xfrm>
                <a:off x="12955840" y="3016034"/>
                <a:ext cx="107640" cy="281160"/>
              </p14:xfrm>
            </p:contentPart>
          </mc:Choice>
          <mc:Fallback xmlns="">
            <p:pic>
              <p:nvPicPr>
                <p:cNvPr id="15" name="Ink 14">
                  <a:extLst>
                    <a:ext uri="{FF2B5EF4-FFF2-40B4-BE49-F238E27FC236}">
                      <a16:creationId xmlns:a16="http://schemas.microsoft.com/office/drawing/2014/main" id="{4F9E0D13-E492-4F0B-1315-89B423E00026}"/>
                    </a:ext>
                  </a:extLst>
                </p:cNvPr>
                <p:cNvPicPr/>
                <p:nvPr/>
              </p:nvPicPr>
              <p:blipFill>
                <a:blip r:embed="rId25"/>
                <a:stretch>
                  <a:fillRect/>
                </a:stretch>
              </p:blipFill>
              <p:spPr>
                <a:xfrm>
                  <a:off x="12947200" y="3007034"/>
                  <a:ext cx="12528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DCC32FA4-82B4-0385-17A4-207FD13C0DB5}"/>
                    </a:ext>
                  </a:extLst>
                </p14:cNvPr>
                <p14:cNvContentPartPr/>
                <p14:nvPr/>
              </p14:nvContentPartPr>
              <p14:xfrm>
                <a:off x="13090480" y="3170114"/>
                <a:ext cx="187200" cy="372960"/>
              </p14:xfrm>
            </p:contentPart>
          </mc:Choice>
          <mc:Fallback xmlns="">
            <p:pic>
              <p:nvPicPr>
                <p:cNvPr id="16" name="Ink 15">
                  <a:extLst>
                    <a:ext uri="{FF2B5EF4-FFF2-40B4-BE49-F238E27FC236}">
                      <a16:creationId xmlns:a16="http://schemas.microsoft.com/office/drawing/2014/main" id="{DCC32FA4-82B4-0385-17A4-207FD13C0DB5}"/>
                    </a:ext>
                  </a:extLst>
                </p:cNvPr>
                <p:cNvPicPr/>
                <p:nvPr/>
              </p:nvPicPr>
              <p:blipFill>
                <a:blip r:embed="rId27"/>
                <a:stretch>
                  <a:fillRect/>
                </a:stretch>
              </p:blipFill>
              <p:spPr>
                <a:xfrm>
                  <a:off x="13081840" y="3161114"/>
                  <a:ext cx="204840" cy="390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C7ED444D-6D8C-7E8B-C146-1DB82F0E97A7}"/>
                    </a:ext>
                  </a:extLst>
                </p14:cNvPr>
                <p14:cNvContentPartPr/>
                <p14:nvPr/>
              </p14:nvContentPartPr>
              <p14:xfrm>
                <a:off x="13303960" y="3067514"/>
                <a:ext cx="203760" cy="372960"/>
              </p14:xfrm>
            </p:contentPart>
          </mc:Choice>
          <mc:Fallback xmlns="">
            <p:pic>
              <p:nvPicPr>
                <p:cNvPr id="17" name="Ink 16">
                  <a:extLst>
                    <a:ext uri="{FF2B5EF4-FFF2-40B4-BE49-F238E27FC236}">
                      <a16:creationId xmlns:a16="http://schemas.microsoft.com/office/drawing/2014/main" id="{C7ED444D-6D8C-7E8B-C146-1DB82F0E97A7}"/>
                    </a:ext>
                  </a:extLst>
                </p:cNvPr>
                <p:cNvPicPr/>
                <p:nvPr/>
              </p:nvPicPr>
              <p:blipFill>
                <a:blip r:embed="rId29"/>
                <a:stretch>
                  <a:fillRect/>
                </a:stretch>
              </p:blipFill>
              <p:spPr>
                <a:xfrm>
                  <a:off x="13295320" y="3058874"/>
                  <a:ext cx="221400" cy="390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EB2BF372-1BEB-C5E9-BA54-8C28428E6DF3}"/>
                    </a:ext>
                  </a:extLst>
                </p14:cNvPr>
                <p14:cNvContentPartPr/>
                <p14:nvPr/>
              </p14:nvContentPartPr>
              <p14:xfrm>
                <a:off x="13560280" y="3145274"/>
                <a:ext cx="349560" cy="191880"/>
              </p14:xfrm>
            </p:contentPart>
          </mc:Choice>
          <mc:Fallback xmlns="">
            <p:pic>
              <p:nvPicPr>
                <p:cNvPr id="18" name="Ink 17">
                  <a:extLst>
                    <a:ext uri="{FF2B5EF4-FFF2-40B4-BE49-F238E27FC236}">
                      <a16:creationId xmlns:a16="http://schemas.microsoft.com/office/drawing/2014/main" id="{EB2BF372-1BEB-C5E9-BA54-8C28428E6DF3}"/>
                    </a:ext>
                  </a:extLst>
                </p:cNvPr>
                <p:cNvPicPr/>
                <p:nvPr/>
              </p:nvPicPr>
              <p:blipFill>
                <a:blip r:embed="rId31"/>
                <a:stretch>
                  <a:fillRect/>
                </a:stretch>
              </p:blipFill>
              <p:spPr>
                <a:xfrm>
                  <a:off x="13551640" y="3136634"/>
                  <a:ext cx="36720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BF6C379E-CDA2-3E79-23F1-8FBB85596B96}"/>
                    </a:ext>
                  </a:extLst>
                </p14:cNvPr>
                <p14:cNvContentPartPr/>
                <p14:nvPr/>
              </p14:nvContentPartPr>
              <p14:xfrm>
                <a:off x="13737760" y="2973914"/>
                <a:ext cx="466560" cy="338040"/>
              </p14:xfrm>
            </p:contentPart>
          </mc:Choice>
          <mc:Fallback xmlns="">
            <p:pic>
              <p:nvPicPr>
                <p:cNvPr id="19" name="Ink 18">
                  <a:extLst>
                    <a:ext uri="{FF2B5EF4-FFF2-40B4-BE49-F238E27FC236}">
                      <a16:creationId xmlns:a16="http://schemas.microsoft.com/office/drawing/2014/main" id="{BF6C379E-CDA2-3E79-23F1-8FBB85596B96}"/>
                    </a:ext>
                  </a:extLst>
                </p:cNvPr>
                <p:cNvPicPr/>
                <p:nvPr/>
              </p:nvPicPr>
              <p:blipFill>
                <a:blip r:embed="rId33"/>
                <a:stretch>
                  <a:fillRect/>
                </a:stretch>
              </p:blipFill>
              <p:spPr>
                <a:xfrm>
                  <a:off x="13729120" y="2964914"/>
                  <a:ext cx="48420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8ECC9039-22B7-2A87-94B4-417550D8AB59}"/>
                    </a:ext>
                  </a:extLst>
                </p14:cNvPr>
                <p14:cNvContentPartPr/>
                <p14:nvPr/>
              </p14:nvContentPartPr>
              <p14:xfrm>
                <a:off x="14306560" y="3121514"/>
                <a:ext cx="299880" cy="188280"/>
              </p14:xfrm>
            </p:contentPart>
          </mc:Choice>
          <mc:Fallback xmlns="">
            <p:pic>
              <p:nvPicPr>
                <p:cNvPr id="20" name="Ink 19">
                  <a:extLst>
                    <a:ext uri="{FF2B5EF4-FFF2-40B4-BE49-F238E27FC236}">
                      <a16:creationId xmlns:a16="http://schemas.microsoft.com/office/drawing/2014/main" id="{8ECC9039-22B7-2A87-94B4-417550D8AB59}"/>
                    </a:ext>
                  </a:extLst>
                </p:cNvPr>
                <p:cNvPicPr/>
                <p:nvPr/>
              </p:nvPicPr>
              <p:blipFill>
                <a:blip r:embed="rId35"/>
                <a:stretch>
                  <a:fillRect/>
                </a:stretch>
              </p:blipFill>
              <p:spPr>
                <a:xfrm>
                  <a:off x="14297560" y="3112874"/>
                  <a:ext cx="31752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2DBA55B9-0206-6F5F-6293-39183640594D}"/>
                    </a:ext>
                  </a:extLst>
                </p14:cNvPr>
                <p14:cNvContentPartPr/>
                <p14:nvPr/>
              </p14:nvContentPartPr>
              <p14:xfrm>
                <a:off x="14514640" y="3085154"/>
                <a:ext cx="64800" cy="33480"/>
              </p14:xfrm>
            </p:contentPart>
          </mc:Choice>
          <mc:Fallback xmlns="">
            <p:pic>
              <p:nvPicPr>
                <p:cNvPr id="21" name="Ink 20">
                  <a:extLst>
                    <a:ext uri="{FF2B5EF4-FFF2-40B4-BE49-F238E27FC236}">
                      <a16:creationId xmlns:a16="http://schemas.microsoft.com/office/drawing/2014/main" id="{2DBA55B9-0206-6F5F-6293-39183640594D}"/>
                    </a:ext>
                  </a:extLst>
                </p:cNvPr>
                <p:cNvPicPr/>
                <p:nvPr/>
              </p:nvPicPr>
              <p:blipFill>
                <a:blip r:embed="rId37"/>
                <a:stretch>
                  <a:fillRect/>
                </a:stretch>
              </p:blipFill>
              <p:spPr>
                <a:xfrm>
                  <a:off x="14506000" y="3076514"/>
                  <a:ext cx="8244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2F9D15E1-F287-7EB5-0D54-52D1D612F210}"/>
                    </a:ext>
                  </a:extLst>
                </p14:cNvPr>
                <p14:cNvContentPartPr/>
                <p14:nvPr/>
              </p14:nvContentPartPr>
              <p14:xfrm>
                <a:off x="14634520" y="3063914"/>
                <a:ext cx="330840" cy="268560"/>
              </p14:xfrm>
            </p:contentPart>
          </mc:Choice>
          <mc:Fallback xmlns="">
            <p:pic>
              <p:nvPicPr>
                <p:cNvPr id="22" name="Ink 21">
                  <a:extLst>
                    <a:ext uri="{FF2B5EF4-FFF2-40B4-BE49-F238E27FC236}">
                      <a16:creationId xmlns:a16="http://schemas.microsoft.com/office/drawing/2014/main" id="{2F9D15E1-F287-7EB5-0D54-52D1D612F210}"/>
                    </a:ext>
                  </a:extLst>
                </p:cNvPr>
                <p:cNvPicPr/>
                <p:nvPr/>
              </p:nvPicPr>
              <p:blipFill>
                <a:blip r:embed="rId39"/>
                <a:stretch>
                  <a:fillRect/>
                </a:stretch>
              </p:blipFill>
              <p:spPr>
                <a:xfrm>
                  <a:off x="14625520" y="3055274"/>
                  <a:ext cx="348480" cy="286200"/>
                </a:xfrm>
                <a:prstGeom prst="rect">
                  <a:avLst/>
                </a:prstGeom>
              </p:spPr>
            </p:pic>
          </mc:Fallback>
        </mc:AlternateContent>
      </p:grpSp>
      <p:grpSp>
        <p:nvGrpSpPr>
          <p:cNvPr id="29" name="Group 28">
            <a:extLst>
              <a:ext uri="{FF2B5EF4-FFF2-40B4-BE49-F238E27FC236}">
                <a16:creationId xmlns:a16="http://schemas.microsoft.com/office/drawing/2014/main" id="{6E0309BC-5682-EE93-9EE0-7330E965747C}"/>
              </a:ext>
            </a:extLst>
          </p:cNvPr>
          <p:cNvGrpSpPr/>
          <p:nvPr/>
        </p:nvGrpSpPr>
        <p:grpSpPr>
          <a:xfrm>
            <a:off x="15179200" y="3062114"/>
            <a:ext cx="835920" cy="311400"/>
            <a:chOff x="15179200" y="3062114"/>
            <a:chExt cx="835920" cy="311400"/>
          </a:xfrm>
        </p:grpSpPr>
        <mc:AlternateContent xmlns:mc="http://schemas.openxmlformats.org/markup-compatibility/2006" xmlns:p14="http://schemas.microsoft.com/office/powerpoint/2010/main">
          <mc:Choice Requires="p14">
            <p:contentPart p14:bwMode="auto" r:id="rId40">
              <p14:nvContentPartPr>
                <p14:cNvPr id="25" name="Ink 24">
                  <a:extLst>
                    <a:ext uri="{FF2B5EF4-FFF2-40B4-BE49-F238E27FC236}">
                      <a16:creationId xmlns:a16="http://schemas.microsoft.com/office/drawing/2014/main" id="{6880478B-F921-3026-5216-98AD65D6BBEA}"/>
                    </a:ext>
                  </a:extLst>
                </p14:cNvPr>
                <p14:cNvContentPartPr/>
                <p14:nvPr/>
              </p14:nvContentPartPr>
              <p14:xfrm>
                <a:off x="15179200" y="3062114"/>
                <a:ext cx="327240" cy="311400"/>
              </p14:xfrm>
            </p:contentPart>
          </mc:Choice>
          <mc:Fallback xmlns="">
            <p:pic>
              <p:nvPicPr>
                <p:cNvPr id="25" name="Ink 24">
                  <a:extLst>
                    <a:ext uri="{FF2B5EF4-FFF2-40B4-BE49-F238E27FC236}">
                      <a16:creationId xmlns:a16="http://schemas.microsoft.com/office/drawing/2014/main" id="{6880478B-F921-3026-5216-98AD65D6BBEA}"/>
                    </a:ext>
                  </a:extLst>
                </p:cNvPr>
                <p:cNvPicPr/>
                <p:nvPr/>
              </p:nvPicPr>
              <p:blipFill>
                <a:blip r:embed="rId41"/>
                <a:stretch>
                  <a:fillRect/>
                </a:stretch>
              </p:blipFill>
              <p:spPr>
                <a:xfrm>
                  <a:off x="15170200" y="3053114"/>
                  <a:ext cx="34488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Ink 25">
                  <a:extLst>
                    <a:ext uri="{FF2B5EF4-FFF2-40B4-BE49-F238E27FC236}">
                      <a16:creationId xmlns:a16="http://schemas.microsoft.com/office/drawing/2014/main" id="{450755BC-4A06-1EF2-3322-1ABBFC790537}"/>
                    </a:ext>
                  </a:extLst>
                </p14:cNvPr>
                <p14:cNvContentPartPr/>
                <p14:nvPr/>
              </p14:nvContentPartPr>
              <p14:xfrm>
                <a:off x="15498880" y="3225914"/>
                <a:ext cx="194760" cy="97200"/>
              </p14:xfrm>
            </p:contentPart>
          </mc:Choice>
          <mc:Fallback xmlns="">
            <p:pic>
              <p:nvPicPr>
                <p:cNvPr id="26" name="Ink 25">
                  <a:extLst>
                    <a:ext uri="{FF2B5EF4-FFF2-40B4-BE49-F238E27FC236}">
                      <a16:creationId xmlns:a16="http://schemas.microsoft.com/office/drawing/2014/main" id="{450755BC-4A06-1EF2-3322-1ABBFC790537}"/>
                    </a:ext>
                  </a:extLst>
                </p:cNvPr>
                <p:cNvPicPr/>
                <p:nvPr/>
              </p:nvPicPr>
              <p:blipFill>
                <a:blip r:embed="rId43"/>
                <a:stretch>
                  <a:fillRect/>
                </a:stretch>
              </p:blipFill>
              <p:spPr>
                <a:xfrm>
                  <a:off x="15490240" y="3216914"/>
                  <a:ext cx="21240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D57CF3F9-F3B7-5C13-F092-41AC2E40E69E}"/>
                    </a:ext>
                  </a:extLst>
                </p14:cNvPr>
                <p14:cNvContentPartPr/>
                <p14:nvPr/>
              </p14:nvContentPartPr>
              <p14:xfrm>
                <a:off x="15736120" y="3134474"/>
                <a:ext cx="69840" cy="203760"/>
              </p14:xfrm>
            </p:contentPart>
          </mc:Choice>
          <mc:Fallback xmlns="">
            <p:pic>
              <p:nvPicPr>
                <p:cNvPr id="27" name="Ink 26">
                  <a:extLst>
                    <a:ext uri="{FF2B5EF4-FFF2-40B4-BE49-F238E27FC236}">
                      <a16:creationId xmlns:a16="http://schemas.microsoft.com/office/drawing/2014/main" id="{D57CF3F9-F3B7-5C13-F092-41AC2E40E69E}"/>
                    </a:ext>
                  </a:extLst>
                </p:cNvPr>
                <p:cNvPicPr/>
                <p:nvPr/>
              </p:nvPicPr>
              <p:blipFill>
                <a:blip r:embed="rId45"/>
                <a:stretch>
                  <a:fillRect/>
                </a:stretch>
              </p:blipFill>
              <p:spPr>
                <a:xfrm>
                  <a:off x="15727480" y="3125474"/>
                  <a:ext cx="8748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8C4FB623-869A-8BF6-77A1-B62DC1F568F4}"/>
                    </a:ext>
                  </a:extLst>
                </p14:cNvPr>
                <p14:cNvContentPartPr/>
                <p14:nvPr/>
              </p14:nvContentPartPr>
              <p14:xfrm>
                <a:off x="15859240" y="3188834"/>
                <a:ext cx="155880" cy="159120"/>
              </p14:xfrm>
            </p:contentPart>
          </mc:Choice>
          <mc:Fallback xmlns="">
            <p:pic>
              <p:nvPicPr>
                <p:cNvPr id="28" name="Ink 27">
                  <a:extLst>
                    <a:ext uri="{FF2B5EF4-FFF2-40B4-BE49-F238E27FC236}">
                      <a16:creationId xmlns:a16="http://schemas.microsoft.com/office/drawing/2014/main" id="{8C4FB623-869A-8BF6-77A1-B62DC1F568F4}"/>
                    </a:ext>
                  </a:extLst>
                </p:cNvPr>
                <p:cNvPicPr/>
                <p:nvPr/>
              </p:nvPicPr>
              <p:blipFill>
                <a:blip r:embed="rId47"/>
                <a:stretch>
                  <a:fillRect/>
                </a:stretch>
              </p:blipFill>
              <p:spPr>
                <a:xfrm>
                  <a:off x="15850600" y="3179834"/>
                  <a:ext cx="173520" cy="176760"/>
                </a:xfrm>
                <a:prstGeom prst="rect">
                  <a:avLst/>
                </a:prstGeom>
              </p:spPr>
            </p:pic>
          </mc:Fallback>
        </mc:AlternateContent>
      </p:grpSp>
      <p:grpSp>
        <p:nvGrpSpPr>
          <p:cNvPr id="43" name="Group 42">
            <a:extLst>
              <a:ext uri="{FF2B5EF4-FFF2-40B4-BE49-F238E27FC236}">
                <a16:creationId xmlns:a16="http://schemas.microsoft.com/office/drawing/2014/main" id="{C2F47341-CB4C-56EB-9C6E-A89DDCD53C4B}"/>
              </a:ext>
            </a:extLst>
          </p:cNvPr>
          <p:cNvGrpSpPr/>
          <p:nvPr/>
        </p:nvGrpSpPr>
        <p:grpSpPr>
          <a:xfrm>
            <a:off x="16347400" y="2900114"/>
            <a:ext cx="642960" cy="706680"/>
            <a:chOff x="16347400" y="2900114"/>
            <a:chExt cx="642960" cy="706680"/>
          </a:xfrm>
        </p:grpSpPr>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1430E52C-DA9F-ECE8-B237-41A76D962288}"/>
                    </a:ext>
                  </a:extLst>
                </p14:cNvPr>
                <p14:cNvContentPartPr/>
                <p14:nvPr/>
              </p14:nvContentPartPr>
              <p14:xfrm>
                <a:off x="16347400" y="3054914"/>
                <a:ext cx="203760" cy="248040"/>
              </p14:xfrm>
            </p:contentPart>
          </mc:Choice>
          <mc:Fallback xmlns="">
            <p:pic>
              <p:nvPicPr>
                <p:cNvPr id="30" name="Ink 29">
                  <a:extLst>
                    <a:ext uri="{FF2B5EF4-FFF2-40B4-BE49-F238E27FC236}">
                      <a16:creationId xmlns:a16="http://schemas.microsoft.com/office/drawing/2014/main" id="{1430E52C-DA9F-ECE8-B237-41A76D962288}"/>
                    </a:ext>
                  </a:extLst>
                </p:cNvPr>
                <p:cNvPicPr/>
                <p:nvPr/>
              </p:nvPicPr>
              <p:blipFill>
                <a:blip r:embed="rId49"/>
                <a:stretch>
                  <a:fillRect/>
                </a:stretch>
              </p:blipFill>
              <p:spPr>
                <a:xfrm>
                  <a:off x="16338400" y="3045914"/>
                  <a:ext cx="22140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5415BD21-6F2F-ADBE-9AE5-7FB23F14A860}"/>
                    </a:ext>
                  </a:extLst>
                </p14:cNvPr>
                <p14:cNvContentPartPr/>
                <p14:nvPr/>
              </p14:nvContentPartPr>
              <p14:xfrm>
                <a:off x="16418320" y="2900114"/>
                <a:ext cx="196920" cy="442080"/>
              </p14:xfrm>
            </p:contentPart>
          </mc:Choice>
          <mc:Fallback xmlns="">
            <p:pic>
              <p:nvPicPr>
                <p:cNvPr id="31" name="Ink 30">
                  <a:extLst>
                    <a:ext uri="{FF2B5EF4-FFF2-40B4-BE49-F238E27FC236}">
                      <a16:creationId xmlns:a16="http://schemas.microsoft.com/office/drawing/2014/main" id="{5415BD21-6F2F-ADBE-9AE5-7FB23F14A860}"/>
                    </a:ext>
                  </a:extLst>
                </p:cNvPr>
                <p:cNvPicPr/>
                <p:nvPr/>
              </p:nvPicPr>
              <p:blipFill>
                <a:blip r:embed="rId51"/>
                <a:stretch>
                  <a:fillRect/>
                </a:stretch>
              </p:blipFill>
              <p:spPr>
                <a:xfrm>
                  <a:off x="16409320" y="2891474"/>
                  <a:ext cx="21456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5C05981C-387F-AD86-533E-6CA94CFB1ED2}"/>
                    </a:ext>
                  </a:extLst>
                </p14:cNvPr>
                <p14:cNvContentPartPr/>
                <p14:nvPr/>
              </p14:nvContentPartPr>
              <p14:xfrm>
                <a:off x="16663120" y="3027914"/>
                <a:ext cx="327240" cy="578880"/>
              </p14:xfrm>
            </p:contentPart>
          </mc:Choice>
          <mc:Fallback xmlns="">
            <p:pic>
              <p:nvPicPr>
                <p:cNvPr id="32" name="Ink 31">
                  <a:extLst>
                    <a:ext uri="{FF2B5EF4-FFF2-40B4-BE49-F238E27FC236}">
                      <a16:creationId xmlns:a16="http://schemas.microsoft.com/office/drawing/2014/main" id="{5C05981C-387F-AD86-533E-6CA94CFB1ED2}"/>
                    </a:ext>
                  </a:extLst>
                </p:cNvPr>
                <p:cNvPicPr/>
                <p:nvPr/>
              </p:nvPicPr>
              <p:blipFill>
                <a:blip r:embed="rId53"/>
                <a:stretch>
                  <a:fillRect/>
                </a:stretch>
              </p:blipFill>
              <p:spPr>
                <a:xfrm>
                  <a:off x="16654120" y="3019274"/>
                  <a:ext cx="344880" cy="596520"/>
                </a:xfrm>
                <a:prstGeom prst="rect">
                  <a:avLst/>
                </a:prstGeom>
              </p:spPr>
            </p:pic>
          </mc:Fallback>
        </mc:AlternateContent>
      </p:grpSp>
      <p:grpSp>
        <p:nvGrpSpPr>
          <p:cNvPr id="42" name="Group 41">
            <a:extLst>
              <a:ext uri="{FF2B5EF4-FFF2-40B4-BE49-F238E27FC236}">
                <a16:creationId xmlns:a16="http://schemas.microsoft.com/office/drawing/2014/main" id="{6BC46FB3-2111-C8C0-1E25-BE2908B11E46}"/>
              </a:ext>
            </a:extLst>
          </p:cNvPr>
          <p:cNvGrpSpPr/>
          <p:nvPr/>
        </p:nvGrpSpPr>
        <p:grpSpPr>
          <a:xfrm>
            <a:off x="15189640" y="3732074"/>
            <a:ext cx="1419120" cy="404280"/>
            <a:chOff x="15189640" y="3732074"/>
            <a:chExt cx="1419120" cy="404280"/>
          </a:xfrm>
        </p:grpSpPr>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013DB33D-366B-E3A1-CAEF-9FD91B771A7D}"/>
                    </a:ext>
                  </a:extLst>
                </p14:cNvPr>
                <p14:cNvContentPartPr/>
                <p14:nvPr/>
              </p14:nvContentPartPr>
              <p14:xfrm>
                <a:off x="15190000" y="3732074"/>
                <a:ext cx="97200" cy="376920"/>
              </p14:xfrm>
            </p:contentPart>
          </mc:Choice>
          <mc:Fallback xmlns="">
            <p:pic>
              <p:nvPicPr>
                <p:cNvPr id="33" name="Ink 32">
                  <a:extLst>
                    <a:ext uri="{FF2B5EF4-FFF2-40B4-BE49-F238E27FC236}">
                      <a16:creationId xmlns:a16="http://schemas.microsoft.com/office/drawing/2014/main" id="{013DB33D-366B-E3A1-CAEF-9FD91B771A7D}"/>
                    </a:ext>
                  </a:extLst>
                </p:cNvPr>
                <p:cNvPicPr/>
                <p:nvPr/>
              </p:nvPicPr>
              <p:blipFill>
                <a:blip r:embed="rId55"/>
                <a:stretch>
                  <a:fillRect/>
                </a:stretch>
              </p:blipFill>
              <p:spPr>
                <a:xfrm>
                  <a:off x="15181360" y="3723434"/>
                  <a:ext cx="11484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Ink 33">
                  <a:extLst>
                    <a:ext uri="{FF2B5EF4-FFF2-40B4-BE49-F238E27FC236}">
                      <a16:creationId xmlns:a16="http://schemas.microsoft.com/office/drawing/2014/main" id="{BFD1DB55-F569-D913-88CF-640C78D32CC9}"/>
                    </a:ext>
                  </a:extLst>
                </p14:cNvPr>
                <p14:cNvContentPartPr/>
                <p14:nvPr/>
              </p14:nvContentPartPr>
              <p14:xfrm>
                <a:off x="15189640" y="3763034"/>
                <a:ext cx="138600" cy="30600"/>
              </p14:xfrm>
            </p:contentPart>
          </mc:Choice>
          <mc:Fallback xmlns="">
            <p:pic>
              <p:nvPicPr>
                <p:cNvPr id="34" name="Ink 33">
                  <a:extLst>
                    <a:ext uri="{FF2B5EF4-FFF2-40B4-BE49-F238E27FC236}">
                      <a16:creationId xmlns:a16="http://schemas.microsoft.com/office/drawing/2014/main" id="{BFD1DB55-F569-D913-88CF-640C78D32CC9}"/>
                    </a:ext>
                  </a:extLst>
                </p:cNvPr>
                <p:cNvPicPr/>
                <p:nvPr/>
              </p:nvPicPr>
              <p:blipFill>
                <a:blip r:embed="rId57"/>
                <a:stretch>
                  <a:fillRect/>
                </a:stretch>
              </p:blipFill>
              <p:spPr>
                <a:xfrm>
                  <a:off x="15181000" y="3754034"/>
                  <a:ext cx="15624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Ink 34">
                  <a:extLst>
                    <a:ext uri="{FF2B5EF4-FFF2-40B4-BE49-F238E27FC236}">
                      <a16:creationId xmlns:a16="http://schemas.microsoft.com/office/drawing/2014/main" id="{2EFEB861-45CD-3392-D446-71E37AB4007C}"/>
                    </a:ext>
                  </a:extLst>
                </p14:cNvPr>
                <p14:cNvContentPartPr/>
                <p14:nvPr/>
              </p14:nvContentPartPr>
              <p14:xfrm>
                <a:off x="15217360" y="3895514"/>
                <a:ext cx="202320" cy="69120"/>
              </p14:xfrm>
            </p:contentPart>
          </mc:Choice>
          <mc:Fallback xmlns="">
            <p:pic>
              <p:nvPicPr>
                <p:cNvPr id="35" name="Ink 34">
                  <a:extLst>
                    <a:ext uri="{FF2B5EF4-FFF2-40B4-BE49-F238E27FC236}">
                      <a16:creationId xmlns:a16="http://schemas.microsoft.com/office/drawing/2014/main" id="{2EFEB861-45CD-3392-D446-71E37AB4007C}"/>
                    </a:ext>
                  </a:extLst>
                </p:cNvPr>
                <p:cNvPicPr/>
                <p:nvPr/>
              </p:nvPicPr>
              <p:blipFill>
                <a:blip r:embed="rId59"/>
                <a:stretch>
                  <a:fillRect/>
                </a:stretch>
              </p:blipFill>
              <p:spPr>
                <a:xfrm>
                  <a:off x="15208720" y="3886874"/>
                  <a:ext cx="21996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Ink 35">
                  <a:extLst>
                    <a:ext uri="{FF2B5EF4-FFF2-40B4-BE49-F238E27FC236}">
                      <a16:creationId xmlns:a16="http://schemas.microsoft.com/office/drawing/2014/main" id="{493D9C4C-8F1C-BA00-9DBB-CAD6B41A1EDD}"/>
                    </a:ext>
                  </a:extLst>
                </p14:cNvPr>
                <p14:cNvContentPartPr/>
                <p14:nvPr/>
              </p14:nvContentPartPr>
              <p14:xfrm>
                <a:off x="15371440" y="3827474"/>
                <a:ext cx="514800" cy="240480"/>
              </p14:xfrm>
            </p:contentPart>
          </mc:Choice>
          <mc:Fallback xmlns="">
            <p:pic>
              <p:nvPicPr>
                <p:cNvPr id="36" name="Ink 35">
                  <a:extLst>
                    <a:ext uri="{FF2B5EF4-FFF2-40B4-BE49-F238E27FC236}">
                      <a16:creationId xmlns:a16="http://schemas.microsoft.com/office/drawing/2014/main" id="{493D9C4C-8F1C-BA00-9DBB-CAD6B41A1EDD}"/>
                    </a:ext>
                  </a:extLst>
                </p:cNvPr>
                <p:cNvPicPr/>
                <p:nvPr/>
              </p:nvPicPr>
              <p:blipFill>
                <a:blip r:embed="rId61"/>
                <a:stretch>
                  <a:fillRect/>
                </a:stretch>
              </p:blipFill>
              <p:spPr>
                <a:xfrm>
                  <a:off x="15362800" y="3818474"/>
                  <a:ext cx="53244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Ink 36">
                  <a:extLst>
                    <a:ext uri="{FF2B5EF4-FFF2-40B4-BE49-F238E27FC236}">
                      <a16:creationId xmlns:a16="http://schemas.microsoft.com/office/drawing/2014/main" id="{32189FAC-C44A-A1B6-54E0-36F22B2395E1}"/>
                    </a:ext>
                  </a:extLst>
                </p14:cNvPr>
                <p14:cNvContentPartPr/>
                <p14:nvPr/>
              </p14:nvContentPartPr>
              <p14:xfrm>
                <a:off x="15816400" y="3889394"/>
                <a:ext cx="193320" cy="162720"/>
              </p14:xfrm>
            </p:contentPart>
          </mc:Choice>
          <mc:Fallback xmlns="">
            <p:pic>
              <p:nvPicPr>
                <p:cNvPr id="37" name="Ink 36">
                  <a:extLst>
                    <a:ext uri="{FF2B5EF4-FFF2-40B4-BE49-F238E27FC236}">
                      <a16:creationId xmlns:a16="http://schemas.microsoft.com/office/drawing/2014/main" id="{32189FAC-C44A-A1B6-54E0-36F22B2395E1}"/>
                    </a:ext>
                  </a:extLst>
                </p:cNvPr>
                <p:cNvPicPr/>
                <p:nvPr/>
              </p:nvPicPr>
              <p:blipFill>
                <a:blip r:embed="rId63"/>
                <a:stretch>
                  <a:fillRect/>
                </a:stretch>
              </p:blipFill>
              <p:spPr>
                <a:xfrm>
                  <a:off x="15807400" y="3880394"/>
                  <a:ext cx="21096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8" name="Ink 37">
                  <a:extLst>
                    <a:ext uri="{FF2B5EF4-FFF2-40B4-BE49-F238E27FC236}">
                      <a16:creationId xmlns:a16="http://schemas.microsoft.com/office/drawing/2014/main" id="{0898C103-825F-03EF-4A15-62E605D66CC5}"/>
                    </a:ext>
                  </a:extLst>
                </p14:cNvPr>
                <p14:cNvContentPartPr/>
                <p14:nvPr/>
              </p14:nvContentPartPr>
              <p14:xfrm>
                <a:off x="16030960" y="3814874"/>
                <a:ext cx="86040" cy="192960"/>
              </p14:xfrm>
            </p:contentPart>
          </mc:Choice>
          <mc:Fallback xmlns="">
            <p:pic>
              <p:nvPicPr>
                <p:cNvPr id="38" name="Ink 37">
                  <a:extLst>
                    <a:ext uri="{FF2B5EF4-FFF2-40B4-BE49-F238E27FC236}">
                      <a16:creationId xmlns:a16="http://schemas.microsoft.com/office/drawing/2014/main" id="{0898C103-825F-03EF-4A15-62E605D66CC5}"/>
                    </a:ext>
                  </a:extLst>
                </p:cNvPr>
                <p:cNvPicPr/>
                <p:nvPr/>
              </p:nvPicPr>
              <p:blipFill>
                <a:blip r:embed="rId65"/>
                <a:stretch>
                  <a:fillRect/>
                </a:stretch>
              </p:blipFill>
              <p:spPr>
                <a:xfrm>
                  <a:off x="16021960" y="3805874"/>
                  <a:ext cx="1036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Ink 38">
                  <a:extLst>
                    <a:ext uri="{FF2B5EF4-FFF2-40B4-BE49-F238E27FC236}">
                      <a16:creationId xmlns:a16="http://schemas.microsoft.com/office/drawing/2014/main" id="{69C7C02F-934C-E2A5-5958-BEBD88B80334}"/>
                    </a:ext>
                  </a:extLst>
                </p14:cNvPr>
                <p14:cNvContentPartPr/>
                <p14:nvPr/>
              </p14:nvContentPartPr>
              <p14:xfrm>
                <a:off x="16197280" y="3922154"/>
                <a:ext cx="225000" cy="155160"/>
              </p14:xfrm>
            </p:contentPart>
          </mc:Choice>
          <mc:Fallback xmlns="">
            <p:pic>
              <p:nvPicPr>
                <p:cNvPr id="39" name="Ink 38">
                  <a:extLst>
                    <a:ext uri="{FF2B5EF4-FFF2-40B4-BE49-F238E27FC236}">
                      <a16:creationId xmlns:a16="http://schemas.microsoft.com/office/drawing/2014/main" id="{69C7C02F-934C-E2A5-5958-BEBD88B80334}"/>
                    </a:ext>
                  </a:extLst>
                </p:cNvPr>
                <p:cNvPicPr/>
                <p:nvPr/>
              </p:nvPicPr>
              <p:blipFill>
                <a:blip r:embed="rId67"/>
                <a:stretch>
                  <a:fillRect/>
                </a:stretch>
              </p:blipFill>
              <p:spPr>
                <a:xfrm>
                  <a:off x="16188280" y="3913154"/>
                  <a:ext cx="2426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0" name="Ink 39">
                  <a:extLst>
                    <a:ext uri="{FF2B5EF4-FFF2-40B4-BE49-F238E27FC236}">
                      <a16:creationId xmlns:a16="http://schemas.microsoft.com/office/drawing/2014/main" id="{C268A4BF-8029-4407-D8F0-D014A0551E50}"/>
                    </a:ext>
                  </a:extLst>
                </p14:cNvPr>
                <p14:cNvContentPartPr/>
                <p14:nvPr/>
              </p14:nvContentPartPr>
              <p14:xfrm>
                <a:off x="16404640" y="3841154"/>
                <a:ext cx="172800" cy="226800"/>
              </p14:xfrm>
            </p:contentPart>
          </mc:Choice>
          <mc:Fallback xmlns="">
            <p:pic>
              <p:nvPicPr>
                <p:cNvPr id="40" name="Ink 39">
                  <a:extLst>
                    <a:ext uri="{FF2B5EF4-FFF2-40B4-BE49-F238E27FC236}">
                      <a16:creationId xmlns:a16="http://schemas.microsoft.com/office/drawing/2014/main" id="{C268A4BF-8029-4407-D8F0-D014A0551E50}"/>
                    </a:ext>
                  </a:extLst>
                </p:cNvPr>
                <p:cNvPicPr/>
                <p:nvPr/>
              </p:nvPicPr>
              <p:blipFill>
                <a:blip r:embed="rId69"/>
                <a:stretch>
                  <a:fillRect/>
                </a:stretch>
              </p:blipFill>
              <p:spPr>
                <a:xfrm>
                  <a:off x="16396000" y="3832154"/>
                  <a:ext cx="19044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1" name="Ink 40">
                  <a:extLst>
                    <a:ext uri="{FF2B5EF4-FFF2-40B4-BE49-F238E27FC236}">
                      <a16:creationId xmlns:a16="http://schemas.microsoft.com/office/drawing/2014/main" id="{5ABCB29D-4AFE-2F03-08A6-BBFCF3A2701A}"/>
                    </a:ext>
                  </a:extLst>
                </p14:cNvPr>
                <p14:cNvContentPartPr/>
                <p14:nvPr/>
              </p14:nvContentPartPr>
              <p14:xfrm>
                <a:off x="16507240" y="3763754"/>
                <a:ext cx="101520" cy="372600"/>
              </p14:xfrm>
            </p:contentPart>
          </mc:Choice>
          <mc:Fallback xmlns="">
            <p:pic>
              <p:nvPicPr>
                <p:cNvPr id="41" name="Ink 40">
                  <a:extLst>
                    <a:ext uri="{FF2B5EF4-FFF2-40B4-BE49-F238E27FC236}">
                      <a16:creationId xmlns:a16="http://schemas.microsoft.com/office/drawing/2014/main" id="{5ABCB29D-4AFE-2F03-08A6-BBFCF3A2701A}"/>
                    </a:ext>
                  </a:extLst>
                </p:cNvPr>
                <p:cNvPicPr/>
                <p:nvPr/>
              </p:nvPicPr>
              <p:blipFill>
                <a:blip r:embed="rId71"/>
                <a:stretch>
                  <a:fillRect/>
                </a:stretch>
              </p:blipFill>
              <p:spPr>
                <a:xfrm>
                  <a:off x="16498600" y="3754754"/>
                  <a:ext cx="119160" cy="390240"/>
                </a:xfrm>
                <a:prstGeom prst="rect">
                  <a:avLst/>
                </a:prstGeom>
              </p:spPr>
            </p:pic>
          </mc:Fallback>
        </mc:AlternateContent>
      </p:grpSp>
      <p:grpSp>
        <p:nvGrpSpPr>
          <p:cNvPr id="104" name="Group 103">
            <a:extLst>
              <a:ext uri="{FF2B5EF4-FFF2-40B4-BE49-F238E27FC236}">
                <a16:creationId xmlns:a16="http://schemas.microsoft.com/office/drawing/2014/main" id="{6D37DB18-CFEE-52E7-5497-F68E12F6EB8E}"/>
              </a:ext>
            </a:extLst>
          </p:cNvPr>
          <p:cNvGrpSpPr/>
          <p:nvPr/>
        </p:nvGrpSpPr>
        <p:grpSpPr>
          <a:xfrm>
            <a:off x="8353600" y="334034"/>
            <a:ext cx="9236520" cy="1306440"/>
            <a:chOff x="8353600" y="334034"/>
            <a:chExt cx="9236520" cy="1306440"/>
          </a:xfrm>
        </p:grpSpPr>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823DA3A6-1AF1-63AF-CBD3-5BC15654D6CE}"/>
                    </a:ext>
                  </a:extLst>
                </p14:cNvPr>
                <p14:cNvContentPartPr/>
                <p14:nvPr/>
              </p14:nvContentPartPr>
              <p14:xfrm>
                <a:off x="8353600" y="400274"/>
                <a:ext cx="354240" cy="380160"/>
              </p14:xfrm>
            </p:contentPart>
          </mc:Choice>
          <mc:Fallback xmlns="">
            <p:pic>
              <p:nvPicPr>
                <p:cNvPr id="44" name="Ink 43">
                  <a:extLst>
                    <a:ext uri="{FF2B5EF4-FFF2-40B4-BE49-F238E27FC236}">
                      <a16:creationId xmlns:a16="http://schemas.microsoft.com/office/drawing/2014/main" id="{823DA3A6-1AF1-63AF-CBD3-5BC15654D6CE}"/>
                    </a:ext>
                  </a:extLst>
                </p:cNvPr>
                <p:cNvPicPr/>
                <p:nvPr/>
              </p:nvPicPr>
              <p:blipFill>
                <a:blip r:embed="rId73"/>
                <a:stretch>
                  <a:fillRect/>
                </a:stretch>
              </p:blipFill>
              <p:spPr>
                <a:xfrm>
                  <a:off x="8344960" y="391274"/>
                  <a:ext cx="371880" cy="397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4FA43793-FE3B-39F2-03DC-C379CDFEC154}"/>
                    </a:ext>
                  </a:extLst>
                </p14:cNvPr>
                <p14:cNvContentPartPr/>
                <p14:nvPr/>
              </p14:nvContentPartPr>
              <p14:xfrm>
                <a:off x="8680840" y="560114"/>
                <a:ext cx="69840" cy="60480"/>
              </p14:xfrm>
            </p:contentPart>
          </mc:Choice>
          <mc:Fallback xmlns="">
            <p:pic>
              <p:nvPicPr>
                <p:cNvPr id="45" name="Ink 44">
                  <a:extLst>
                    <a:ext uri="{FF2B5EF4-FFF2-40B4-BE49-F238E27FC236}">
                      <a16:creationId xmlns:a16="http://schemas.microsoft.com/office/drawing/2014/main" id="{4FA43793-FE3B-39F2-03DC-C379CDFEC154}"/>
                    </a:ext>
                  </a:extLst>
                </p:cNvPr>
                <p:cNvPicPr/>
                <p:nvPr/>
              </p:nvPicPr>
              <p:blipFill>
                <a:blip r:embed="rId75"/>
                <a:stretch>
                  <a:fillRect/>
                </a:stretch>
              </p:blipFill>
              <p:spPr>
                <a:xfrm>
                  <a:off x="8672200" y="551114"/>
                  <a:ext cx="874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Ink 45">
                  <a:extLst>
                    <a:ext uri="{FF2B5EF4-FFF2-40B4-BE49-F238E27FC236}">
                      <a16:creationId xmlns:a16="http://schemas.microsoft.com/office/drawing/2014/main" id="{277CB789-3E0D-E2AE-2F06-EF3734E3B759}"/>
                    </a:ext>
                  </a:extLst>
                </p14:cNvPr>
                <p14:cNvContentPartPr/>
                <p14:nvPr/>
              </p14:nvContentPartPr>
              <p14:xfrm>
                <a:off x="8814760" y="635714"/>
                <a:ext cx="268200" cy="194040"/>
              </p14:xfrm>
            </p:contentPart>
          </mc:Choice>
          <mc:Fallback xmlns="">
            <p:pic>
              <p:nvPicPr>
                <p:cNvPr id="46" name="Ink 45">
                  <a:extLst>
                    <a:ext uri="{FF2B5EF4-FFF2-40B4-BE49-F238E27FC236}">
                      <a16:creationId xmlns:a16="http://schemas.microsoft.com/office/drawing/2014/main" id="{277CB789-3E0D-E2AE-2F06-EF3734E3B759}"/>
                    </a:ext>
                  </a:extLst>
                </p:cNvPr>
                <p:cNvPicPr/>
                <p:nvPr/>
              </p:nvPicPr>
              <p:blipFill>
                <a:blip r:embed="rId77"/>
                <a:stretch>
                  <a:fillRect/>
                </a:stretch>
              </p:blipFill>
              <p:spPr>
                <a:xfrm>
                  <a:off x="8806120" y="626714"/>
                  <a:ext cx="28584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Ink 46">
                  <a:extLst>
                    <a:ext uri="{FF2B5EF4-FFF2-40B4-BE49-F238E27FC236}">
                      <a16:creationId xmlns:a16="http://schemas.microsoft.com/office/drawing/2014/main" id="{658A6A61-9F6D-69BC-1FEB-C3CD50EBA4CA}"/>
                    </a:ext>
                  </a:extLst>
                </p14:cNvPr>
                <p14:cNvContentPartPr/>
                <p14:nvPr/>
              </p14:nvContentPartPr>
              <p14:xfrm>
                <a:off x="9098080" y="617354"/>
                <a:ext cx="327960" cy="208440"/>
              </p14:xfrm>
            </p:contentPart>
          </mc:Choice>
          <mc:Fallback xmlns="">
            <p:pic>
              <p:nvPicPr>
                <p:cNvPr id="47" name="Ink 46">
                  <a:extLst>
                    <a:ext uri="{FF2B5EF4-FFF2-40B4-BE49-F238E27FC236}">
                      <a16:creationId xmlns:a16="http://schemas.microsoft.com/office/drawing/2014/main" id="{658A6A61-9F6D-69BC-1FEB-C3CD50EBA4CA}"/>
                    </a:ext>
                  </a:extLst>
                </p:cNvPr>
                <p:cNvPicPr/>
                <p:nvPr/>
              </p:nvPicPr>
              <p:blipFill>
                <a:blip r:embed="rId79"/>
                <a:stretch>
                  <a:fillRect/>
                </a:stretch>
              </p:blipFill>
              <p:spPr>
                <a:xfrm>
                  <a:off x="9089080" y="608354"/>
                  <a:ext cx="34560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Ink 47">
                  <a:extLst>
                    <a:ext uri="{FF2B5EF4-FFF2-40B4-BE49-F238E27FC236}">
                      <a16:creationId xmlns:a16="http://schemas.microsoft.com/office/drawing/2014/main" id="{60223E2C-4330-F61F-7B97-ACFC80570A4A}"/>
                    </a:ext>
                  </a:extLst>
                </p14:cNvPr>
                <p14:cNvContentPartPr/>
                <p14:nvPr/>
              </p14:nvContentPartPr>
              <p14:xfrm>
                <a:off x="9414880" y="776834"/>
                <a:ext cx="43200" cy="21600"/>
              </p14:xfrm>
            </p:contentPart>
          </mc:Choice>
          <mc:Fallback xmlns="">
            <p:pic>
              <p:nvPicPr>
                <p:cNvPr id="48" name="Ink 47">
                  <a:extLst>
                    <a:ext uri="{FF2B5EF4-FFF2-40B4-BE49-F238E27FC236}">
                      <a16:creationId xmlns:a16="http://schemas.microsoft.com/office/drawing/2014/main" id="{60223E2C-4330-F61F-7B97-ACFC80570A4A}"/>
                    </a:ext>
                  </a:extLst>
                </p:cNvPr>
                <p:cNvPicPr/>
                <p:nvPr/>
              </p:nvPicPr>
              <p:blipFill>
                <a:blip r:embed="rId81"/>
                <a:stretch>
                  <a:fillRect/>
                </a:stretch>
              </p:blipFill>
              <p:spPr>
                <a:xfrm>
                  <a:off x="9405880" y="768194"/>
                  <a:ext cx="608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9" name="Ink 48">
                  <a:extLst>
                    <a:ext uri="{FF2B5EF4-FFF2-40B4-BE49-F238E27FC236}">
                      <a16:creationId xmlns:a16="http://schemas.microsoft.com/office/drawing/2014/main" id="{9F73FAC3-3B17-4594-40FC-12E21E8D5F42}"/>
                    </a:ext>
                  </a:extLst>
                </p14:cNvPr>
                <p14:cNvContentPartPr/>
                <p14:nvPr/>
              </p14:nvContentPartPr>
              <p14:xfrm>
                <a:off x="9484360" y="668474"/>
                <a:ext cx="171720" cy="133920"/>
              </p14:xfrm>
            </p:contentPart>
          </mc:Choice>
          <mc:Fallback xmlns="">
            <p:pic>
              <p:nvPicPr>
                <p:cNvPr id="49" name="Ink 48">
                  <a:extLst>
                    <a:ext uri="{FF2B5EF4-FFF2-40B4-BE49-F238E27FC236}">
                      <a16:creationId xmlns:a16="http://schemas.microsoft.com/office/drawing/2014/main" id="{9F73FAC3-3B17-4594-40FC-12E21E8D5F42}"/>
                    </a:ext>
                  </a:extLst>
                </p:cNvPr>
                <p:cNvPicPr/>
                <p:nvPr/>
              </p:nvPicPr>
              <p:blipFill>
                <a:blip r:embed="rId83"/>
                <a:stretch>
                  <a:fillRect/>
                </a:stretch>
              </p:blipFill>
              <p:spPr>
                <a:xfrm>
                  <a:off x="9475720" y="659834"/>
                  <a:ext cx="18936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0" name="Ink 49">
                  <a:extLst>
                    <a:ext uri="{FF2B5EF4-FFF2-40B4-BE49-F238E27FC236}">
                      <a16:creationId xmlns:a16="http://schemas.microsoft.com/office/drawing/2014/main" id="{7EA9EC99-94E7-F343-5A05-ACABC6B4DB09}"/>
                    </a:ext>
                  </a:extLst>
                </p14:cNvPr>
                <p14:cNvContentPartPr/>
                <p14:nvPr/>
              </p14:nvContentPartPr>
              <p14:xfrm>
                <a:off x="9569680" y="665234"/>
                <a:ext cx="135000" cy="337680"/>
              </p14:xfrm>
            </p:contentPart>
          </mc:Choice>
          <mc:Fallback xmlns="">
            <p:pic>
              <p:nvPicPr>
                <p:cNvPr id="50" name="Ink 49">
                  <a:extLst>
                    <a:ext uri="{FF2B5EF4-FFF2-40B4-BE49-F238E27FC236}">
                      <a16:creationId xmlns:a16="http://schemas.microsoft.com/office/drawing/2014/main" id="{7EA9EC99-94E7-F343-5A05-ACABC6B4DB09}"/>
                    </a:ext>
                  </a:extLst>
                </p:cNvPr>
                <p:cNvPicPr/>
                <p:nvPr/>
              </p:nvPicPr>
              <p:blipFill>
                <a:blip r:embed="rId85"/>
                <a:stretch>
                  <a:fillRect/>
                </a:stretch>
              </p:blipFill>
              <p:spPr>
                <a:xfrm>
                  <a:off x="9560680" y="656234"/>
                  <a:ext cx="15264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1" name="Ink 50">
                  <a:extLst>
                    <a:ext uri="{FF2B5EF4-FFF2-40B4-BE49-F238E27FC236}">
                      <a16:creationId xmlns:a16="http://schemas.microsoft.com/office/drawing/2014/main" id="{B5DD4E1C-965F-1827-D71C-8CEAA7BB293F}"/>
                    </a:ext>
                  </a:extLst>
                </p14:cNvPr>
                <p14:cNvContentPartPr/>
                <p14:nvPr/>
              </p14:nvContentPartPr>
              <p14:xfrm>
                <a:off x="9730600" y="665594"/>
                <a:ext cx="461160" cy="167760"/>
              </p14:xfrm>
            </p:contentPart>
          </mc:Choice>
          <mc:Fallback xmlns="">
            <p:pic>
              <p:nvPicPr>
                <p:cNvPr id="51" name="Ink 50">
                  <a:extLst>
                    <a:ext uri="{FF2B5EF4-FFF2-40B4-BE49-F238E27FC236}">
                      <a16:creationId xmlns:a16="http://schemas.microsoft.com/office/drawing/2014/main" id="{B5DD4E1C-965F-1827-D71C-8CEAA7BB293F}"/>
                    </a:ext>
                  </a:extLst>
                </p:cNvPr>
                <p:cNvPicPr/>
                <p:nvPr/>
              </p:nvPicPr>
              <p:blipFill>
                <a:blip r:embed="rId87"/>
                <a:stretch>
                  <a:fillRect/>
                </a:stretch>
              </p:blipFill>
              <p:spPr>
                <a:xfrm>
                  <a:off x="9721960" y="656594"/>
                  <a:ext cx="4788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2" name="Ink 51">
                  <a:extLst>
                    <a:ext uri="{FF2B5EF4-FFF2-40B4-BE49-F238E27FC236}">
                      <a16:creationId xmlns:a16="http://schemas.microsoft.com/office/drawing/2014/main" id="{A7BC3363-70D3-201A-AC14-1BC5DC8E81FC}"/>
                    </a:ext>
                  </a:extLst>
                </p14:cNvPr>
                <p14:cNvContentPartPr/>
                <p14:nvPr/>
              </p14:nvContentPartPr>
              <p14:xfrm>
                <a:off x="10382560" y="642554"/>
                <a:ext cx="173520" cy="133560"/>
              </p14:xfrm>
            </p:contentPart>
          </mc:Choice>
          <mc:Fallback xmlns="">
            <p:pic>
              <p:nvPicPr>
                <p:cNvPr id="52" name="Ink 51">
                  <a:extLst>
                    <a:ext uri="{FF2B5EF4-FFF2-40B4-BE49-F238E27FC236}">
                      <a16:creationId xmlns:a16="http://schemas.microsoft.com/office/drawing/2014/main" id="{A7BC3363-70D3-201A-AC14-1BC5DC8E81FC}"/>
                    </a:ext>
                  </a:extLst>
                </p:cNvPr>
                <p:cNvPicPr/>
                <p:nvPr/>
              </p:nvPicPr>
              <p:blipFill>
                <a:blip r:embed="rId89"/>
                <a:stretch>
                  <a:fillRect/>
                </a:stretch>
              </p:blipFill>
              <p:spPr>
                <a:xfrm>
                  <a:off x="10373920" y="633914"/>
                  <a:ext cx="19116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3" name="Ink 52">
                  <a:extLst>
                    <a:ext uri="{FF2B5EF4-FFF2-40B4-BE49-F238E27FC236}">
                      <a16:creationId xmlns:a16="http://schemas.microsoft.com/office/drawing/2014/main" id="{4154A869-343C-EB78-F102-45FFED59A1A2}"/>
                    </a:ext>
                  </a:extLst>
                </p14:cNvPr>
                <p14:cNvContentPartPr/>
                <p14:nvPr/>
              </p14:nvContentPartPr>
              <p14:xfrm>
                <a:off x="10614760" y="667394"/>
                <a:ext cx="353880" cy="159120"/>
              </p14:xfrm>
            </p:contentPart>
          </mc:Choice>
          <mc:Fallback xmlns="">
            <p:pic>
              <p:nvPicPr>
                <p:cNvPr id="53" name="Ink 52">
                  <a:extLst>
                    <a:ext uri="{FF2B5EF4-FFF2-40B4-BE49-F238E27FC236}">
                      <a16:creationId xmlns:a16="http://schemas.microsoft.com/office/drawing/2014/main" id="{4154A869-343C-EB78-F102-45FFED59A1A2}"/>
                    </a:ext>
                  </a:extLst>
                </p:cNvPr>
                <p:cNvPicPr/>
                <p:nvPr/>
              </p:nvPicPr>
              <p:blipFill>
                <a:blip r:embed="rId91"/>
                <a:stretch>
                  <a:fillRect/>
                </a:stretch>
              </p:blipFill>
              <p:spPr>
                <a:xfrm>
                  <a:off x="10606120" y="658394"/>
                  <a:ext cx="37152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4" name="Ink 53">
                  <a:extLst>
                    <a:ext uri="{FF2B5EF4-FFF2-40B4-BE49-F238E27FC236}">
                      <a16:creationId xmlns:a16="http://schemas.microsoft.com/office/drawing/2014/main" id="{D100D2AB-81D9-1EB4-77EB-23EE68B9107C}"/>
                    </a:ext>
                  </a:extLst>
                </p14:cNvPr>
                <p14:cNvContentPartPr/>
                <p14:nvPr/>
              </p14:nvContentPartPr>
              <p14:xfrm>
                <a:off x="11305600" y="640034"/>
                <a:ext cx="284400" cy="185760"/>
              </p14:xfrm>
            </p:contentPart>
          </mc:Choice>
          <mc:Fallback xmlns="">
            <p:pic>
              <p:nvPicPr>
                <p:cNvPr id="54" name="Ink 53">
                  <a:extLst>
                    <a:ext uri="{FF2B5EF4-FFF2-40B4-BE49-F238E27FC236}">
                      <a16:creationId xmlns:a16="http://schemas.microsoft.com/office/drawing/2014/main" id="{D100D2AB-81D9-1EB4-77EB-23EE68B9107C}"/>
                    </a:ext>
                  </a:extLst>
                </p:cNvPr>
                <p:cNvPicPr/>
                <p:nvPr/>
              </p:nvPicPr>
              <p:blipFill>
                <a:blip r:embed="rId93"/>
                <a:stretch>
                  <a:fillRect/>
                </a:stretch>
              </p:blipFill>
              <p:spPr>
                <a:xfrm>
                  <a:off x="11296960" y="631034"/>
                  <a:ext cx="3020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5" name="Ink 54">
                  <a:extLst>
                    <a:ext uri="{FF2B5EF4-FFF2-40B4-BE49-F238E27FC236}">
                      <a16:creationId xmlns:a16="http://schemas.microsoft.com/office/drawing/2014/main" id="{AED24C36-6643-37E5-B900-81F830E4CA7A}"/>
                    </a:ext>
                  </a:extLst>
                </p14:cNvPr>
                <p14:cNvContentPartPr/>
                <p14:nvPr/>
              </p14:nvContentPartPr>
              <p14:xfrm>
                <a:off x="11851360" y="562634"/>
                <a:ext cx="81720" cy="408960"/>
              </p14:xfrm>
            </p:contentPart>
          </mc:Choice>
          <mc:Fallback xmlns="">
            <p:pic>
              <p:nvPicPr>
                <p:cNvPr id="55" name="Ink 54">
                  <a:extLst>
                    <a:ext uri="{FF2B5EF4-FFF2-40B4-BE49-F238E27FC236}">
                      <a16:creationId xmlns:a16="http://schemas.microsoft.com/office/drawing/2014/main" id="{AED24C36-6643-37E5-B900-81F830E4CA7A}"/>
                    </a:ext>
                  </a:extLst>
                </p:cNvPr>
                <p:cNvPicPr/>
                <p:nvPr/>
              </p:nvPicPr>
              <p:blipFill>
                <a:blip r:embed="rId95"/>
                <a:stretch>
                  <a:fillRect/>
                </a:stretch>
              </p:blipFill>
              <p:spPr>
                <a:xfrm>
                  <a:off x="11842720" y="553994"/>
                  <a:ext cx="99360" cy="4266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6" name="Ink 55">
                  <a:extLst>
                    <a:ext uri="{FF2B5EF4-FFF2-40B4-BE49-F238E27FC236}">
                      <a16:creationId xmlns:a16="http://schemas.microsoft.com/office/drawing/2014/main" id="{F1B69AF0-E474-BE29-030E-349C27121D12}"/>
                    </a:ext>
                  </a:extLst>
                </p14:cNvPr>
                <p14:cNvContentPartPr/>
                <p14:nvPr/>
              </p14:nvContentPartPr>
              <p14:xfrm>
                <a:off x="11751280" y="576674"/>
                <a:ext cx="218160" cy="49680"/>
              </p14:xfrm>
            </p:contentPart>
          </mc:Choice>
          <mc:Fallback xmlns="">
            <p:pic>
              <p:nvPicPr>
                <p:cNvPr id="56" name="Ink 55">
                  <a:extLst>
                    <a:ext uri="{FF2B5EF4-FFF2-40B4-BE49-F238E27FC236}">
                      <a16:creationId xmlns:a16="http://schemas.microsoft.com/office/drawing/2014/main" id="{F1B69AF0-E474-BE29-030E-349C27121D12}"/>
                    </a:ext>
                  </a:extLst>
                </p:cNvPr>
                <p:cNvPicPr/>
                <p:nvPr/>
              </p:nvPicPr>
              <p:blipFill>
                <a:blip r:embed="rId97"/>
                <a:stretch>
                  <a:fillRect/>
                </a:stretch>
              </p:blipFill>
              <p:spPr>
                <a:xfrm>
                  <a:off x="11742640" y="568034"/>
                  <a:ext cx="2358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7" name="Ink 56">
                  <a:extLst>
                    <a:ext uri="{FF2B5EF4-FFF2-40B4-BE49-F238E27FC236}">
                      <a16:creationId xmlns:a16="http://schemas.microsoft.com/office/drawing/2014/main" id="{F794CA3F-B804-A67B-FEEF-2FF10D967E55}"/>
                    </a:ext>
                  </a:extLst>
                </p14:cNvPr>
                <p14:cNvContentPartPr/>
                <p14:nvPr/>
              </p14:nvContentPartPr>
              <p14:xfrm>
                <a:off x="11841640" y="671354"/>
                <a:ext cx="171720" cy="101880"/>
              </p14:xfrm>
            </p:contentPart>
          </mc:Choice>
          <mc:Fallback xmlns="">
            <p:pic>
              <p:nvPicPr>
                <p:cNvPr id="57" name="Ink 56">
                  <a:extLst>
                    <a:ext uri="{FF2B5EF4-FFF2-40B4-BE49-F238E27FC236}">
                      <a16:creationId xmlns:a16="http://schemas.microsoft.com/office/drawing/2014/main" id="{F794CA3F-B804-A67B-FEEF-2FF10D967E55}"/>
                    </a:ext>
                  </a:extLst>
                </p:cNvPr>
                <p:cNvPicPr/>
                <p:nvPr/>
              </p:nvPicPr>
              <p:blipFill>
                <a:blip r:embed="rId99"/>
                <a:stretch>
                  <a:fillRect/>
                </a:stretch>
              </p:blipFill>
              <p:spPr>
                <a:xfrm>
                  <a:off x="11832640" y="662714"/>
                  <a:ext cx="18936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8" name="Ink 57">
                  <a:extLst>
                    <a:ext uri="{FF2B5EF4-FFF2-40B4-BE49-F238E27FC236}">
                      <a16:creationId xmlns:a16="http://schemas.microsoft.com/office/drawing/2014/main" id="{85703682-DDBE-5433-C5C7-645E784C6120}"/>
                    </a:ext>
                  </a:extLst>
                </p14:cNvPr>
                <p14:cNvContentPartPr/>
                <p14:nvPr/>
              </p14:nvContentPartPr>
              <p14:xfrm>
                <a:off x="12007600" y="690074"/>
                <a:ext cx="160920" cy="174600"/>
              </p14:xfrm>
            </p:contentPart>
          </mc:Choice>
          <mc:Fallback xmlns="">
            <p:pic>
              <p:nvPicPr>
                <p:cNvPr id="58" name="Ink 57">
                  <a:extLst>
                    <a:ext uri="{FF2B5EF4-FFF2-40B4-BE49-F238E27FC236}">
                      <a16:creationId xmlns:a16="http://schemas.microsoft.com/office/drawing/2014/main" id="{85703682-DDBE-5433-C5C7-645E784C6120}"/>
                    </a:ext>
                  </a:extLst>
                </p:cNvPr>
                <p:cNvPicPr/>
                <p:nvPr/>
              </p:nvPicPr>
              <p:blipFill>
                <a:blip r:embed="rId101"/>
                <a:stretch>
                  <a:fillRect/>
                </a:stretch>
              </p:blipFill>
              <p:spPr>
                <a:xfrm>
                  <a:off x="11998960" y="681434"/>
                  <a:ext cx="17856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9" name="Ink 58">
                  <a:extLst>
                    <a:ext uri="{FF2B5EF4-FFF2-40B4-BE49-F238E27FC236}">
                      <a16:creationId xmlns:a16="http://schemas.microsoft.com/office/drawing/2014/main" id="{FFDAB8A7-350E-36AA-4C3F-D132CE9E4D66}"/>
                    </a:ext>
                  </a:extLst>
                </p14:cNvPr>
                <p14:cNvContentPartPr/>
                <p14:nvPr/>
              </p14:nvContentPartPr>
              <p14:xfrm>
                <a:off x="12232240" y="719594"/>
                <a:ext cx="322200" cy="123840"/>
              </p14:xfrm>
            </p:contentPart>
          </mc:Choice>
          <mc:Fallback xmlns="">
            <p:pic>
              <p:nvPicPr>
                <p:cNvPr id="59" name="Ink 58">
                  <a:extLst>
                    <a:ext uri="{FF2B5EF4-FFF2-40B4-BE49-F238E27FC236}">
                      <a16:creationId xmlns:a16="http://schemas.microsoft.com/office/drawing/2014/main" id="{FFDAB8A7-350E-36AA-4C3F-D132CE9E4D66}"/>
                    </a:ext>
                  </a:extLst>
                </p:cNvPr>
                <p:cNvPicPr/>
                <p:nvPr/>
              </p:nvPicPr>
              <p:blipFill>
                <a:blip r:embed="rId103"/>
                <a:stretch>
                  <a:fillRect/>
                </a:stretch>
              </p:blipFill>
              <p:spPr>
                <a:xfrm>
                  <a:off x="12223600" y="710954"/>
                  <a:ext cx="33984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0" name="Ink 59">
                  <a:extLst>
                    <a:ext uri="{FF2B5EF4-FFF2-40B4-BE49-F238E27FC236}">
                      <a16:creationId xmlns:a16="http://schemas.microsoft.com/office/drawing/2014/main" id="{337EE6F8-B2F3-8D26-5899-3E0AEE11BC58}"/>
                    </a:ext>
                  </a:extLst>
                </p14:cNvPr>
                <p14:cNvContentPartPr/>
                <p14:nvPr/>
              </p14:nvContentPartPr>
              <p14:xfrm>
                <a:off x="12516280" y="522314"/>
                <a:ext cx="284400" cy="338760"/>
              </p14:xfrm>
            </p:contentPart>
          </mc:Choice>
          <mc:Fallback xmlns="">
            <p:pic>
              <p:nvPicPr>
                <p:cNvPr id="60" name="Ink 59">
                  <a:extLst>
                    <a:ext uri="{FF2B5EF4-FFF2-40B4-BE49-F238E27FC236}">
                      <a16:creationId xmlns:a16="http://schemas.microsoft.com/office/drawing/2014/main" id="{337EE6F8-B2F3-8D26-5899-3E0AEE11BC58}"/>
                    </a:ext>
                  </a:extLst>
                </p:cNvPr>
                <p:cNvPicPr/>
                <p:nvPr/>
              </p:nvPicPr>
              <p:blipFill>
                <a:blip r:embed="rId105"/>
                <a:stretch>
                  <a:fillRect/>
                </a:stretch>
              </p:blipFill>
              <p:spPr>
                <a:xfrm>
                  <a:off x="12507640" y="513314"/>
                  <a:ext cx="30204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1" name="Ink 60">
                  <a:extLst>
                    <a:ext uri="{FF2B5EF4-FFF2-40B4-BE49-F238E27FC236}">
                      <a16:creationId xmlns:a16="http://schemas.microsoft.com/office/drawing/2014/main" id="{5E5D3D83-100B-242B-9834-3D7106175DB4}"/>
                    </a:ext>
                  </a:extLst>
                </p14:cNvPr>
                <p14:cNvContentPartPr/>
                <p14:nvPr/>
              </p14:nvContentPartPr>
              <p14:xfrm>
                <a:off x="12918400" y="666314"/>
                <a:ext cx="316440" cy="315000"/>
              </p14:xfrm>
            </p:contentPart>
          </mc:Choice>
          <mc:Fallback xmlns="">
            <p:pic>
              <p:nvPicPr>
                <p:cNvPr id="61" name="Ink 60">
                  <a:extLst>
                    <a:ext uri="{FF2B5EF4-FFF2-40B4-BE49-F238E27FC236}">
                      <a16:creationId xmlns:a16="http://schemas.microsoft.com/office/drawing/2014/main" id="{5E5D3D83-100B-242B-9834-3D7106175DB4}"/>
                    </a:ext>
                  </a:extLst>
                </p:cNvPr>
                <p:cNvPicPr/>
                <p:nvPr/>
              </p:nvPicPr>
              <p:blipFill>
                <a:blip r:embed="rId107"/>
                <a:stretch>
                  <a:fillRect/>
                </a:stretch>
              </p:blipFill>
              <p:spPr>
                <a:xfrm>
                  <a:off x="12909400" y="657314"/>
                  <a:ext cx="33408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4" name="Ink 63">
                  <a:extLst>
                    <a:ext uri="{FF2B5EF4-FFF2-40B4-BE49-F238E27FC236}">
                      <a16:creationId xmlns:a16="http://schemas.microsoft.com/office/drawing/2014/main" id="{F19A7FD7-AA8F-4C2C-E2E1-65395264B084}"/>
                    </a:ext>
                  </a:extLst>
                </p14:cNvPr>
                <p14:cNvContentPartPr/>
                <p14:nvPr/>
              </p14:nvContentPartPr>
              <p14:xfrm>
                <a:off x="13461280" y="334034"/>
                <a:ext cx="373680" cy="401040"/>
              </p14:xfrm>
            </p:contentPart>
          </mc:Choice>
          <mc:Fallback xmlns="">
            <p:pic>
              <p:nvPicPr>
                <p:cNvPr id="64" name="Ink 63">
                  <a:extLst>
                    <a:ext uri="{FF2B5EF4-FFF2-40B4-BE49-F238E27FC236}">
                      <a16:creationId xmlns:a16="http://schemas.microsoft.com/office/drawing/2014/main" id="{F19A7FD7-AA8F-4C2C-E2E1-65395264B084}"/>
                    </a:ext>
                  </a:extLst>
                </p:cNvPr>
                <p:cNvPicPr/>
                <p:nvPr/>
              </p:nvPicPr>
              <p:blipFill>
                <a:blip r:embed="rId109"/>
                <a:stretch>
                  <a:fillRect/>
                </a:stretch>
              </p:blipFill>
              <p:spPr>
                <a:xfrm>
                  <a:off x="13452280" y="325034"/>
                  <a:ext cx="391320" cy="4186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5" name="Ink 64">
                  <a:extLst>
                    <a:ext uri="{FF2B5EF4-FFF2-40B4-BE49-F238E27FC236}">
                      <a16:creationId xmlns:a16="http://schemas.microsoft.com/office/drawing/2014/main" id="{DF4DE5C0-DEB1-DCBF-68C1-76A3762101A0}"/>
                    </a:ext>
                  </a:extLst>
                </p14:cNvPr>
                <p14:cNvContentPartPr/>
                <p14:nvPr/>
              </p14:nvContentPartPr>
              <p14:xfrm>
                <a:off x="13762240" y="593234"/>
                <a:ext cx="185040" cy="114840"/>
              </p14:xfrm>
            </p:contentPart>
          </mc:Choice>
          <mc:Fallback xmlns="">
            <p:pic>
              <p:nvPicPr>
                <p:cNvPr id="65" name="Ink 64">
                  <a:extLst>
                    <a:ext uri="{FF2B5EF4-FFF2-40B4-BE49-F238E27FC236}">
                      <a16:creationId xmlns:a16="http://schemas.microsoft.com/office/drawing/2014/main" id="{DF4DE5C0-DEB1-DCBF-68C1-76A3762101A0}"/>
                    </a:ext>
                  </a:extLst>
                </p:cNvPr>
                <p:cNvPicPr/>
                <p:nvPr/>
              </p:nvPicPr>
              <p:blipFill>
                <a:blip r:embed="rId111"/>
                <a:stretch>
                  <a:fillRect/>
                </a:stretch>
              </p:blipFill>
              <p:spPr>
                <a:xfrm>
                  <a:off x="13753240" y="584234"/>
                  <a:ext cx="20268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6" name="Ink 65">
                  <a:extLst>
                    <a:ext uri="{FF2B5EF4-FFF2-40B4-BE49-F238E27FC236}">
                      <a16:creationId xmlns:a16="http://schemas.microsoft.com/office/drawing/2014/main" id="{07622348-922C-75AC-FE1C-578795297EB1}"/>
                    </a:ext>
                  </a:extLst>
                </p14:cNvPr>
                <p14:cNvContentPartPr/>
                <p14:nvPr/>
              </p14:nvContentPartPr>
              <p14:xfrm>
                <a:off x="13952680" y="565874"/>
                <a:ext cx="246960" cy="145080"/>
              </p14:xfrm>
            </p:contentPart>
          </mc:Choice>
          <mc:Fallback xmlns="">
            <p:pic>
              <p:nvPicPr>
                <p:cNvPr id="66" name="Ink 65">
                  <a:extLst>
                    <a:ext uri="{FF2B5EF4-FFF2-40B4-BE49-F238E27FC236}">
                      <a16:creationId xmlns:a16="http://schemas.microsoft.com/office/drawing/2014/main" id="{07622348-922C-75AC-FE1C-578795297EB1}"/>
                    </a:ext>
                  </a:extLst>
                </p:cNvPr>
                <p:cNvPicPr/>
                <p:nvPr/>
              </p:nvPicPr>
              <p:blipFill>
                <a:blip r:embed="rId113"/>
                <a:stretch>
                  <a:fillRect/>
                </a:stretch>
              </p:blipFill>
              <p:spPr>
                <a:xfrm>
                  <a:off x="13943680" y="557234"/>
                  <a:ext cx="2646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7" name="Ink 66">
                  <a:extLst>
                    <a:ext uri="{FF2B5EF4-FFF2-40B4-BE49-F238E27FC236}">
                      <a16:creationId xmlns:a16="http://schemas.microsoft.com/office/drawing/2014/main" id="{0D495397-54E5-3EB6-B0F7-52AB9ECB0EE8}"/>
                    </a:ext>
                  </a:extLst>
                </p14:cNvPr>
                <p14:cNvContentPartPr/>
                <p14:nvPr/>
              </p14:nvContentPartPr>
              <p14:xfrm>
                <a:off x="14571160" y="448874"/>
                <a:ext cx="324360" cy="325440"/>
              </p14:xfrm>
            </p:contentPart>
          </mc:Choice>
          <mc:Fallback xmlns="">
            <p:pic>
              <p:nvPicPr>
                <p:cNvPr id="67" name="Ink 66">
                  <a:extLst>
                    <a:ext uri="{FF2B5EF4-FFF2-40B4-BE49-F238E27FC236}">
                      <a16:creationId xmlns:a16="http://schemas.microsoft.com/office/drawing/2014/main" id="{0D495397-54E5-3EB6-B0F7-52AB9ECB0EE8}"/>
                    </a:ext>
                  </a:extLst>
                </p:cNvPr>
                <p:cNvPicPr/>
                <p:nvPr/>
              </p:nvPicPr>
              <p:blipFill>
                <a:blip r:embed="rId115"/>
                <a:stretch>
                  <a:fillRect/>
                </a:stretch>
              </p:blipFill>
              <p:spPr>
                <a:xfrm>
                  <a:off x="14562520" y="440234"/>
                  <a:ext cx="34200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8" name="Ink 67">
                  <a:extLst>
                    <a:ext uri="{FF2B5EF4-FFF2-40B4-BE49-F238E27FC236}">
                      <a16:creationId xmlns:a16="http://schemas.microsoft.com/office/drawing/2014/main" id="{FE66C17E-32C1-D5D0-2B3A-66066383CEC8}"/>
                    </a:ext>
                  </a:extLst>
                </p14:cNvPr>
                <p14:cNvContentPartPr/>
                <p14:nvPr/>
              </p14:nvContentPartPr>
              <p14:xfrm>
                <a:off x="14862040" y="642914"/>
                <a:ext cx="102600" cy="117720"/>
              </p14:xfrm>
            </p:contentPart>
          </mc:Choice>
          <mc:Fallback xmlns="">
            <p:pic>
              <p:nvPicPr>
                <p:cNvPr id="68" name="Ink 67">
                  <a:extLst>
                    <a:ext uri="{FF2B5EF4-FFF2-40B4-BE49-F238E27FC236}">
                      <a16:creationId xmlns:a16="http://schemas.microsoft.com/office/drawing/2014/main" id="{FE66C17E-32C1-D5D0-2B3A-66066383CEC8}"/>
                    </a:ext>
                  </a:extLst>
                </p:cNvPr>
                <p:cNvPicPr/>
                <p:nvPr/>
              </p:nvPicPr>
              <p:blipFill>
                <a:blip r:embed="rId117"/>
                <a:stretch>
                  <a:fillRect/>
                </a:stretch>
              </p:blipFill>
              <p:spPr>
                <a:xfrm>
                  <a:off x="14853400" y="633914"/>
                  <a:ext cx="12024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9" name="Ink 68">
                  <a:extLst>
                    <a:ext uri="{FF2B5EF4-FFF2-40B4-BE49-F238E27FC236}">
                      <a16:creationId xmlns:a16="http://schemas.microsoft.com/office/drawing/2014/main" id="{DF5A4A58-375F-1110-CA4D-52C3F576319C}"/>
                    </a:ext>
                  </a:extLst>
                </p14:cNvPr>
                <p14:cNvContentPartPr/>
                <p14:nvPr/>
              </p14:nvContentPartPr>
              <p14:xfrm>
                <a:off x="15168400" y="610514"/>
                <a:ext cx="253080" cy="373320"/>
              </p14:xfrm>
            </p:contentPart>
          </mc:Choice>
          <mc:Fallback xmlns="">
            <p:pic>
              <p:nvPicPr>
                <p:cNvPr id="69" name="Ink 68">
                  <a:extLst>
                    <a:ext uri="{FF2B5EF4-FFF2-40B4-BE49-F238E27FC236}">
                      <a16:creationId xmlns:a16="http://schemas.microsoft.com/office/drawing/2014/main" id="{DF5A4A58-375F-1110-CA4D-52C3F576319C}"/>
                    </a:ext>
                  </a:extLst>
                </p:cNvPr>
                <p:cNvPicPr/>
                <p:nvPr/>
              </p:nvPicPr>
              <p:blipFill>
                <a:blip r:embed="rId119"/>
                <a:stretch>
                  <a:fillRect/>
                </a:stretch>
              </p:blipFill>
              <p:spPr>
                <a:xfrm>
                  <a:off x="15159400" y="601514"/>
                  <a:ext cx="27072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0" name="Ink 69">
                  <a:extLst>
                    <a:ext uri="{FF2B5EF4-FFF2-40B4-BE49-F238E27FC236}">
                      <a16:creationId xmlns:a16="http://schemas.microsoft.com/office/drawing/2014/main" id="{885799AE-C71C-FA5D-41ED-293C33145103}"/>
                    </a:ext>
                  </a:extLst>
                </p14:cNvPr>
                <p14:cNvContentPartPr/>
                <p14:nvPr/>
              </p14:nvContentPartPr>
              <p14:xfrm>
                <a:off x="15478000" y="644354"/>
                <a:ext cx="92520" cy="105840"/>
              </p14:xfrm>
            </p:contentPart>
          </mc:Choice>
          <mc:Fallback xmlns="">
            <p:pic>
              <p:nvPicPr>
                <p:cNvPr id="70" name="Ink 69">
                  <a:extLst>
                    <a:ext uri="{FF2B5EF4-FFF2-40B4-BE49-F238E27FC236}">
                      <a16:creationId xmlns:a16="http://schemas.microsoft.com/office/drawing/2014/main" id="{885799AE-C71C-FA5D-41ED-293C33145103}"/>
                    </a:ext>
                  </a:extLst>
                </p:cNvPr>
                <p:cNvPicPr/>
                <p:nvPr/>
              </p:nvPicPr>
              <p:blipFill>
                <a:blip r:embed="rId121"/>
                <a:stretch>
                  <a:fillRect/>
                </a:stretch>
              </p:blipFill>
              <p:spPr>
                <a:xfrm>
                  <a:off x="15469000" y="635714"/>
                  <a:ext cx="11016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1" name="Ink 70">
                  <a:extLst>
                    <a:ext uri="{FF2B5EF4-FFF2-40B4-BE49-F238E27FC236}">
                      <a16:creationId xmlns:a16="http://schemas.microsoft.com/office/drawing/2014/main" id="{C830ABCB-DD45-EBFA-A652-E2C881AB2CA6}"/>
                    </a:ext>
                  </a:extLst>
                </p14:cNvPr>
                <p14:cNvContentPartPr/>
                <p14:nvPr/>
              </p14:nvContentPartPr>
              <p14:xfrm>
                <a:off x="15607960" y="662354"/>
                <a:ext cx="251640" cy="136080"/>
              </p14:xfrm>
            </p:contentPart>
          </mc:Choice>
          <mc:Fallback xmlns="">
            <p:pic>
              <p:nvPicPr>
                <p:cNvPr id="71" name="Ink 70">
                  <a:extLst>
                    <a:ext uri="{FF2B5EF4-FFF2-40B4-BE49-F238E27FC236}">
                      <a16:creationId xmlns:a16="http://schemas.microsoft.com/office/drawing/2014/main" id="{C830ABCB-DD45-EBFA-A652-E2C881AB2CA6}"/>
                    </a:ext>
                  </a:extLst>
                </p:cNvPr>
                <p:cNvPicPr/>
                <p:nvPr/>
              </p:nvPicPr>
              <p:blipFill>
                <a:blip r:embed="rId123"/>
                <a:stretch>
                  <a:fillRect/>
                </a:stretch>
              </p:blipFill>
              <p:spPr>
                <a:xfrm>
                  <a:off x="15599320" y="653714"/>
                  <a:ext cx="26928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2" name="Ink 71">
                  <a:extLst>
                    <a:ext uri="{FF2B5EF4-FFF2-40B4-BE49-F238E27FC236}">
                      <a16:creationId xmlns:a16="http://schemas.microsoft.com/office/drawing/2014/main" id="{63497557-131A-B6FF-60CB-30BC8DFB03A6}"/>
                    </a:ext>
                  </a:extLst>
                </p14:cNvPr>
                <p14:cNvContentPartPr/>
                <p14:nvPr/>
              </p14:nvContentPartPr>
              <p14:xfrm>
                <a:off x="16006480" y="604034"/>
                <a:ext cx="394200" cy="179280"/>
              </p14:xfrm>
            </p:contentPart>
          </mc:Choice>
          <mc:Fallback xmlns="">
            <p:pic>
              <p:nvPicPr>
                <p:cNvPr id="72" name="Ink 71">
                  <a:extLst>
                    <a:ext uri="{FF2B5EF4-FFF2-40B4-BE49-F238E27FC236}">
                      <a16:creationId xmlns:a16="http://schemas.microsoft.com/office/drawing/2014/main" id="{63497557-131A-B6FF-60CB-30BC8DFB03A6}"/>
                    </a:ext>
                  </a:extLst>
                </p:cNvPr>
                <p:cNvPicPr/>
                <p:nvPr/>
              </p:nvPicPr>
              <p:blipFill>
                <a:blip r:embed="rId125"/>
                <a:stretch>
                  <a:fillRect/>
                </a:stretch>
              </p:blipFill>
              <p:spPr>
                <a:xfrm>
                  <a:off x="15997840" y="595034"/>
                  <a:ext cx="41184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3" name="Ink 72">
                  <a:extLst>
                    <a:ext uri="{FF2B5EF4-FFF2-40B4-BE49-F238E27FC236}">
                      <a16:creationId xmlns:a16="http://schemas.microsoft.com/office/drawing/2014/main" id="{EDBADF08-1257-203D-6928-BEF91EF5A293}"/>
                    </a:ext>
                  </a:extLst>
                </p14:cNvPr>
                <p14:cNvContentPartPr/>
                <p14:nvPr/>
              </p14:nvContentPartPr>
              <p14:xfrm>
                <a:off x="16399960" y="658754"/>
                <a:ext cx="161640" cy="80280"/>
              </p14:xfrm>
            </p:contentPart>
          </mc:Choice>
          <mc:Fallback xmlns="">
            <p:pic>
              <p:nvPicPr>
                <p:cNvPr id="73" name="Ink 72">
                  <a:extLst>
                    <a:ext uri="{FF2B5EF4-FFF2-40B4-BE49-F238E27FC236}">
                      <a16:creationId xmlns:a16="http://schemas.microsoft.com/office/drawing/2014/main" id="{EDBADF08-1257-203D-6928-BEF91EF5A293}"/>
                    </a:ext>
                  </a:extLst>
                </p:cNvPr>
                <p:cNvPicPr/>
                <p:nvPr/>
              </p:nvPicPr>
              <p:blipFill>
                <a:blip r:embed="rId127"/>
                <a:stretch>
                  <a:fillRect/>
                </a:stretch>
              </p:blipFill>
              <p:spPr>
                <a:xfrm>
                  <a:off x="16391320" y="649754"/>
                  <a:ext cx="17928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4" name="Ink 73">
                  <a:extLst>
                    <a:ext uri="{FF2B5EF4-FFF2-40B4-BE49-F238E27FC236}">
                      <a16:creationId xmlns:a16="http://schemas.microsoft.com/office/drawing/2014/main" id="{C36DA40D-6C14-89ED-6DA7-045B260263CE}"/>
                    </a:ext>
                  </a:extLst>
                </p14:cNvPr>
                <p14:cNvContentPartPr/>
                <p14:nvPr/>
              </p14:nvContentPartPr>
              <p14:xfrm>
                <a:off x="16566640" y="610514"/>
                <a:ext cx="193320" cy="214200"/>
              </p14:xfrm>
            </p:contentPart>
          </mc:Choice>
          <mc:Fallback xmlns="">
            <p:pic>
              <p:nvPicPr>
                <p:cNvPr id="74" name="Ink 73">
                  <a:extLst>
                    <a:ext uri="{FF2B5EF4-FFF2-40B4-BE49-F238E27FC236}">
                      <a16:creationId xmlns:a16="http://schemas.microsoft.com/office/drawing/2014/main" id="{C36DA40D-6C14-89ED-6DA7-045B260263CE}"/>
                    </a:ext>
                  </a:extLst>
                </p:cNvPr>
                <p:cNvPicPr/>
                <p:nvPr/>
              </p:nvPicPr>
              <p:blipFill>
                <a:blip r:embed="rId129"/>
                <a:stretch>
                  <a:fillRect/>
                </a:stretch>
              </p:blipFill>
              <p:spPr>
                <a:xfrm>
                  <a:off x="16557640" y="601514"/>
                  <a:ext cx="21096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5" name="Ink 74">
                  <a:extLst>
                    <a:ext uri="{FF2B5EF4-FFF2-40B4-BE49-F238E27FC236}">
                      <a16:creationId xmlns:a16="http://schemas.microsoft.com/office/drawing/2014/main" id="{42CD4EAD-F100-DA65-949C-16C7EA09A4B8}"/>
                    </a:ext>
                  </a:extLst>
                </p14:cNvPr>
                <p14:cNvContentPartPr/>
                <p14:nvPr/>
              </p14:nvContentPartPr>
              <p14:xfrm>
                <a:off x="16780840" y="677474"/>
                <a:ext cx="37800" cy="120240"/>
              </p14:xfrm>
            </p:contentPart>
          </mc:Choice>
          <mc:Fallback xmlns="">
            <p:pic>
              <p:nvPicPr>
                <p:cNvPr id="75" name="Ink 74">
                  <a:extLst>
                    <a:ext uri="{FF2B5EF4-FFF2-40B4-BE49-F238E27FC236}">
                      <a16:creationId xmlns:a16="http://schemas.microsoft.com/office/drawing/2014/main" id="{42CD4EAD-F100-DA65-949C-16C7EA09A4B8}"/>
                    </a:ext>
                  </a:extLst>
                </p:cNvPr>
                <p:cNvPicPr/>
                <p:nvPr/>
              </p:nvPicPr>
              <p:blipFill>
                <a:blip r:embed="rId131"/>
                <a:stretch>
                  <a:fillRect/>
                </a:stretch>
              </p:blipFill>
              <p:spPr>
                <a:xfrm>
                  <a:off x="16771840" y="668834"/>
                  <a:ext cx="554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6" name="Ink 75">
                  <a:extLst>
                    <a:ext uri="{FF2B5EF4-FFF2-40B4-BE49-F238E27FC236}">
                      <a16:creationId xmlns:a16="http://schemas.microsoft.com/office/drawing/2014/main" id="{28AA4E8A-35B9-EF59-80B1-58CBA39D1D33}"/>
                    </a:ext>
                  </a:extLst>
                </p14:cNvPr>
                <p14:cNvContentPartPr/>
                <p14:nvPr/>
              </p14:nvContentPartPr>
              <p14:xfrm>
                <a:off x="16818280" y="553274"/>
                <a:ext cx="343080" cy="245160"/>
              </p14:xfrm>
            </p:contentPart>
          </mc:Choice>
          <mc:Fallback xmlns="">
            <p:pic>
              <p:nvPicPr>
                <p:cNvPr id="76" name="Ink 75">
                  <a:extLst>
                    <a:ext uri="{FF2B5EF4-FFF2-40B4-BE49-F238E27FC236}">
                      <a16:creationId xmlns:a16="http://schemas.microsoft.com/office/drawing/2014/main" id="{28AA4E8A-35B9-EF59-80B1-58CBA39D1D33}"/>
                    </a:ext>
                  </a:extLst>
                </p:cNvPr>
                <p:cNvPicPr/>
                <p:nvPr/>
              </p:nvPicPr>
              <p:blipFill>
                <a:blip r:embed="rId133"/>
                <a:stretch>
                  <a:fillRect/>
                </a:stretch>
              </p:blipFill>
              <p:spPr>
                <a:xfrm>
                  <a:off x="16809640" y="544274"/>
                  <a:ext cx="36072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7" name="Ink 76">
                  <a:extLst>
                    <a:ext uri="{FF2B5EF4-FFF2-40B4-BE49-F238E27FC236}">
                      <a16:creationId xmlns:a16="http://schemas.microsoft.com/office/drawing/2014/main" id="{30765136-CB52-9A9A-08FB-62F6374AF8DA}"/>
                    </a:ext>
                  </a:extLst>
                </p14:cNvPr>
                <p14:cNvContentPartPr/>
                <p14:nvPr/>
              </p14:nvContentPartPr>
              <p14:xfrm>
                <a:off x="17177200" y="551114"/>
                <a:ext cx="86040" cy="234000"/>
              </p14:xfrm>
            </p:contentPart>
          </mc:Choice>
          <mc:Fallback xmlns="">
            <p:pic>
              <p:nvPicPr>
                <p:cNvPr id="77" name="Ink 76">
                  <a:extLst>
                    <a:ext uri="{FF2B5EF4-FFF2-40B4-BE49-F238E27FC236}">
                      <a16:creationId xmlns:a16="http://schemas.microsoft.com/office/drawing/2014/main" id="{30765136-CB52-9A9A-08FB-62F6374AF8DA}"/>
                    </a:ext>
                  </a:extLst>
                </p:cNvPr>
                <p:cNvPicPr/>
                <p:nvPr/>
              </p:nvPicPr>
              <p:blipFill>
                <a:blip r:embed="rId135"/>
                <a:stretch>
                  <a:fillRect/>
                </a:stretch>
              </p:blipFill>
              <p:spPr>
                <a:xfrm>
                  <a:off x="17168560" y="542114"/>
                  <a:ext cx="10368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8" name="Ink 77">
                  <a:extLst>
                    <a:ext uri="{FF2B5EF4-FFF2-40B4-BE49-F238E27FC236}">
                      <a16:creationId xmlns:a16="http://schemas.microsoft.com/office/drawing/2014/main" id="{0C308CA3-1EA7-0D45-70C3-58F144D3B12F}"/>
                    </a:ext>
                  </a:extLst>
                </p14:cNvPr>
                <p14:cNvContentPartPr/>
                <p14:nvPr/>
              </p14:nvContentPartPr>
              <p14:xfrm>
                <a:off x="17279080" y="578114"/>
                <a:ext cx="311040" cy="197280"/>
              </p14:xfrm>
            </p:contentPart>
          </mc:Choice>
          <mc:Fallback xmlns="">
            <p:pic>
              <p:nvPicPr>
                <p:cNvPr id="78" name="Ink 77">
                  <a:extLst>
                    <a:ext uri="{FF2B5EF4-FFF2-40B4-BE49-F238E27FC236}">
                      <a16:creationId xmlns:a16="http://schemas.microsoft.com/office/drawing/2014/main" id="{0C308CA3-1EA7-0D45-70C3-58F144D3B12F}"/>
                    </a:ext>
                  </a:extLst>
                </p:cNvPr>
                <p:cNvPicPr/>
                <p:nvPr/>
              </p:nvPicPr>
              <p:blipFill>
                <a:blip r:embed="rId137"/>
                <a:stretch>
                  <a:fillRect/>
                </a:stretch>
              </p:blipFill>
              <p:spPr>
                <a:xfrm>
                  <a:off x="17270080" y="569114"/>
                  <a:ext cx="32868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81" name="Ink 80">
                  <a:extLst>
                    <a:ext uri="{FF2B5EF4-FFF2-40B4-BE49-F238E27FC236}">
                      <a16:creationId xmlns:a16="http://schemas.microsoft.com/office/drawing/2014/main" id="{7AA765DE-CE27-3A1B-0113-E429764C66EA}"/>
                    </a:ext>
                  </a:extLst>
                </p14:cNvPr>
                <p14:cNvContentPartPr/>
                <p14:nvPr/>
              </p14:nvContentPartPr>
              <p14:xfrm>
                <a:off x="8524960" y="991754"/>
                <a:ext cx="247320" cy="228240"/>
              </p14:xfrm>
            </p:contentPart>
          </mc:Choice>
          <mc:Fallback xmlns="">
            <p:pic>
              <p:nvPicPr>
                <p:cNvPr id="81" name="Ink 80">
                  <a:extLst>
                    <a:ext uri="{FF2B5EF4-FFF2-40B4-BE49-F238E27FC236}">
                      <a16:creationId xmlns:a16="http://schemas.microsoft.com/office/drawing/2014/main" id="{7AA765DE-CE27-3A1B-0113-E429764C66EA}"/>
                    </a:ext>
                  </a:extLst>
                </p:cNvPr>
                <p:cNvPicPr/>
                <p:nvPr/>
              </p:nvPicPr>
              <p:blipFill>
                <a:blip r:embed="rId139"/>
                <a:stretch>
                  <a:fillRect/>
                </a:stretch>
              </p:blipFill>
              <p:spPr>
                <a:xfrm>
                  <a:off x="8516320" y="983114"/>
                  <a:ext cx="26496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82" name="Ink 81">
                  <a:extLst>
                    <a:ext uri="{FF2B5EF4-FFF2-40B4-BE49-F238E27FC236}">
                      <a16:creationId xmlns:a16="http://schemas.microsoft.com/office/drawing/2014/main" id="{0FC6E1D9-54A0-7259-B89B-3630CE45091E}"/>
                    </a:ext>
                  </a:extLst>
                </p14:cNvPr>
                <p14:cNvContentPartPr/>
                <p14:nvPr/>
              </p14:nvContentPartPr>
              <p14:xfrm>
                <a:off x="8622160" y="1061594"/>
                <a:ext cx="215640" cy="335880"/>
              </p14:xfrm>
            </p:contentPart>
          </mc:Choice>
          <mc:Fallback xmlns="">
            <p:pic>
              <p:nvPicPr>
                <p:cNvPr id="82" name="Ink 81">
                  <a:extLst>
                    <a:ext uri="{FF2B5EF4-FFF2-40B4-BE49-F238E27FC236}">
                      <a16:creationId xmlns:a16="http://schemas.microsoft.com/office/drawing/2014/main" id="{0FC6E1D9-54A0-7259-B89B-3630CE45091E}"/>
                    </a:ext>
                  </a:extLst>
                </p:cNvPr>
                <p:cNvPicPr/>
                <p:nvPr/>
              </p:nvPicPr>
              <p:blipFill>
                <a:blip r:embed="rId141"/>
                <a:stretch>
                  <a:fillRect/>
                </a:stretch>
              </p:blipFill>
              <p:spPr>
                <a:xfrm>
                  <a:off x="8613160" y="1052954"/>
                  <a:ext cx="233280" cy="3535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3" name="Ink 82">
                  <a:extLst>
                    <a:ext uri="{FF2B5EF4-FFF2-40B4-BE49-F238E27FC236}">
                      <a16:creationId xmlns:a16="http://schemas.microsoft.com/office/drawing/2014/main" id="{9E854328-8FDA-32F3-5983-F3B12E1D3AF8}"/>
                    </a:ext>
                  </a:extLst>
                </p14:cNvPr>
                <p14:cNvContentPartPr/>
                <p14:nvPr/>
              </p14:nvContentPartPr>
              <p14:xfrm>
                <a:off x="8880640" y="1105514"/>
                <a:ext cx="111240" cy="141480"/>
              </p14:xfrm>
            </p:contentPart>
          </mc:Choice>
          <mc:Fallback xmlns="">
            <p:pic>
              <p:nvPicPr>
                <p:cNvPr id="83" name="Ink 82">
                  <a:extLst>
                    <a:ext uri="{FF2B5EF4-FFF2-40B4-BE49-F238E27FC236}">
                      <a16:creationId xmlns:a16="http://schemas.microsoft.com/office/drawing/2014/main" id="{9E854328-8FDA-32F3-5983-F3B12E1D3AF8}"/>
                    </a:ext>
                  </a:extLst>
                </p:cNvPr>
                <p:cNvPicPr/>
                <p:nvPr/>
              </p:nvPicPr>
              <p:blipFill>
                <a:blip r:embed="rId143"/>
                <a:stretch>
                  <a:fillRect/>
                </a:stretch>
              </p:blipFill>
              <p:spPr>
                <a:xfrm>
                  <a:off x="8871640" y="1096514"/>
                  <a:ext cx="12888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4" name="Ink 83">
                  <a:extLst>
                    <a:ext uri="{FF2B5EF4-FFF2-40B4-BE49-F238E27FC236}">
                      <a16:creationId xmlns:a16="http://schemas.microsoft.com/office/drawing/2014/main" id="{18476681-EB51-7C9A-1F8E-8D336BF0085B}"/>
                    </a:ext>
                  </a:extLst>
                </p14:cNvPr>
                <p14:cNvContentPartPr/>
                <p14:nvPr/>
              </p14:nvContentPartPr>
              <p14:xfrm>
                <a:off x="8996920" y="1063394"/>
                <a:ext cx="519840" cy="184320"/>
              </p14:xfrm>
            </p:contentPart>
          </mc:Choice>
          <mc:Fallback xmlns="">
            <p:pic>
              <p:nvPicPr>
                <p:cNvPr id="84" name="Ink 83">
                  <a:extLst>
                    <a:ext uri="{FF2B5EF4-FFF2-40B4-BE49-F238E27FC236}">
                      <a16:creationId xmlns:a16="http://schemas.microsoft.com/office/drawing/2014/main" id="{18476681-EB51-7C9A-1F8E-8D336BF0085B}"/>
                    </a:ext>
                  </a:extLst>
                </p:cNvPr>
                <p:cNvPicPr/>
                <p:nvPr/>
              </p:nvPicPr>
              <p:blipFill>
                <a:blip r:embed="rId145"/>
                <a:stretch>
                  <a:fillRect/>
                </a:stretch>
              </p:blipFill>
              <p:spPr>
                <a:xfrm>
                  <a:off x="8988280" y="1054394"/>
                  <a:ext cx="53748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5" name="Ink 84">
                  <a:extLst>
                    <a:ext uri="{FF2B5EF4-FFF2-40B4-BE49-F238E27FC236}">
                      <a16:creationId xmlns:a16="http://schemas.microsoft.com/office/drawing/2014/main" id="{AE0F7208-4C31-B4F6-8929-04FC45CA340E}"/>
                    </a:ext>
                  </a:extLst>
                </p14:cNvPr>
                <p14:cNvContentPartPr/>
                <p14:nvPr/>
              </p14:nvContentPartPr>
              <p14:xfrm>
                <a:off x="9982600" y="1113434"/>
                <a:ext cx="236160" cy="203400"/>
              </p14:xfrm>
            </p:contentPart>
          </mc:Choice>
          <mc:Fallback xmlns="">
            <p:pic>
              <p:nvPicPr>
                <p:cNvPr id="85" name="Ink 84">
                  <a:extLst>
                    <a:ext uri="{FF2B5EF4-FFF2-40B4-BE49-F238E27FC236}">
                      <a16:creationId xmlns:a16="http://schemas.microsoft.com/office/drawing/2014/main" id="{AE0F7208-4C31-B4F6-8929-04FC45CA340E}"/>
                    </a:ext>
                  </a:extLst>
                </p:cNvPr>
                <p:cNvPicPr/>
                <p:nvPr/>
              </p:nvPicPr>
              <p:blipFill>
                <a:blip r:embed="rId147"/>
                <a:stretch>
                  <a:fillRect/>
                </a:stretch>
              </p:blipFill>
              <p:spPr>
                <a:xfrm>
                  <a:off x="9973960" y="1104434"/>
                  <a:ext cx="25380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6" name="Ink 85">
                  <a:extLst>
                    <a:ext uri="{FF2B5EF4-FFF2-40B4-BE49-F238E27FC236}">
                      <a16:creationId xmlns:a16="http://schemas.microsoft.com/office/drawing/2014/main" id="{EE093429-DF62-9359-F380-DEB119865AC2}"/>
                    </a:ext>
                  </a:extLst>
                </p14:cNvPr>
                <p14:cNvContentPartPr/>
                <p14:nvPr/>
              </p14:nvContentPartPr>
              <p14:xfrm>
                <a:off x="10222720" y="1132514"/>
                <a:ext cx="371160" cy="273960"/>
              </p14:xfrm>
            </p:contentPart>
          </mc:Choice>
          <mc:Fallback xmlns="">
            <p:pic>
              <p:nvPicPr>
                <p:cNvPr id="86" name="Ink 85">
                  <a:extLst>
                    <a:ext uri="{FF2B5EF4-FFF2-40B4-BE49-F238E27FC236}">
                      <a16:creationId xmlns:a16="http://schemas.microsoft.com/office/drawing/2014/main" id="{EE093429-DF62-9359-F380-DEB119865AC2}"/>
                    </a:ext>
                  </a:extLst>
                </p:cNvPr>
                <p:cNvPicPr/>
                <p:nvPr/>
              </p:nvPicPr>
              <p:blipFill>
                <a:blip r:embed="rId149"/>
                <a:stretch>
                  <a:fillRect/>
                </a:stretch>
              </p:blipFill>
              <p:spPr>
                <a:xfrm>
                  <a:off x="10213720" y="1123514"/>
                  <a:ext cx="38880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7" name="Ink 86">
                  <a:extLst>
                    <a:ext uri="{FF2B5EF4-FFF2-40B4-BE49-F238E27FC236}">
                      <a16:creationId xmlns:a16="http://schemas.microsoft.com/office/drawing/2014/main" id="{B99624C8-A4E9-E8E7-4D53-D499A4FC2A64}"/>
                    </a:ext>
                  </a:extLst>
                </p14:cNvPr>
                <p14:cNvContentPartPr/>
                <p14:nvPr/>
              </p14:nvContentPartPr>
              <p14:xfrm>
                <a:off x="10534120" y="1226114"/>
                <a:ext cx="156240" cy="99720"/>
              </p14:xfrm>
            </p:contentPart>
          </mc:Choice>
          <mc:Fallback xmlns="">
            <p:pic>
              <p:nvPicPr>
                <p:cNvPr id="87" name="Ink 86">
                  <a:extLst>
                    <a:ext uri="{FF2B5EF4-FFF2-40B4-BE49-F238E27FC236}">
                      <a16:creationId xmlns:a16="http://schemas.microsoft.com/office/drawing/2014/main" id="{B99624C8-A4E9-E8E7-4D53-D499A4FC2A64}"/>
                    </a:ext>
                  </a:extLst>
                </p:cNvPr>
                <p:cNvPicPr/>
                <p:nvPr/>
              </p:nvPicPr>
              <p:blipFill>
                <a:blip r:embed="rId151"/>
                <a:stretch>
                  <a:fillRect/>
                </a:stretch>
              </p:blipFill>
              <p:spPr>
                <a:xfrm>
                  <a:off x="10525120" y="1217474"/>
                  <a:ext cx="1738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8" name="Ink 87">
                  <a:extLst>
                    <a:ext uri="{FF2B5EF4-FFF2-40B4-BE49-F238E27FC236}">
                      <a16:creationId xmlns:a16="http://schemas.microsoft.com/office/drawing/2014/main" id="{94564F4C-700F-9030-0825-D8A9071E1A0B}"/>
                    </a:ext>
                  </a:extLst>
                </p14:cNvPr>
                <p14:cNvContentPartPr/>
                <p14:nvPr/>
              </p14:nvContentPartPr>
              <p14:xfrm>
                <a:off x="10726360" y="1230794"/>
                <a:ext cx="236880" cy="106920"/>
              </p14:xfrm>
            </p:contentPart>
          </mc:Choice>
          <mc:Fallback xmlns="">
            <p:pic>
              <p:nvPicPr>
                <p:cNvPr id="88" name="Ink 87">
                  <a:extLst>
                    <a:ext uri="{FF2B5EF4-FFF2-40B4-BE49-F238E27FC236}">
                      <a16:creationId xmlns:a16="http://schemas.microsoft.com/office/drawing/2014/main" id="{94564F4C-700F-9030-0825-D8A9071E1A0B}"/>
                    </a:ext>
                  </a:extLst>
                </p:cNvPr>
                <p:cNvPicPr/>
                <p:nvPr/>
              </p:nvPicPr>
              <p:blipFill>
                <a:blip r:embed="rId153"/>
                <a:stretch>
                  <a:fillRect/>
                </a:stretch>
              </p:blipFill>
              <p:spPr>
                <a:xfrm>
                  <a:off x="10717720" y="1222154"/>
                  <a:ext cx="25452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9" name="Ink 88">
                  <a:extLst>
                    <a:ext uri="{FF2B5EF4-FFF2-40B4-BE49-F238E27FC236}">
                      <a16:creationId xmlns:a16="http://schemas.microsoft.com/office/drawing/2014/main" id="{D64A6724-5BCD-65F4-B169-3F59974705A0}"/>
                    </a:ext>
                  </a:extLst>
                </p14:cNvPr>
                <p14:cNvContentPartPr/>
                <p14:nvPr/>
              </p14:nvContentPartPr>
              <p14:xfrm>
                <a:off x="11000320" y="1192994"/>
                <a:ext cx="311400" cy="177840"/>
              </p14:xfrm>
            </p:contentPart>
          </mc:Choice>
          <mc:Fallback xmlns="">
            <p:pic>
              <p:nvPicPr>
                <p:cNvPr id="89" name="Ink 88">
                  <a:extLst>
                    <a:ext uri="{FF2B5EF4-FFF2-40B4-BE49-F238E27FC236}">
                      <a16:creationId xmlns:a16="http://schemas.microsoft.com/office/drawing/2014/main" id="{D64A6724-5BCD-65F4-B169-3F59974705A0}"/>
                    </a:ext>
                  </a:extLst>
                </p:cNvPr>
                <p:cNvPicPr/>
                <p:nvPr/>
              </p:nvPicPr>
              <p:blipFill>
                <a:blip r:embed="rId155"/>
                <a:stretch>
                  <a:fillRect/>
                </a:stretch>
              </p:blipFill>
              <p:spPr>
                <a:xfrm>
                  <a:off x="10991320" y="1184354"/>
                  <a:ext cx="32904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0" name="Ink 89">
                  <a:extLst>
                    <a:ext uri="{FF2B5EF4-FFF2-40B4-BE49-F238E27FC236}">
                      <a16:creationId xmlns:a16="http://schemas.microsoft.com/office/drawing/2014/main" id="{FC498D40-C209-DAEC-1224-05F4D0458C91}"/>
                    </a:ext>
                  </a:extLst>
                </p14:cNvPr>
                <p14:cNvContentPartPr/>
                <p14:nvPr/>
              </p14:nvContentPartPr>
              <p14:xfrm>
                <a:off x="11390920" y="1222514"/>
                <a:ext cx="92160" cy="143640"/>
              </p14:xfrm>
            </p:contentPart>
          </mc:Choice>
          <mc:Fallback xmlns="">
            <p:pic>
              <p:nvPicPr>
                <p:cNvPr id="90" name="Ink 89">
                  <a:extLst>
                    <a:ext uri="{FF2B5EF4-FFF2-40B4-BE49-F238E27FC236}">
                      <a16:creationId xmlns:a16="http://schemas.microsoft.com/office/drawing/2014/main" id="{FC498D40-C209-DAEC-1224-05F4D0458C91}"/>
                    </a:ext>
                  </a:extLst>
                </p:cNvPr>
                <p:cNvPicPr/>
                <p:nvPr/>
              </p:nvPicPr>
              <p:blipFill>
                <a:blip r:embed="rId157"/>
                <a:stretch>
                  <a:fillRect/>
                </a:stretch>
              </p:blipFill>
              <p:spPr>
                <a:xfrm>
                  <a:off x="11382280" y="1213514"/>
                  <a:ext cx="1098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1" name="Ink 90">
                  <a:extLst>
                    <a:ext uri="{FF2B5EF4-FFF2-40B4-BE49-F238E27FC236}">
                      <a16:creationId xmlns:a16="http://schemas.microsoft.com/office/drawing/2014/main" id="{BC557975-26D8-2D88-7392-43C956E3CEDF}"/>
                    </a:ext>
                  </a:extLst>
                </p14:cNvPr>
                <p14:cNvContentPartPr/>
                <p14:nvPr/>
              </p14:nvContentPartPr>
              <p14:xfrm>
                <a:off x="12027760" y="1219994"/>
                <a:ext cx="135360" cy="109080"/>
              </p14:xfrm>
            </p:contentPart>
          </mc:Choice>
          <mc:Fallback xmlns="">
            <p:pic>
              <p:nvPicPr>
                <p:cNvPr id="91" name="Ink 90">
                  <a:extLst>
                    <a:ext uri="{FF2B5EF4-FFF2-40B4-BE49-F238E27FC236}">
                      <a16:creationId xmlns:a16="http://schemas.microsoft.com/office/drawing/2014/main" id="{BC557975-26D8-2D88-7392-43C956E3CEDF}"/>
                    </a:ext>
                  </a:extLst>
                </p:cNvPr>
                <p:cNvPicPr/>
                <p:nvPr/>
              </p:nvPicPr>
              <p:blipFill>
                <a:blip r:embed="rId159"/>
                <a:stretch>
                  <a:fillRect/>
                </a:stretch>
              </p:blipFill>
              <p:spPr>
                <a:xfrm>
                  <a:off x="12019120" y="1210994"/>
                  <a:ext cx="15300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2" name="Ink 91">
                  <a:extLst>
                    <a:ext uri="{FF2B5EF4-FFF2-40B4-BE49-F238E27FC236}">
                      <a16:creationId xmlns:a16="http://schemas.microsoft.com/office/drawing/2014/main" id="{1E788982-1D9A-DF69-C465-CA928AC1973C}"/>
                    </a:ext>
                  </a:extLst>
                </p14:cNvPr>
                <p14:cNvContentPartPr/>
                <p14:nvPr/>
              </p14:nvContentPartPr>
              <p14:xfrm>
                <a:off x="12290560" y="1001114"/>
                <a:ext cx="221040" cy="536400"/>
              </p14:xfrm>
            </p:contentPart>
          </mc:Choice>
          <mc:Fallback xmlns="">
            <p:pic>
              <p:nvPicPr>
                <p:cNvPr id="92" name="Ink 91">
                  <a:extLst>
                    <a:ext uri="{FF2B5EF4-FFF2-40B4-BE49-F238E27FC236}">
                      <a16:creationId xmlns:a16="http://schemas.microsoft.com/office/drawing/2014/main" id="{1E788982-1D9A-DF69-C465-CA928AC1973C}"/>
                    </a:ext>
                  </a:extLst>
                </p:cNvPr>
                <p:cNvPicPr/>
                <p:nvPr/>
              </p:nvPicPr>
              <p:blipFill>
                <a:blip r:embed="rId161"/>
                <a:stretch>
                  <a:fillRect/>
                </a:stretch>
              </p:blipFill>
              <p:spPr>
                <a:xfrm>
                  <a:off x="12281920" y="992474"/>
                  <a:ext cx="238680" cy="5540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3" name="Ink 92">
                  <a:extLst>
                    <a:ext uri="{FF2B5EF4-FFF2-40B4-BE49-F238E27FC236}">
                      <a16:creationId xmlns:a16="http://schemas.microsoft.com/office/drawing/2014/main" id="{E88DECBA-AE03-0886-5D10-3F380C90E4DD}"/>
                    </a:ext>
                  </a:extLst>
                </p14:cNvPr>
                <p14:cNvContentPartPr/>
                <p14:nvPr/>
              </p14:nvContentPartPr>
              <p14:xfrm>
                <a:off x="12819040" y="1085714"/>
                <a:ext cx="534960" cy="413280"/>
              </p14:xfrm>
            </p:contentPart>
          </mc:Choice>
          <mc:Fallback xmlns="">
            <p:pic>
              <p:nvPicPr>
                <p:cNvPr id="93" name="Ink 92">
                  <a:extLst>
                    <a:ext uri="{FF2B5EF4-FFF2-40B4-BE49-F238E27FC236}">
                      <a16:creationId xmlns:a16="http://schemas.microsoft.com/office/drawing/2014/main" id="{E88DECBA-AE03-0886-5D10-3F380C90E4DD}"/>
                    </a:ext>
                  </a:extLst>
                </p:cNvPr>
                <p:cNvPicPr/>
                <p:nvPr/>
              </p:nvPicPr>
              <p:blipFill>
                <a:blip r:embed="rId163"/>
                <a:stretch>
                  <a:fillRect/>
                </a:stretch>
              </p:blipFill>
              <p:spPr>
                <a:xfrm>
                  <a:off x="12810040" y="1076714"/>
                  <a:ext cx="55260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4" name="Ink 93">
                  <a:extLst>
                    <a:ext uri="{FF2B5EF4-FFF2-40B4-BE49-F238E27FC236}">
                      <a16:creationId xmlns:a16="http://schemas.microsoft.com/office/drawing/2014/main" id="{19397B38-F3A6-8B10-BC21-E2610400AC40}"/>
                    </a:ext>
                  </a:extLst>
                </p14:cNvPr>
                <p14:cNvContentPartPr/>
                <p14:nvPr/>
              </p14:nvContentPartPr>
              <p14:xfrm>
                <a:off x="13251040" y="1110194"/>
                <a:ext cx="177480" cy="203040"/>
              </p14:xfrm>
            </p:contentPart>
          </mc:Choice>
          <mc:Fallback xmlns="">
            <p:pic>
              <p:nvPicPr>
                <p:cNvPr id="94" name="Ink 93">
                  <a:extLst>
                    <a:ext uri="{FF2B5EF4-FFF2-40B4-BE49-F238E27FC236}">
                      <a16:creationId xmlns:a16="http://schemas.microsoft.com/office/drawing/2014/main" id="{19397B38-F3A6-8B10-BC21-E2610400AC40}"/>
                    </a:ext>
                  </a:extLst>
                </p:cNvPr>
                <p:cNvPicPr/>
                <p:nvPr/>
              </p:nvPicPr>
              <p:blipFill>
                <a:blip r:embed="rId165"/>
                <a:stretch>
                  <a:fillRect/>
                </a:stretch>
              </p:blipFill>
              <p:spPr>
                <a:xfrm>
                  <a:off x="13242040" y="1101194"/>
                  <a:ext cx="1951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95" name="Ink 94">
                  <a:extLst>
                    <a:ext uri="{FF2B5EF4-FFF2-40B4-BE49-F238E27FC236}">
                      <a16:creationId xmlns:a16="http://schemas.microsoft.com/office/drawing/2014/main" id="{213C5D08-21D4-9FC7-3493-61F955373901}"/>
                    </a:ext>
                  </a:extLst>
                </p14:cNvPr>
                <p14:cNvContentPartPr/>
                <p14:nvPr/>
              </p14:nvContentPartPr>
              <p14:xfrm>
                <a:off x="13360120" y="1096154"/>
                <a:ext cx="555120" cy="415440"/>
              </p14:xfrm>
            </p:contentPart>
          </mc:Choice>
          <mc:Fallback xmlns="">
            <p:pic>
              <p:nvPicPr>
                <p:cNvPr id="95" name="Ink 94">
                  <a:extLst>
                    <a:ext uri="{FF2B5EF4-FFF2-40B4-BE49-F238E27FC236}">
                      <a16:creationId xmlns:a16="http://schemas.microsoft.com/office/drawing/2014/main" id="{213C5D08-21D4-9FC7-3493-61F955373901}"/>
                    </a:ext>
                  </a:extLst>
                </p:cNvPr>
                <p:cNvPicPr/>
                <p:nvPr/>
              </p:nvPicPr>
              <p:blipFill>
                <a:blip r:embed="rId167"/>
                <a:stretch>
                  <a:fillRect/>
                </a:stretch>
              </p:blipFill>
              <p:spPr>
                <a:xfrm>
                  <a:off x="13351120" y="1087514"/>
                  <a:ext cx="572760" cy="4330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96" name="Ink 95">
                  <a:extLst>
                    <a:ext uri="{FF2B5EF4-FFF2-40B4-BE49-F238E27FC236}">
                      <a16:creationId xmlns:a16="http://schemas.microsoft.com/office/drawing/2014/main" id="{E6A9D9DD-9673-7588-5914-F58D78338F0F}"/>
                    </a:ext>
                  </a:extLst>
                </p14:cNvPr>
                <p14:cNvContentPartPr/>
                <p14:nvPr/>
              </p14:nvContentPartPr>
              <p14:xfrm>
                <a:off x="14255800" y="1024874"/>
                <a:ext cx="318240" cy="269280"/>
              </p14:xfrm>
            </p:contentPart>
          </mc:Choice>
          <mc:Fallback xmlns="">
            <p:pic>
              <p:nvPicPr>
                <p:cNvPr id="96" name="Ink 95">
                  <a:extLst>
                    <a:ext uri="{FF2B5EF4-FFF2-40B4-BE49-F238E27FC236}">
                      <a16:creationId xmlns:a16="http://schemas.microsoft.com/office/drawing/2014/main" id="{E6A9D9DD-9673-7588-5914-F58D78338F0F}"/>
                    </a:ext>
                  </a:extLst>
                </p:cNvPr>
                <p:cNvPicPr/>
                <p:nvPr/>
              </p:nvPicPr>
              <p:blipFill>
                <a:blip r:embed="rId169"/>
                <a:stretch>
                  <a:fillRect/>
                </a:stretch>
              </p:blipFill>
              <p:spPr>
                <a:xfrm>
                  <a:off x="14247160" y="1015874"/>
                  <a:ext cx="33588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97" name="Ink 96">
                  <a:extLst>
                    <a:ext uri="{FF2B5EF4-FFF2-40B4-BE49-F238E27FC236}">
                      <a16:creationId xmlns:a16="http://schemas.microsoft.com/office/drawing/2014/main" id="{46B400D8-A726-FF8A-AB9A-84910A196741}"/>
                    </a:ext>
                  </a:extLst>
                </p14:cNvPr>
                <p14:cNvContentPartPr/>
                <p14:nvPr/>
              </p14:nvContentPartPr>
              <p14:xfrm>
                <a:off x="14615440" y="1214954"/>
                <a:ext cx="119520" cy="117720"/>
              </p14:xfrm>
            </p:contentPart>
          </mc:Choice>
          <mc:Fallback xmlns="">
            <p:pic>
              <p:nvPicPr>
                <p:cNvPr id="97" name="Ink 96">
                  <a:extLst>
                    <a:ext uri="{FF2B5EF4-FFF2-40B4-BE49-F238E27FC236}">
                      <a16:creationId xmlns:a16="http://schemas.microsoft.com/office/drawing/2014/main" id="{46B400D8-A726-FF8A-AB9A-84910A196741}"/>
                    </a:ext>
                  </a:extLst>
                </p:cNvPr>
                <p:cNvPicPr/>
                <p:nvPr/>
              </p:nvPicPr>
              <p:blipFill>
                <a:blip r:embed="rId171"/>
                <a:stretch>
                  <a:fillRect/>
                </a:stretch>
              </p:blipFill>
              <p:spPr>
                <a:xfrm>
                  <a:off x="14606440" y="1205954"/>
                  <a:ext cx="13716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98" name="Ink 97">
                  <a:extLst>
                    <a:ext uri="{FF2B5EF4-FFF2-40B4-BE49-F238E27FC236}">
                      <a16:creationId xmlns:a16="http://schemas.microsoft.com/office/drawing/2014/main" id="{2C5957B2-C29C-6D21-A08B-58B4171DA09B}"/>
                    </a:ext>
                  </a:extLst>
                </p14:cNvPr>
                <p14:cNvContentPartPr/>
                <p14:nvPr/>
              </p14:nvContentPartPr>
              <p14:xfrm>
                <a:off x="14718400" y="1138634"/>
                <a:ext cx="300240" cy="501840"/>
              </p14:xfrm>
            </p:contentPart>
          </mc:Choice>
          <mc:Fallback xmlns="">
            <p:pic>
              <p:nvPicPr>
                <p:cNvPr id="98" name="Ink 97">
                  <a:extLst>
                    <a:ext uri="{FF2B5EF4-FFF2-40B4-BE49-F238E27FC236}">
                      <a16:creationId xmlns:a16="http://schemas.microsoft.com/office/drawing/2014/main" id="{2C5957B2-C29C-6D21-A08B-58B4171DA09B}"/>
                    </a:ext>
                  </a:extLst>
                </p:cNvPr>
                <p:cNvPicPr/>
                <p:nvPr/>
              </p:nvPicPr>
              <p:blipFill>
                <a:blip r:embed="rId173"/>
                <a:stretch>
                  <a:fillRect/>
                </a:stretch>
              </p:blipFill>
              <p:spPr>
                <a:xfrm>
                  <a:off x="14709400" y="1129634"/>
                  <a:ext cx="317880" cy="5194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99" name="Ink 98">
                  <a:extLst>
                    <a:ext uri="{FF2B5EF4-FFF2-40B4-BE49-F238E27FC236}">
                      <a16:creationId xmlns:a16="http://schemas.microsoft.com/office/drawing/2014/main" id="{5633250E-C7E0-6901-0E17-1837C6F9169E}"/>
                    </a:ext>
                  </a:extLst>
                </p14:cNvPr>
                <p14:cNvContentPartPr/>
                <p14:nvPr/>
              </p14:nvContentPartPr>
              <p14:xfrm>
                <a:off x="15326440" y="1141514"/>
                <a:ext cx="667440" cy="259560"/>
              </p14:xfrm>
            </p:contentPart>
          </mc:Choice>
          <mc:Fallback xmlns="">
            <p:pic>
              <p:nvPicPr>
                <p:cNvPr id="99" name="Ink 98">
                  <a:extLst>
                    <a:ext uri="{FF2B5EF4-FFF2-40B4-BE49-F238E27FC236}">
                      <a16:creationId xmlns:a16="http://schemas.microsoft.com/office/drawing/2014/main" id="{5633250E-C7E0-6901-0E17-1837C6F9169E}"/>
                    </a:ext>
                  </a:extLst>
                </p:cNvPr>
                <p:cNvPicPr/>
                <p:nvPr/>
              </p:nvPicPr>
              <p:blipFill>
                <a:blip r:embed="rId175"/>
                <a:stretch>
                  <a:fillRect/>
                </a:stretch>
              </p:blipFill>
              <p:spPr>
                <a:xfrm>
                  <a:off x="15317440" y="1132874"/>
                  <a:ext cx="68508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0" name="Ink 99">
                  <a:extLst>
                    <a:ext uri="{FF2B5EF4-FFF2-40B4-BE49-F238E27FC236}">
                      <a16:creationId xmlns:a16="http://schemas.microsoft.com/office/drawing/2014/main" id="{4F1F603F-07BD-3856-A895-F6E53606C388}"/>
                    </a:ext>
                  </a:extLst>
                </p14:cNvPr>
                <p14:cNvContentPartPr/>
                <p14:nvPr/>
              </p14:nvContentPartPr>
              <p14:xfrm>
                <a:off x="16046800" y="1238354"/>
                <a:ext cx="381960" cy="350280"/>
              </p14:xfrm>
            </p:contentPart>
          </mc:Choice>
          <mc:Fallback xmlns="">
            <p:pic>
              <p:nvPicPr>
                <p:cNvPr id="100" name="Ink 99">
                  <a:extLst>
                    <a:ext uri="{FF2B5EF4-FFF2-40B4-BE49-F238E27FC236}">
                      <a16:creationId xmlns:a16="http://schemas.microsoft.com/office/drawing/2014/main" id="{4F1F603F-07BD-3856-A895-F6E53606C388}"/>
                    </a:ext>
                  </a:extLst>
                </p:cNvPr>
                <p:cNvPicPr/>
                <p:nvPr/>
              </p:nvPicPr>
              <p:blipFill>
                <a:blip r:embed="rId177"/>
                <a:stretch>
                  <a:fillRect/>
                </a:stretch>
              </p:blipFill>
              <p:spPr>
                <a:xfrm>
                  <a:off x="16038160" y="1229714"/>
                  <a:ext cx="39960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1" name="Ink 100">
                  <a:extLst>
                    <a:ext uri="{FF2B5EF4-FFF2-40B4-BE49-F238E27FC236}">
                      <a16:creationId xmlns:a16="http://schemas.microsoft.com/office/drawing/2014/main" id="{AD3DE216-B9DA-DBF1-5CF0-C745738BA8CA}"/>
                    </a:ext>
                  </a:extLst>
                </p14:cNvPr>
                <p14:cNvContentPartPr/>
                <p14:nvPr/>
              </p14:nvContentPartPr>
              <p14:xfrm>
                <a:off x="16572040" y="1346354"/>
                <a:ext cx="54000" cy="12240"/>
              </p14:xfrm>
            </p:contentPart>
          </mc:Choice>
          <mc:Fallback xmlns="">
            <p:pic>
              <p:nvPicPr>
                <p:cNvPr id="101" name="Ink 100">
                  <a:extLst>
                    <a:ext uri="{FF2B5EF4-FFF2-40B4-BE49-F238E27FC236}">
                      <a16:creationId xmlns:a16="http://schemas.microsoft.com/office/drawing/2014/main" id="{AD3DE216-B9DA-DBF1-5CF0-C745738BA8CA}"/>
                    </a:ext>
                  </a:extLst>
                </p:cNvPr>
                <p:cNvPicPr/>
                <p:nvPr/>
              </p:nvPicPr>
              <p:blipFill>
                <a:blip r:embed="rId179"/>
                <a:stretch>
                  <a:fillRect/>
                </a:stretch>
              </p:blipFill>
              <p:spPr>
                <a:xfrm>
                  <a:off x="16563040" y="1337714"/>
                  <a:ext cx="71640" cy="29880"/>
                </a:xfrm>
                <a:prstGeom prst="rect">
                  <a:avLst/>
                </a:prstGeom>
              </p:spPr>
            </p:pic>
          </mc:Fallback>
        </mc:AlternateContent>
      </p:grpSp>
    </p:spTree>
    <p:extLst>
      <p:ext uri="{BB962C8B-B14F-4D97-AF65-F5344CB8AC3E}">
        <p14:creationId xmlns:p14="http://schemas.microsoft.com/office/powerpoint/2010/main" val="20701391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D008CB-D30F-2D4C-1675-AFDD804D4C86}"/>
              </a:ext>
            </a:extLst>
          </p:cNvPr>
          <p:cNvPicPr>
            <a:picLocks noChangeAspect="1"/>
          </p:cNvPicPr>
          <p:nvPr/>
        </p:nvPicPr>
        <p:blipFill>
          <a:blip r:embed="rId3"/>
          <a:stretch>
            <a:fillRect/>
          </a:stretch>
        </p:blipFill>
        <p:spPr>
          <a:xfrm>
            <a:off x="1513380" y="1021953"/>
            <a:ext cx="14145798" cy="9132967"/>
          </a:xfrm>
          <a:prstGeom prst="rect">
            <a:avLst/>
          </a:prstGeom>
        </p:spPr>
      </p:pic>
      <p:sp>
        <p:nvSpPr>
          <p:cNvPr id="2" name="Title 1"/>
          <p:cNvSpPr>
            <a:spLocks noGrp="1"/>
          </p:cNvSpPr>
          <p:nvPr>
            <p:ph type="title"/>
          </p:nvPr>
        </p:nvSpPr>
        <p:spPr>
          <a:xfrm>
            <a:off x="902970" y="406400"/>
            <a:ext cx="16253460" cy="615553"/>
          </a:xfrm>
        </p:spPr>
        <p:txBody>
          <a:bodyPr>
            <a:normAutofit/>
          </a:bodyPr>
          <a:lstStyle/>
          <a:p>
            <a:r>
              <a:rPr lang="en-US" sz="4000" b="1" dirty="0" smtClean="0"/>
              <a:t>Bivariate Analysis Techniques</a:t>
            </a:r>
            <a:endParaRPr lang="en-US" sz="4000" b="1" dirty="0"/>
          </a:p>
        </p:txBody>
      </p:sp>
    </p:spTree>
    <p:extLst>
      <p:ext uri="{BB962C8B-B14F-4D97-AF65-F5344CB8AC3E}">
        <p14:creationId xmlns:p14="http://schemas.microsoft.com/office/powerpoint/2010/main" val="2264467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467100" y="660400"/>
            <a:ext cx="10820400" cy="8025131"/>
          </a:xfrm>
          <a:prstGeom prst="rect">
            <a:avLst/>
          </a:prstGeom>
        </p:spPr>
      </p:pic>
    </p:spTree>
    <p:extLst>
      <p:ext uri="{BB962C8B-B14F-4D97-AF65-F5344CB8AC3E}">
        <p14:creationId xmlns:p14="http://schemas.microsoft.com/office/powerpoint/2010/main" val="34818849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t="19738"/>
          <a:stretch/>
        </p:blipFill>
        <p:spPr>
          <a:xfrm>
            <a:off x="2247900" y="1041400"/>
            <a:ext cx="15011400" cy="7126870"/>
          </a:xfrm>
          <a:prstGeom prst="rect">
            <a:avLst/>
          </a:prstGeom>
        </p:spPr>
      </p:pic>
    </p:spTree>
    <p:extLst>
      <p:ext uri="{BB962C8B-B14F-4D97-AF65-F5344CB8AC3E}">
        <p14:creationId xmlns:p14="http://schemas.microsoft.com/office/powerpoint/2010/main" val="3044132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2970" y="406400"/>
            <a:ext cx="16253460" cy="615553"/>
          </a:xfrm>
        </p:spPr>
        <p:txBody>
          <a:bodyPr>
            <a:normAutofit/>
          </a:bodyPr>
          <a:lstStyle/>
          <a:p>
            <a:r>
              <a:rPr lang="en-US" sz="4000" b="1" dirty="0" smtClean="0"/>
              <a:t>Multivariate Analysis Techniques</a:t>
            </a:r>
            <a:endParaRPr lang="en-US" sz="4000" b="1" dirty="0"/>
          </a:p>
        </p:txBody>
      </p:sp>
      <p:pic>
        <p:nvPicPr>
          <p:cNvPr id="4" name="Picture 3">
            <a:extLst>
              <a:ext uri="{FF2B5EF4-FFF2-40B4-BE49-F238E27FC236}">
                <a16:creationId xmlns:a16="http://schemas.microsoft.com/office/drawing/2014/main" id="{C1F76167-45C5-0B71-5468-3B7930FF2E2B}"/>
              </a:ext>
            </a:extLst>
          </p:cNvPr>
          <p:cNvPicPr>
            <a:picLocks noChangeAspect="1"/>
          </p:cNvPicPr>
          <p:nvPr/>
        </p:nvPicPr>
        <p:blipFill>
          <a:blip r:embed="rId3"/>
          <a:stretch>
            <a:fillRect/>
          </a:stretch>
        </p:blipFill>
        <p:spPr>
          <a:xfrm>
            <a:off x="2095500" y="1498600"/>
            <a:ext cx="12192000" cy="7541752"/>
          </a:xfrm>
          <a:prstGeom prst="rect">
            <a:avLst/>
          </a:prstGeom>
        </p:spPr>
      </p:pic>
    </p:spTree>
    <p:extLst>
      <p:ext uri="{BB962C8B-B14F-4D97-AF65-F5344CB8AC3E}">
        <p14:creationId xmlns:p14="http://schemas.microsoft.com/office/powerpoint/2010/main" val="4043428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866900" y="913015"/>
            <a:ext cx="13944600" cy="8112322"/>
          </a:xfrm>
          <a:prstGeom prst="rect">
            <a:avLst/>
          </a:prstGeom>
        </p:spPr>
      </p:pic>
    </p:spTree>
    <p:extLst>
      <p:ext uri="{BB962C8B-B14F-4D97-AF65-F5344CB8AC3E}">
        <p14:creationId xmlns:p14="http://schemas.microsoft.com/office/powerpoint/2010/main" val="619819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562100" y="1727200"/>
            <a:ext cx="15659100" cy="5080000"/>
          </a:xfrm>
          <a:prstGeom prst="rect">
            <a:avLst/>
          </a:prstGeom>
        </p:spPr>
      </p:pic>
    </p:spTree>
    <p:extLst>
      <p:ext uri="{BB962C8B-B14F-4D97-AF65-F5344CB8AC3E}">
        <p14:creationId xmlns:p14="http://schemas.microsoft.com/office/powerpoint/2010/main" val="1566027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2"/>
          <p:cNvSpPr txBox="1">
            <a:spLocks noGrp="1"/>
          </p:cNvSpPr>
          <p:nvPr>
            <p:ph type="title"/>
          </p:nvPr>
        </p:nvSpPr>
        <p:spPr>
          <a:xfrm>
            <a:off x="615657" y="990120"/>
            <a:ext cx="7320338" cy="4955078"/>
          </a:xfrm>
          <a:prstGeom prst="rect">
            <a:avLst/>
          </a:prstGeom>
          <a:noFill/>
          <a:ln>
            <a:noFill/>
          </a:ln>
        </p:spPr>
        <p:txBody>
          <a:bodyPr spcFirstLastPara="1" wrap="square" lIns="180564" tIns="180564" rIns="180564" bIns="180564"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SzPts val="2800"/>
              <a:buNone/>
            </a:pPr>
            <a:r>
              <a:rPr lang="en"/>
              <a:t>Why have a lecture on data exploration?</a:t>
            </a:r>
            <a:endParaRPr/>
          </a:p>
        </p:txBody>
      </p:sp>
      <p:sp>
        <p:nvSpPr>
          <p:cNvPr id="73" name="Google Shape;73;p2"/>
          <p:cNvSpPr txBox="1">
            <a:spLocks noGrp="1"/>
          </p:cNvSpPr>
          <p:nvPr>
            <p:ph type="body" idx="1"/>
          </p:nvPr>
        </p:nvSpPr>
        <p:spPr>
          <a:xfrm>
            <a:off x="9173233" y="990121"/>
            <a:ext cx="8228640" cy="8094735"/>
          </a:xfrm>
          <a:prstGeom prst="rect">
            <a:avLst/>
          </a:prstGeom>
          <a:noFill/>
          <a:ln>
            <a:noFill/>
          </a:ln>
        </p:spPr>
        <p:txBody>
          <a:bodyPr spcFirstLastPara="1" wrap="square" lIns="180564" tIns="180564" rIns="180564" bIns="180564"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just" rtl="0">
              <a:lnSpc>
                <a:spcPct val="115000"/>
              </a:lnSpc>
              <a:spcBef>
                <a:spcPts val="0"/>
              </a:spcBef>
              <a:spcAft>
                <a:spcPts val="0"/>
              </a:spcAft>
              <a:buSzPts val="1300"/>
              <a:buNone/>
            </a:pPr>
            <a:r>
              <a:rPr lang="en" sz="3358"/>
              <a:t>When we start our process, </a:t>
            </a:r>
            <a:r>
              <a:rPr lang="en" sz="3358" b="1">
                <a:solidFill>
                  <a:srgbClr val="980000"/>
                </a:solidFill>
              </a:rPr>
              <a:t>all we have is a CSV, with no idea what we have</a:t>
            </a:r>
            <a:r>
              <a:rPr lang="en" sz="3358"/>
              <a:t>.</a:t>
            </a:r>
            <a:endParaRPr sz="3358"/>
          </a:p>
          <a:p>
            <a:pPr marL="902970" lvl="0" indent="-664686" algn="just" rtl="0">
              <a:lnSpc>
                <a:spcPct val="115000"/>
              </a:lnSpc>
              <a:spcBef>
                <a:spcPts val="2370"/>
              </a:spcBef>
              <a:spcAft>
                <a:spcPts val="0"/>
              </a:spcAft>
              <a:buSzPts val="1700"/>
              <a:buChar char="●"/>
            </a:pPr>
            <a:r>
              <a:rPr lang="en" sz="3358"/>
              <a:t>There’s generally </a:t>
            </a:r>
            <a:r>
              <a:rPr lang="en" sz="3358" b="1"/>
              <a:t>no label and no guide</a:t>
            </a:r>
            <a:r>
              <a:rPr lang="en" sz="3358"/>
              <a:t>.</a:t>
            </a:r>
            <a:endParaRPr sz="3358"/>
          </a:p>
          <a:p>
            <a:pPr marL="902970" lvl="0" indent="-664686" algn="just" rtl="0">
              <a:lnSpc>
                <a:spcPct val="115000"/>
              </a:lnSpc>
              <a:spcBef>
                <a:spcPts val="0"/>
              </a:spcBef>
              <a:spcAft>
                <a:spcPts val="0"/>
              </a:spcAft>
              <a:buSzPts val="1700"/>
              <a:buChar char="●"/>
            </a:pPr>
            <a:r>
              <a:rPr lang="en" sz="3358"/>
              <a:t>It’s </a:t>
            </a:r>
            <a:r>
              <a:rPr lang="en" sz="3358" b="1"/>
              <a:t>useful to have a process</a:t>
            </a:r>
            <a:r>
              <a:rPr lang="en" sz="3358"/>
              <a:t> for exploring it.</a:t>
            </a:r>
            <a:endParaRPr sz="3358"/>
          </a:p>
        </p:txBody>
      </p:sp>
    </p:spTree>
    <p:extLst>
      <p:ext uri="{BB962C8B-B14F-4D97-AF65-F5344CB8AC3E}">
        <p14:creationId xmlns:p14="http://schemas.microsoft.com/office/powerpoint/2010/main" val="3648680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
          <p:cNvSpPr txBox="1">
            <a:spLocks noGrp="1"/>
          </p:cNvSpPr>
          <p:nvPr>
            <p:ph type="title"/>
          </p:nvPr>
        </p:nvSpPr>
        <p:spPr>
          <a:xfrm>
            <a:off x="615657" y="990120"/>
            <a:ext cx="7320338" cy="4955078"/>
          </a:xfrm>
          <a:prstGeom prst="rect">
            <a:avLst/>
          </a:prstGeom>
          <a:noFill/>
          <a:ln>
            <a:noFill/>
          </a:ln>
        </p:spPr>
        <p:txBody>
          <a:bodyPr spcFirstLastPara="1" wrap="square" lIns="180564" tIns="180564" rIns="180564" bIns="180564"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SzPts val="2800"/>
              <a:buNone/>
            </a:pPr>
            <a:r>
              <a:rPr lang="en"/>
              <a:t>Exploratory data analysis</a:t>
            </a:r>
            <a:endParaRPr/>
          </a:p>
        </p:txBody>
      </p:sp>
      <p:sp>
        <p:nvSpPr>
          <p:cNvPr id="79" name="Google Shape;79;p3"/>
          <p:cNvSpPr txBox="1">
            <a:spLocks noGrp="1"/>
          </p:cNvSpPr>
          <p:nvPr>
            <p:ph type="body" idx="1"/>
          </p:nvPr>
        </p:nvSpPr>
        <p:spPr>
          <a:xfrm>
            <a:off x="9173233" y="990121"/>
            <a:ext cx="8228640" cy="8094735"/>
          </a:xfrm>
          <a:prstGeom prst="rect">
            <a:avLst/>
          </a:prstGeom>
          <a:noFill/>
          <a:ln>
            <a:noFill/>
          </a:ln>
        </p:spPr>
        <p:txBody>
          <a:bodyPr spcFirstLastPara="1" wrap="square" lIns="180564" tIns="180564" rIns="180564" bIns="180564"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just" rtl="0">
              <a:lnSpc>
                <a:spcPct val="115000"/>
              </a:lnSpc>
              <a:spcBef>
                <a:spcPts val="0"/>
              </a:spcBef>
              <a:spcAft>
                <a:spcPts val="0"/>
              </a:spcAft>
              <a:buSzPts val="1300"/>
              <a:buNone/>
            </a:pPr>
            <a:r>
              <a:rPr lang="en" sz="2963" b="1">
                <a:solidFill>
                  <a:srgbClr val="A31515"/>
                </a:solidFill>
              </a:rPr>
              <a:t>Exploratory Data Analysis</a:t>
            </a:r>
            <a:r>
              <a:rPr lang="en" sz="2963"/>
              <a:t> refers to the critical process of performing initial investigations on data so as to </a:t>
            </a:r>
            <a:endParaRPr sz="2963"/>
          </a:p>
          <a:p>
            <a:pPr marL="902970" lvl="0" indent="-639604" algn="just" rtl="0">
              <a:lnSpc>
                <a:spcPct val="115000"/>
              </a:lnSpc>
              <a:spcBef>
                <a:spcPts val="2370"/>
              </a:spcBef>
              <a:spcAft>
                <a:spcPts val="0"/>
              </a:spcAft>
              <a:buSzPts val="1500"/>
              <a:buChar char="●"/>
            </a:pPr>
            <a:r>
              <a:rPr lang="en" sz="2963" b="1"/>
              <a:t>discover</a:t>
            </a:r>
            <a:r>
              <a:rPr lang="en" sz="2963"/>
              <a:t> patterns</a:t>
            </a:r>
            <a:endParaRPr sz="2963"/>
          </a:p>
          <a:p>
            <a:pPr marL="902970" lvl="0" indent="-639604" algn="just" rtl="0">
              <a:lnSpc>
                <a:spcPct val="115000"/>
              </a:lnSpc>
              <a:spcBef>
                <a:spcPts val="0"/>
              </a:spcBef>
              <a:spcAft>
                <a:spcPts val="0"/>
              </a:spcAft>
              <a:buSzPts val="1500"/>
              <a:buChar char="●"/>
            </a:pPr>
            <a:r>
              <a:rPr lang="en" sz="2963" b="1"/>
              <a:t>spot</a:t>
            </a:r>
            <a:r>
              <a:rPr lang="en" sz="2963"/>
              <a:t> anomalies</a:t>
            </a:r>
            <a:endParaRPr sz="2963"/>
          </a:p>
          <a:p>
            <a:pPr marL="902970" lvl="0" indent="-639604" algn="just" rtl="0">
              <a:lnSpc>
                <a:spcPct val="115000"/>
              </a:lnSpc>
              <a:spcBef>
                <a:spcPts val="0"/>
              </a:spcBef>
              <a:spcAft>
                <a:spcPts val="0"/>
              </a:spcAft>
              <a:buSzPts val="1500"/>
              <a:buChar char="●"/>
            </a:pPr>
            <a:r>
              <a:rPr lang="en" sz="2963" b="1"/>
              <a:t>test</a:t>
            </a:r>
            <a:r>
              <a:rPr lang="en" sz="2963"/>
              <a:t> hypothesis and </a:t>
            </a:r>
            <a:endParaRPr sz="2963"/>
          </a:p>
          <a:p>
            <a:pPr marL="902970" lvl="0" indent="-639604" algn="just" rtl="0">
              <a:lnSpc>
                <a:spcPct val="115000"/>
              </a:lnSpc>
              <a:spcBef>
                <a:spcPts val="0"/>
              </a:spcBef>
              <a:spcAft>
                <a:spcPts val="0"/>
              </a:spcAft>
              <a:buSzPts val="1500"/>
              <a:buChar char="●"/>
            </a:pPr>
            <a:r>
              <a:rPr lang="en" sz="2963" b="1"/>
              <a:t>to check assumptions</a:t>
            </a:r>
            <a:r>
              <a:rPr lang="en" sz="2963"/>
              <a:t> with the help of summary statistics and graphical representations.</a:t>
            </a:r>
            <a:endParaRPr sz="2963"/>
          </a:p>
          <a:p>
            <a:pPr marL="0" lvl="0" indent="0" algn="just" rtl="0">
              <a:lnSpc>
                <a:spcPct val="115000"/>
              </a:lnSpc>
              <a:spcBef>
                <a:spcPts val="2370"/>
              </a:spcBef>
              <a:spcAft>
                <a:spcPts val="0"/>
              </a:spcAft>
              <a:buSzPts val="1300"/>
              <a:buNone/>
            </a:pPr>
            <a:endParaRPr sz="2765"/>
          </a:p>
          <a:p>
            <a:pPr marL="0" lvl="0" indent="0" algn="just" rtl="0">
              <a:lnSpc>
                <a:spcPct val="115000"/>
              </a:lnSpc>
              <a:spcBef>
                <a:spcPts val="2370"/>
              </a:spcBef>
              <a:spcAft>
                <a:spcPts val="2370"/>
              </a:spcAft>
              <a:buSzPts val="1300"/>
              <a:buNone/>
            </a:pPr>
            <a:endParaRPr sz="2765"/>
          </a:p>
        </p:txBody>
      </p:sp>
      <p:sp>
        <p:nvSpPr>
          <p:cNvPr id="80" name="Google Shape;80;p3"/>
          <p:cNvSpPr/>
          <p:nvPr/>
        </p:nvSpPr>
        <p:spPr>
          <a:xfrm>
            <a:off x="9405937" y="2822575"/>
            <a:ext cx="8089403" cy="3845918"/>
          </a:xfrm>
          <a:prstGeom prst="roundRect">
            <a:avLst>
              <a:gd name="adj" fmla="val 16667"/>
            </a:avLst>
          </a:prstGeom>
          <a:noFill/>
          <a:ln w="9525" cap="flat" cmpd="sng">
            <a:solidFill>
              <a:schemeClr val="dk2"/>
            </a:solidFill>
            <a:prstDash val="dot"/>
            <a:round/>
            <a:headEnd type="none" w="sm" len="sm"/>
            <a:tailEnd type="none" w="sm" len="sm"/>
          </a:ln>
        </p:spPr>
        <p:txBody>
          <a:bodyPr spcFirstLastPara="1" wrap="square" lIns="180564" tIns="180564" rIns="180564" bIns="180564"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2765" b="0" i="0" u="none" strike="noStrike" cap="none">
              <a:solidFill>
                <a:srgbClr val="000000"/>
              </a:solidFill>
              <a:latin typeface="Roboto"/>
              <a:ea typeface="Roboto"/>
              <a:cs typeface="Roboto"/>
              <a:sym typeface="Roboto"/>
            </a:endParaRPr>
          </a:p>
        </p:txBody>
      </p:sp>
    </p:spTree>
    <p:extLst>
      <p:ext uri="{BB962C8B-B14F-4D97-AF65-F5344CB8AC3E}">
        <p14:creationId xmlns:p14="http://schemas.microsoft.com/office/powerpoint/2010/main" val="1705004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4"/>
          <p:cNvSpPr txBox="1">
            <a:spLocks noGrp="1"/>
          </p:cNvSpPr>
          <p:nvPr>
            <p:ph type="title"/>
          </p:nvPr>
        </p:nvSpPr>
        <p:spPr>
          <a:xfrm>
            <a:off x="615657" y="990120"/>
            <a:ext cx="7320338" cy="4955078"/>
          </a:xfrm>
          <a:prstGeom prst="rect">
            <a:avLst/>
          </a:prstGeom>
          <a:noFill/>
          <a:ln>
            <a:noFill/>
          </a:ln>
        </p:spPr>
        <p:txBody>
          <a:bodyPr spcFirstLastPara="1" wrap="square" lIns="180564" tIns="180564" rIns="180564" bIns="180564"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SzPts val="2800"/>
              <a:buNone/>
            </a:pPr>
            <a:r>
              <a:rPr lang="en"/>
              <a:t>Exploratory data analysis (EDA)</a:t>
            </a:r>
            <a:endParaRPr/>
          </a:p>
        </p:txBody>
      </p:sp>
      <p:sp>
        <p:nvSpPr>
          <p:cNvPr id="86" name="Google Shape;86;p4"/>
          <p:cNvSpPr txBox="1">
            <a:spLocks noGrp="1"/>
          </p:cNvSpPr>
          <p:nvPr>
            <p:ph type="body" idx="1"/>
          </p:nvPr>
        </p:nvSpPr>
        <p:spPr>
          <a:xfrm>
            <a:off x="9173233" y="990120"/>
            <a:ext cx="8585325" cy="7362998"/>
          </a:xfrm>
          <a:prstGeom prst="rect">
            <a:avLst/>
          </a:prstGeom>
          <a:noFill/>
          <a:ln>
            <a:noFill/>
          </a:ln>
        </p:spPr>
        <p:txBody>
          <a:bodyPr spcFirstLastPara="1" wrap="square" lIns="180564" tIns="180564" rIns="180564" bIns="180564"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SzPts val="1300"/>
              <a:buNone/>
            </a:pPr>
            <a:r>
              <a:rPr lang="en" sz="2765" b="1"/>
              <a:t>Before making inferences from data </a:t>
            </a:r>
            <a:r>
              <a:rPr lang="en" sz="2765">
                <a:solidFill>
                  <a:srgbClr val="A31515"/>
                </a:solidFill>
              </a:rPr>
              <a:t>it is essential to examine all your variables</a:t>
            </a:r>
            <a:r>
              <a:rPr lang="en" sz="2765" b="1"/>
              <a:t>.</a:t>
            </a:r>
            <a:endParaRPr sz="2765" b="1"/>
          </a:p>
          <a:p>
            <a:pPr marL="0" lvl="0" indent="0" algn="l" rtl="0">
              <a:lnSpc>
                <a:spcPct val="115000"/>
              </a:lnSpc>
              <a:spcBef>
                <a:spcPts val="2370"/>
              </a:spcBef>
              <a:spcAft>
                <a:spcPts val="0"/>
              </a:spcAft>
              <a:buSzPts val="1300"/>
              <a:buNone/>
            </a:pPr>
            <a:r>
              <a:rPr lang="en" sz="3160" b="1"/>
              <a:t>Why?</a:t>
            </a:r>
            <a:endParaRPr sz="3160" b="1"/>
          </a:p>
          <a:p>
            <a:pPr marL="0" lvl="0" indent="0" algn="l" rtl="0">
              <a:lnSpc>
                <a:spcPct val="115000"/>
              </a:lnSpc>
              <a:spcBef>
                <a:spcPts val="2370"/>
              </a:spcBef>
              <a:spcAft>
                <a:spcPts val="0"/>
              </a:spcAft>
              <a:buSzPts val="1300"/>
              <a:buNone/>
            </a:pPr>
            <a:r>
              <a:rPr lang="en" sz="2765">
                <a:solidFill>
                  <a:srgbClr val="0000FF"/>
                </a:solidFill>
              </a:rPr>
              <a:t>To listen to the data:</a:t>
            </a:r>
            <a:endParaRPr sz="2765">
              <a:solidFill>
                <a:srgbClr val="0000FF"/>
              </a:solidFill>
            </a:endParaRPr>
          </a:p>
          <a:p>
            <a:pPr marL="0" lvl="0" indent="0" algn="l" rtl="0">
              <a:lnSpc>
                <a:spcPct val="115000"/>
              </a:lnSpc>
              <a:spcBef>
                <a:spcPts val="2370"/>
              </a:spcBef>
              <a:spcAft>
                <a:spcPts val="0"/>
              </a:spcAft>
              <a:buSzPts val="1300"/>
              <a:buNone/>
            </a:pPr>
            <a:r>
              <a:rPr lang="en" sz="2765"/>
              <a:t>- to catch mistakes</a:t>
            </a:r>
            <a:endParaRPr sz="2765"/>
          </a:p>
          <a:p>
            <a:pPr marL="0" lvl="0" indent="0" algn="l" rtl="0">
              <a:lnSpc>
                <a:spcPct val="115000"/>
              </a:lnSpc>
              <a:spcBef>
                <a:spcPts val="2370"/>
              </a:spcBef>
              <a:spcAft>
                <a:spcPts val="0"/>
              </a:spcAft>
              <a:buSzPts val="1300"/>
              <a:buNone/>
            </a:pPr>
            <a:r>
              <a:rPr lang="en" sz="2765"/>
              <a:t>- to see patterns in the data</a:t>
            </a:r>
            <a:endParaRPr sz="2765"/>
          </a:p>
          <a:p>
            <a:pPr marL="0" lvl="0" indent="0" algn="l" rtl="0">
              <a:lnSpc>
                <a:spcPct val="115000"/>
              </a:lnSpc>
              <a:spcBef>
                <a:spcPts val="2370"/>
              </a:spcBef>
              <a:spcAft>
                <a:spcPts val="0"/>
              </a:spcAft>
              <a:buSzPts val="1300"/>
              <a:buNone/>
            </a:pPr>
            <a:r>
              <a:rPr lang="en" sz="2765"/>
              <a:t>- to find violations of statistical assumptions</a:t>
            </a:r>
            <a:endParaRPr sz="2765"/>
          </a:p>
          <a:p>
            <a:pPr marL="0" lvl="0" indent="0" algn="l" rtl="0">
              <a:lnSpc>
                <a:spcPct val="115000"/>
              </a:lnSpc>
              <a:spcBef>
                <a:spcPts val="2370"/>
              </a:spcBef>
              <a:spcAft>
                <a:spcPts val="0"/>
              </a:spcAft>
              <a:buSzPts val="1300"/>
              <a:buNone/>
            </a:pPr>
            <a:r>
              <a:rPr lang="en" sz="2765"/>
              <a:t>- to generate hypotheses</a:t>
            </a:r>
            <a:endParaRPr sz="2765"/>
          </a:p>
          <a:p>
            <a:pPr marL="0" lvl="0" indent="0" algn="l" rtl="0">
              <a:lnSpc>
                <a:spcPct val="115000"/>
              </a:lnSpc>
              <a:spcBef>
                <a:spcPts val="2370"/>
              </a:spcBef>
              <a:spcAft>
                <a:spcPts val="2370"/>
              </a:spcAft>
              <a:buSzPts val="1300"/>
              <a:buNone/>
            </a:pPr>
            <a:r>
              <a:rPr lang="en" sz="2765"/>
              <a:t>…and because if you don’t, you will have trouble later</a:t>
            </a:r>
            <a:endParaRPr sz="2765"/>
          </a:p>
        </p:txBody>
      </p:sp>
      <p:sp>
        <p:nvSpPr>
          <p:cNvPr id="87" name="Google Shape;87;p4"/>
          <p:cNvSpPr txBox="1"/>
          <p:nvPr/>
        </p:nvSpPr>
        <p:spPr>
          <a:xfrm>
            <a:off x="313531" y="6246188"/>
            <a:ext cx="7622513" cy="2797885"/>
          </a:xfrm>
          <a:prstGeom prst="rect">
            <a:avLst/>
          </a:prstGeom>
          <a:solidFill>
            <a:srgbClr val="FFFF00"/>
          </a:solidFill>
          <a:ln>
            <a:noFill/>
          </a:ln>
        </p:spPr>
        <p:txBody>
          <a:bodyPr spcFirstLastPara="1" wrap="square" lIns="180564" tIns="180564" rIns="180564" bIns="180564"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marR="0" lvl="0" indent="0" algn="just" rtl="0">
              <a:lnSpc>
                <a:spcPct val="115000"/>
              </a:lnSpc>
              <a:spcBef>
                <a:spcPts val="0"/>
              </a:spcBef>
              <a:spcAft>
                <a:spcPts val="0"/>
              </a:spcAft>
              <a:buClr>
                <a:srgbClr val="000000"/>
              </a:buClr>
              <a:buSzPts val="1300"/>
              <a:buFont typeface="Arial"/>
              <a:buNone/>
            </a:pPr>
            <a:r>
              <a:rPr lang="en" sz="2568" b="1" i="0" u="none" strike="noStrike" cap="none">
                <a:solidFill>
                  <a:srgbClr val="212121"/>
                </a:solidFill>
                <a:latin typeface="Roboto"/>
                <a:ea typeface="Roboto"/>
                <a:cs typeface="Roboto"/>
                <a:sym typeface="Roboto"/>
              </a:rPr>
              <a:t>It is a </a:t>
            </a:r>
            <a:r>
              <a:rPr lang="en" sz="2568" b="1" i="0" u="none" strike="noStrike" cap="none">
                <a:solidFill>
                  <a:srgbClr val="980000"/>
                </a:solidFill>
                <a:latin typeface="Roboto"/>
                <a:ea typeface="Roboto"/>
                <a:cs typeface="Roboto"/>
                <a:sym typeface="Roboto"/>
              </a:rPr>
              <a:t>good practice to understand the data first and try to gather as many insights</a:t>
            </a:r>
            <a:r>
              <a:rPr lang="en" sz="2568" b="1" i="0" u="none" strike="noStrike" cap="none">
                <a:solidFill>
                  <a:srgbClr val="212121"/>
                </a:solidFill>
                <a:latin typeface="Roboto"/>
                <a:ea typeface="Roboto"/>
                <a:cs typeface="Roboto"/>
                <a:sym typeface="Roboto"/>
              </a:rPr>
              <a:t> from it. </a:t>
            </a:r>
            <a:endParaRPr sz="2568" b="1" i="0" u="none" strike="noStrike" cap="none">
              <a:solidFill>
                <a:srgbClr val="212121"/>
              </a:solidFill>
              <a:latin typeface="Roboto"/>
              <a:ea typeface="Roboto"/>
              <a:cs typeface="Roboto"/>
              <a:sym typeface="Roboto"/>
            </a:endParaRPr>
          </a:p>
          <a:p>
            <a:pPr marL="0" marR="0" lvl="0" indent="0" algn="just" rtl="0">
              <a:lnSpc>
                <a:spcPct val="115000"/>
              </a:lnSpc>
              <a:spcBef>
                <a:spcPts val="2370"/>
              </a:spcBef>
              <a:spcAft>
                <a:spcPts val="2370"/>
              </a:spcAft>
              <a:buClr>
                <a:srgbClr val="000000"/>
              </a:buClr>
              <a:buSzPts val="1300"/>
              <a:buFont typeface="Arial"/>
              <a:buNone/>
            </a:pPr>
            <a:r>
              <a:rPr lang="en" sz="2568" b="1" i="0" u="none" strike="noStrike" cap="none">
                <a:solidFill>
                  <a:srgbClr val="212121"/>
                </a:solidFill>
                <a:latin typeface="Roboto"/>
                <a:ea typeface="Roboto"/>
                <a:cs typeface="Roboto"/>
                <a:sym typeface="Roboto"/>
              </a:rPr>
              <a:t>EDA is all about making sense of data in hand, before getting them dirty with it.</a:t>
            </a:r>
            <a:endParaRPr sz="2568" b="1" i="0" u="none" strike="noStrike" cap="none">
              <a:solidFill>
                <a:srgbClr val="212121"/>
              </a:solidFill>
              <a:latin typeface="Roboto"/>
              <a:ea typeface="Roboto"/>
              <a:cs typeface="Roboto"/>
              <a:sym typeface="Roboto"/>
            </a:endParaRPr>
          </a:p>
        </p:txBody>
      </p:sp>
    </p:spTree>
    <p:extLst>
      <p:ext uri="{BB962C8B-B14F-4D97-AF65-F5344CB8AC3E}">
        <p14:creationId xmlns:p14="http://schemas.microsoft.com/office/powerpoint/2010/main" val="1524237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5"/>
          <p:cNvSpPr txBox="1">
            <a:spLocks noGrp="1"/>
          </p:cNvSpPr>
          <p:nvPr>
            <p:ph type="title"/>
          </p:nvPr>
        </p:nvSpPr>
        <p:spPr>
          <a:xfrm>
            <a:off x="615657" y="990120"/>
            <a:ext cx="7320338" cy="4955078"/>
          </a:xfrm>
          <a:prstGeom prst="rect">
            <a:avLst/>
          </a:prstGeom>
          <a:noFill/>
          <a:ln>
            <a:noFill/>
          </a:ln>
        </p:spPr>
        <p:txBody>
          <a:bodyPr spcFirstLastPara="1" wrap="square" lIns="180564" tIns="180564" rIns="180564" bIns="180564"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SzPts val="2800"/>
              <a:buNone/>
            </a:pPr>
            <a:r>
              <a:rPr lang="en"/>
              <a:t>Exploratory data analysis (EDA)</a:t>
            </a:r>
            <a:endParaRPr/>
          </a:p>
        </p:txBody>
      </p:sp>
      <p:sp>
        <p:nvSpPr>
          <p:cNvPr id="93" name="Google Shape;93;p5"/>
          <p:cNvSpPr txBox="1">
            <a:spLocks noGrp="1"/>
          </p:cNvSpPr>
          <p:nvPr>
            <p:ph type="body" idx="1"/>
          </p:nvPr>
        </p:nvSpPr>
        <p:spPr>
          <a:xfrm>
            <a:off x="9173233" y="990121"/>
            <a:ext cx="8228640" cy="8094735"/>
          </a:xfrm>
          <a:prstGeom prst="rect">
            <a:avLst/>
          </a:prstGeom>
          <a:noFill/>
          <a:ln>
            <a:noFill/>
          </a:ln>
        </p:spPr>
        <p:txBody>
          <a:bodyPr spcFirstLastPara="1" wrap="square" lIns="180564" tIns="180564" rIns="180564" bIns="180564"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just" rtl="0">
              <a:lnSpc>
                <a:spcPct val="115000"/>
              </a:lnSpc>
              <a:spcBef>
                <a:spcPts val="0"/>
              </a:spcBef>
              <a:spcAft>
                <a:spcPts val="0"/>
              </a:spcAft>
              <a:buSzPts val="1300"/>
              <a:buNone/>
            </a:pPr>
            <a:r>
              <a:rPr lang="en" sz="2963" b="1">
                <a:solidFill>
                  <a:srgbClr val="A31515"/>
                </a:solidFill>
              </a:rPr>
              <a:t>EDA provides a structured process for approaching  this scenario.</a:t>
            </a:r>
            <a:r>
              <a:rPr lang="en" sz="2963"/>
              <a:t> Involves a series of steps and techniques to </a:t>
            </a:r>
            <a:endParaRPr sz="2963"/>
          </a:p>
          <a:p>
            <a:pPr marL="902970" lvl="0" indent="-639604" algn="just" rtl="0">
              <a:lnSpc>
                <a:spcPct val="115000"/>
              </a:lnSpc>
              <a:spcBef>
                <a:spcPts val="2370"/>
              </a:spcBef>
              <a:spcAft>
                <a:spcPts val="0"/>
              </a:spcAft>
              <a:buSzPts val="1500"/>
              <a:buChar char="●"/>
            </a:pPr>
            <a:r>
              <a:rPr lang="en" sz="2963"/>
              <a:t>systematically explore the data, </a:t>
            </a:r>
            <a:endParaRPr sz="2963"/>
          </a:p>
          <a:p>
            <a:pPr marL="902970" lvl="0" indent="-639604" algn="just" rtl="0">
              <a:lnSpc>
                <a:spcPct val="115000"/>
              </a:lnSpc>
              <a:spcBef>
                <a:spcPts val="0"/>
              </a:spcBef>
              <a:spcAft>
                <a:spcPts val="0"/>
              </a:spcAft>
              <a:buSzPts val="1500"/>
              <a:buChar char="●"/>
            </a:pPr>
            <a:r>
              <a:rPr lang="en" sz="2963"/>
              <a:t>uncover hidden patterns, and </a:t>
            </a:r>
            <a:endParaRPr sz="2963"/>
          </a:p>
          <a:p>
            <a:pPr marL="902970" lvl="0" indent="-639604" algn="just" rtl="0">
              <a:lnSpc>
                <a:spcPct val="115000"/>
              </a:lnSpc>
              <a:spcBef>
                <a:spcPts val="0"/>
              </a:spcBef>
              <a:spcAft>
                <a:spcPts val="0"/>
              </a:spcAft>
              <a:buSzPts val="1500"/>
              <a:buChar char="●"/>
            </a:pPr>
            <a:r>
              <a:rPr lang="en" sz="2963"/>
              <a:t>gain insights. </a:t>
            </a:r>
            <a:endParaRPr sz="2963"/>
          </a:p>
          <a:p>
            <a:pPr marL="0" lvl="0" indent="0" algn="just" rtl="0">
              <a:lnSpc>
                <a:spcPct val="115000"/>
              </a:lnSpc>
              <a:spcBef>
                <a:spcPts val="2370"/>
              </a:spcBef>
              <a:spcAft>
                <a:spcPts val="0"/>
              </a:spcAft>
              <a:buSzPts val="1300"/>
              <a:buNone/>
            </a:pPr>
            <a:r>
              <a:rPr lang="en" sz="2963"/>
              <a:t>This process </a:t>
            </a:r>
            <a:r>
              <a:rPr lang="en" sz="2963" b="1"/>
              <a:t>ensures that you don't miss critical information and can make informed decisions</a:t>
            </a:r>
            <a:r>
              <a:rPr lang="en" sz="2963"/>
              <a:t> about subsequent analyses or modeling.</a:t>
            </a:r>
            <a:endParaRPr sz="2963"/>
          </a:p>
          <a:p>
            <a:pPr marL="0" lvl="0" indent="0" algn="just" rtl="0">
              <a:lnSpc>
                <a:spcPct val="115000"/>
              </a:lnSpc>
              <a:spcBef>
                <a:spcPts val="2370"/>
              </a:spcBef>
              <a:spcAft>
                <a:spcPts val="0"/>
              </a:spcAft>
              <a:buSzPts val="1300"/>
              <a:buNone/>
            </a:pPr>
            <a:endParaRPr sz="2963"/>
          </a:p>
          <a:p>
            <a:pPr marL="0" lvl="0" indent="0" algn="just" rtl="0">
              <a:lnSpc>
                <a:spcPct val="115000"/>
              </a:lnSpc>
              <a:spcBef>
                <a:spcPts val="2370"/>
              </a:spcBef>
              <a:spcAft>
                <a:spcPts val="2370"/>
              </a:spcAft>
              <a:buSzPts val="1300"/>
              <a:buNone/>
            </a:pPr>
            <a:r>
              <a:rPr lang="en" sz="2963" b="1" i="1"/>
              <a:t>EDA also emphasizes the importance of data visualization</a:t>
            </a:r>
            <a:endParaRPr sz="2963" b="1" i="1"/>
          </a:p>
        </p:txBody>
      </p:sp>
    </p:spTree>
    <p:extLst>
      <p:ext uri="{BB962C8B-B14F-4D97-AF65-F5344CB8AC3E}">
        <p14:creationId xmlns:p14="http://schemas.microsoft.com/office/powerpoint/2010/main" val="3724878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g30485a25461_0_16"/>
          <p:cNvSpPr txBox="1">
            <a:spLocks noGrp="1"/>
          </p:cNvSpPr>
          <p:nvPr>
            <p:ph type="title"/>
          </p:nvPr>
        </p:nvSpPr>
        <p:spPr>
          <a:xfrm>
            <a:off x="615657" y="990120"/>
            <a:ext cx="7320338" cy="4955078"/>
          </a:xfrm>
          <a:prstGeom prst="rect">
            <a:avLst/>
          </a:prstGeom>
          <a:noFill/>
          <a:ln>
            <a:noFill/>
          </a:ln>
        </p:spPr>
        <p:txBody>
          <a:bodyPr spcFirstLastPara="1" wrap="square" lIns="180564" tIns="180564" rIns="180564" bIns="180564"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SzPts val="2800"/>
              <a:buNone/>
            </a:pPr>
            <a:r>
              <a:rPr lang="en">
                <a:solidFill>
                  <a:srgbClr val="FF0000"/>
                </a:solidFill>
              </a:rPr>
              <a:t>Aim</a:t>
            </a:r>
            <a:r>
              <a:rPr lang="en"/>
              <a:t> of Exploratory data analysis (EDA)</a:t>
            </a:r>
            <a:endParaRPr/>
          </a:p>
        </p:txBody>
      </p:sp>
      <p:sp>
        <p:nvSpPr>
          <p:cNvPr id="99" name="Google Shape;99;g30485a25461_0_16"/>
          <p:cNvSpPr txBox="1">
            <a:spLocks noGrp="1"/>
          </p:cNvSpPr>
          <p:nvPr>
            <p:ph type="body" idx="1"/>
          </p:nvPr>
        </p:nvSpPr>
        <p:spPr>
          <a:xfrm>
            <a:off x="9173233" y="990121"/>
            <a:ext cx="8228640" cy="8094735"/>
          </a:xfrm>
          <a:prstGeom prst="rect">
            <a:avLst/>
          </a:prstGeom>
          <a:noFill/>
          <a:ln>
            <a:noFill/>
          </a:ln>
        </p:spPr>
        <p:txBody>
          <a:bodyPr spcFirstLastPara="1" wrap="square" lIns="180564" tIns="180564" rIns="180564" bIns="180564"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902970" lvl="0" indent="-639604" algn="just" rtl="0">
              <a:lnSpc>
                <a:spcPct val="115000"/>
              </a:lnSpc>
              <a:spcBef>
                <a:spcPts val="2370"/>
              </a:spcBef>
              <a:spcAft>
                <a:spcPts val="0"/>
              </a:spcAft>
              <a:buClr>
                <a:schemeClr val="dk1"/>
              </a:buClr>
              <a:buSzPts val="1500"/>
              <a:buChar char="●"/>
            </a:pPr>
            <a:r>
              <a:rPr lang="en" sz="2963" b="1">
                <a:solidFill>
                  <a:schemeClr val="dk1"/>
                </a:solidFill>
              </a:rPr>
              <a:t>Maximize </a:t>
            </a:r>
            <a:r>
              <a:rPr lang="en" sz="2963">
                <a:solidFill>
                  <a:schemeClr val="dk1"/>
                </a:solidFill>
              </a:rPr>
              <a:t>insight into a dataset.</a:t>
            </a:r>
            <a:endParaRPr sz="2963">
              <a:solidFill>
                <a:schemeClr val="dk1"/>
              </a:solidFill>
            </a:endParaRPr>
          </a:p>
          <a:p>
            <a:pPr marL="902970" lvl="0" indent="-639604" algn="just" rtl="0">
              <a:lnSpc>
                <a:spcPct val="115000"/>
              </a:lnSpc>
              <a:spcBef>
                <a:spcPts val="0"/>
              </a:spcBef>
              <a:spcAft>
                <a:spcPts val="0"/>
              </a:spcAft>
              <a:buClr>
                <a:schemeClr val="dk1"/>
              </a:buClr>
              <a:buSzPts val="1500"/>
              <a:buChar char="●"/>
            </a:pPr>
            <a:r>
              <a:rPr lang="en" sz="2963" b="1">
                <a:solidFill>
                  <a:schemeClr val="dk1"/>
                </a:solidFill>
              </a:rPr>
              <a:t>Uncover </a:t>
            </a:r>
            <a:r>
              <a:rPr lang="en" sz="2963">
                <a:solidFill>
                  <a:schemeClr val="dk1"/>
                </a:solidFill>
              </a:rPr>
              <a:t>underlying structure.</a:t>
            </a:r>
            <a:endParaRPr sz="2963">
              <a:solidFill>
                <a:schemeClr val="dk1"/>
              </a:solidFill>
            </a:endParaRPr>
          </a:p>
          <a:p>
            <a:pPr marL="902970" lvl="0" indent="-639604" algn="just" rtl="0">
              <a:lnSpc>
                <a:spcPct val="115000"/>
              </a:lnSpc>
              <a:spcBef>
                <a:spcPts val="0"/>
              </a:spcBef>
              <a:spcAft>
                <a:spcPts val="0"/>
              </a:spcAft>
              <a:buClr>
                <a:schemeClr val="dk1"/>
              </a:buClr>
              <a:buSzPts val="1500"/>
              <a:buChar char="●"/>
            </a:pPr>
            <a:r>
              <a:rPr lang="en" sz="2963" b="1">
                <a:solidFill>
                  <a:schemeClr val="dk1"/>
                </a:solidFill>
              </a:rPr>
              <a:t>Extract </a:t>
            </a:r>
            <a:r>
              <a:rPr lang="en" sz="2963">
                <a:solidFill>
                  <a:schemeClr val="dk1"/>
                </a:solidFill>
              </a:rPr>
              <a:t>important variables.</a:t>
            </a:r>
            <a:endParaRPr sz="2963">
              <a:solidFill>
                <a:schemeClr val="dk1"/>
              </a:solidFill>
            </a:endParaRPr>
          </a:p>
          <a:p>
            <a:pPr marL="902970" lvl="0" indent="-639604" algn="just" rtl="0">
              <a:lnSpc>
                <a:spcPct val="115000"/>
              </a:lnSpc>
              <a:spcBef>
                <a:spcPts val="0"/>
              </a:spcBef>
              <a:spcAft>
                <a:spcPts val="0"/>
              </a:spcAft>
              <a:buClr>
                <a:schemeClr val="dk1"/>
              </a:buClr>
              <a:buSzPts val="1500"/>
              <a:buChar char="●"/>
            </a:pPr>
            <a:r>
              <a:rPr lang="en" sz="2963" b="1">
                <a:solidFill>
                  <a:schemeClr val="dk1"/>
                </a:solidFill>
              </a:rPr>
              <a:t>Detect </a:t>
            </a:r>
            <a:r>
              <a:rPr lang="en" sz="2963">
                <a:solidFill>
                  <a:schemeClr val="dk1"/>
                </a:solidFill>
              </a:rPr>
              <a:t>outliers and anomalies.</a:t>
            </a:r>
            <a:endParaRPr sz="2963">
              <a:solidFill>
                <a:schemeClr val="dk1"/>
              </a:solidFill>
            </a:endParaRPr>
          </a:p>
          <a:p>
            <a:pPr marL="902970" lvl="0" indent="-639604" algn="just" rtl="0">
              <a:lnSpc>
                <a:spcPct val="115000"/>
              </a:lnSpc>
              <a:spcBef>
                <a:spcPts val="0"/>
              </a:spcBef>
              <a:spcAft>
                <a:spcPts val="0"/>
              </a:spcAft>
              <a:buClr>
                <a:schemeClr val="dk1"/>
              </a:buClr>
              <a:buSzPts val="1500"/>
              <a:buChar char="●"/>
            </a:pPr>
            <a:r>
              <a:rPr lang="en" sz="2963" b="1">
                <a:solidFill>
                  <a:schemeClr val="dk1"/>
                </a:solidFill>
              </a:rPr>
              <a:t>Test </a:t>
            </a:r>
            <a:r>
              <a:rPr lang="en" sz="2963">
                <a:solidFill>
                  <a:schemeClr val="dk1"/>
                </a:solidFill>
              </a:rPr>
              <a:t>underlying assumptions.</a:t>
            </a:r>
            <a:endParaRPr sz="2963">
              <a:solidFill>
                <a:schemeClr val="dk1"/>
              </a:solidFill>
            </a:endParaRPr>
          </a:p>
          <a:p>
            <a:pPr marL="902970" lvl="0" indent="-639604" algn="just" rtl="0">
              <a:lnSpc>
                <a:spcPct val="115000"/>
              </a:lnSpc>
              <a:spcBef>
                <a:spcPts val="0"/>
              </a:spcBef>
              <a:spcAft>
                <a:spcPts val="0"/>
              </a:spcAft>
              <a:buClr>
                <a:schemeClr val="dk1"/>
              </a:buClr>
              <a:buSzPts val="1500"/>
              <a:buChar char="●"/>
            </a:pPr>
            <a:r>
              <a:rPr lang="en" sz="2963" b="1">
                <a:solidFill>
                  <a:schemeClr val="dk1"/>
                </a:solidFill>
              </a:rPr>
              <a:t>Develop </a:t>
            </a:r>
            <a:r>
              <a:rPr lang="en" sz="2963">
                <a:solidFill>
                  <a:schemeClr val="dk1"/>
                </a:solidFill>
              </a:rPr>
              <a:t>valid models.</a:t>
            </a:r>
            <a:endParaRPr sz="2963">
              <a:solidFill>
                <a:schemeClr val="dk1"/>
              </a:solidFill>
            </a:endParaRPr>
          </a:p>
        </p:txBody>
      </p:sp>
    </p:spTree>
    <p:extLst>
      <p:ext uri="{BB962C8B-B14F-4D97-AF65-F5344CB8AC3E}">
        <p14:creationId xmlns:p14="http://schemas.microsoft.com/office/powerpoint/2010/main" val="1139152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g30485a25461_0_0"/>
          <p:cNvSpPr txBox="1">
            <a:spLocks noGrp="1"/>
          </p:cNvSpPr>
          <p:nvPr>
            <p:ph type="title"/>
          </p:nvPr>
        </p:nvSpPr>
        <p:spPr>
          <a:xfrm>
            <a:off x="615657" y="990120"/>
            <a:ext cx="7320338" cy="4955078"/>
          </a:xfrm>
          <a:prstGeom prst="rect">
            <a:avLst/>
          </a:prstGeom>
          <a:noFill/>
          <a:ln>
            <a:noFill/>
          </a:ln>
        </p:spPr>
        <p:txBody>
          <a:bodyPr spcFirstLastPara="1" wrap="square" lIns="180564" tIns="180564" rIns="180564" bIns="180564"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SzPts val="2800"/>
              <a:buNone/>
            </a:pPr>
            <a:r>
              <a:rPr lang="en">
                <a:solidFill>
                  <a:srgbClr val="FF0000"/>
                </a:solidFill>
              </a:rPr>
              <a:t>3 steps</a:t>
            </a:r>
            <a:r>
              <a:rPr lang="en"/>
              <a:t> to understand the Cycle of EDA</a:t>
            </a:r>
            <a:endParaRPr/>
          </a:p>
        </p:txBody>
      </p:sp>
      <p:sp>
        <p:nvSpPr>
          <p:cNvPr id="105" name="Google Shape;105;g30485a25461_0_0"/>
          <p:cNvSpPr txBox="1">
            <a:spLocks noGrp="1"/>
          </p:cNvSpPr>
          <p:nvPr>
            <p:ph type="body" idx="1"/>
          </p:nvPr>
        </p:nvSpPr>
        <p:spPr>
          <a:xfrm>
            <a:off x="9173233" y="676885"/>
            <a:ext cx="8228640" cy="8408168"/>
          </a:xfrm>
          <a:prstGeom prst="rect">
            <a:avLst/>
          </a:prstGeom>
          <a:noFill/>
          <a:ln>
            <a:noFill/>
          </a:ln>
        </p:spPr>
        <p:txBody>
          <a:bodyPr spcFirstLastPara="1" wrap="square" lIns="180564" tIns="180564" rIns="180564" bIns="180564"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902970" lvl="0" indent="-639604" algn="just" rtl="0">
              <a:lnSpc>
                <a:spcPct val="115000"/>
              </a:lnSpc>
              <a:spcBef>
                <a:spcPts val="2370"/>
              </a:spcBef>
              <a:spcAft>
                <a:spcPts val="0"/>
              </a:spcAft>
              <a:buClr>
                <a:schemeClr val="dk1"/>
              </a:buClr>
              <a:buSzPts val="1500"/>
              <a:buAutoNum type="arabicPeriod"/>
            </a:pPr>
            <a:r>
              <a:rPr lang="en" sz="2963" b="1">
                <a:solidFill>
                  <a:schemeClr val="dk1"/>
                </a:solidFill>
              </a:rPr>
              <a:t>Generate questions</a:t>
            </a:r>
            <a:r>
              <a:rPr lang="en" sz="2963">
                <a:solidFill>
                  <a:schemeClr val="dk1"/>
                </a:solidFill>
              </a:rPr>
              <a:t> about your data</a:t>
            </a:r>
            <a:endParaRPr sz="2963">
              <a:solidFill>
                <a:schemeClr val="dk1"/>
              </a:solidFill>
            </a:endParaRPr>
          </a:p>
          <a:p>
            <a:pPr marL="902970" lvl="0" indent="-639604" algn="just" rtl="0">
              <a:lnSpc>
                <a:spcPct val="115000"/>
              </a:lnSpc>
              <a:spcBef>
                <a:spcPts val="0"/>
              </a:spcBef>
              <a:spcAft>
                <a:spcPts val="0"/>
              </a:spcAft>
              <a:buClr>
                <a:schemeClr val="dk1"/>
              </a:buClr>
              <a:buSzPts val="1500"/>
              <a:buAutoNum type="arabicPeriod"/>
            </a:pPr>
            <a:r>
              <a:rPr lang="en" sz="2963" b="1">
                <a:solidFill>
                  <a:schemeClr val="dk1"/>
                </a:solidFill>
              </a:rPr>
              <a:t>Search for answers</a:t>
            </a:r>
            <a:r>
              <a:rPr lang="en" sz="2963">
                <a:solidFill>
                  <a:schemeClr val="dk1"/>
                </a:solidFill>
              </a:rPr>
              <a:t> by visualizing, transforming, and modeling your data</a:t>
            </a:r>
            <a:endParaRPr sz="2963">
              <a:solidFill>
                <a:schemeClr val="dk1"/>
              </a:solidFill>
            </a:endParaRPr>
          </a:p>
          <a:p>
            <a:pPr marL="902970" lvl="0" indent="-639604" algn="just" rtl="0">
              <a:lnSpc>
                <a:spcPct val="115000"/>
              </a:lnSpc>
              <a:spcBef>
                <a:spcPts val="0"/>
              </a:spcBef>
              <a:spcAft>
                <a:spcPts val="0"/>
              </a:spcAft>
              <a:buClr>
                <a:schemeClr val="dk1"/>
              </a:buClr>
              <a:buSzPts val="1500"/>
              <a:buAutoNum type="arabicPeriod"/>
            </a:pPr>
            <a:r>
              <a:rPr lang="en" sz="2963">
                <a:solidFill>
                  <a:schemeClr val="dk1"/>
                </a:solidFill>
              </a:rPr>
              <a:t>Use what you learn to r</a:t>
            </a:r>
            <a:r>
              <a:rPr lang="en" sz="2963" b="1">
                <a:solidFill>
                  <a:schemeClr val="dk1"/>
                </a:solidFill>
              </a:rPr>
              <a:t>efine your questions</a:t>
            </a:r>
            <a:r>
              <a:rPr lang="en" sz="2963">
                <a:solidFill>
                  <a:schemeClr val="dk1"/>
                </a:solidFill>
              </a:rPr>
              <a:t> and or generate new questions</a:t>
            </a:r>
            <a:endParaRPr sz="2963">
              <a:solidFill>
                <a:schemeClr val="dk1"/>
              </a:solidFill>
            </a:endParaRPr>
          </a:p>
          <a:p>
            <a:pPr marL="0" lvl="0" indent="0" algn="just" rtl="0">
              <a:lnSpc>
                <a:spcPct val="115000"/>
              </a:lnSpc>
              <a:spcBef>
                <a:spcPts val="2370"/>
              </a:spcBef>
              <a:spcAft>
                <a:spcPts val="0"/>
              </a:spcAft>
              <a:buSzPts val="1300"/>
              <a:buNone/>
            </a:pPr>
            <a:endParaRPr sz="2963" b="1">
              <a:solidFill>
                <a:schemeClr val="dk1"/>
              </a:solidFill>
            </a:endParaRPr>
          </a:p>
          <a:p>
            <a:pPr marL="0" lvl="0" indent="0" algn="just" rtl="0">
              <a:lnSpc>
                <a:spcPct val="115000"/>
              </a:lnSpc>
              <a:spcBef>
                <a:spcPts val="2370"/>
              </a:spcBef>
              <a:spcAft>
                <a:spcPts val="2370"/>
              </a:spcAft>
              <a:buSzPts val="1300"/>
              <a:buNone/>
            </a:pPr>
            <a:r>
              <a:rPr lang="en" sz="2963" b="1">
                <a:solidFill>
                  <a:schemeClr val="dk1"/>
                </a:solidFill>
              </a:rPr>
              <a:t>Rinse and repeat</a:t>
            </a:r>
            <a:r>
              <a:rPr lang="en" sz="2963">
                <a:solidFill>
                  <a:schemeClr val="dk1"/>
                </a:solidFill>
              </a:rPr>
              <a:t> (until you publish a paper or your boss approved it!)</a:t>
            </a:r>
            <a:endParaRPr sz="2963">
              <a:solidFill>
                <a:schemeClr val="dk1"/>
              </a:solidFill>
            </a:endParaRPr>
          </a:p>
        </p:txBody>
      </p:sp>
    </p:spTree>
    <p:extLst>
      <p:ext uri="{BB962C8B-B14F-4D97-AF65-F5344CB8AC3E}">
        <p14:creationId xmlns:p14="http://schemas.microsoft.com/office/powerpoint/2010/main" val="2606317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a:spLocks noGrp="1"/>
          </p:cNvSpPr>
          <p:nvPr>
            <p:ph type="title"/>
          </p:nvPr>
        </p:nvSpPr>
        <p:spPr>
          <a:xfrm>
            <a:off x="615657" y="990120"/>
            <a:ext cx="7320338" cy="4955078"/>
          </a:xfrm>
          <a:prstGeom prst="rect">
            <a:avLst/>
          </a:prstGeom>
          <a:noFill/>
          <a:ln>
            <a:noFill/>
          </a:ln>
        </p:spPr>
        <p:txBody>
          <a:bodyPr spcFirstLastPara="1" wrap="square" lIns="180564" tIns="180564" rIns="180564" bIns="180564"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SzPts val="2800"/>
              <a:buNone/>
            </a:pPr>
            <a:r>
              <a:rPr lang="en"/>
              <a:t>Asking the Right Questions</a:t>
            </a:r>
            <a:endParaRPr/>
          </a:p>
        </p:txBody>
      </p:sp>
      <p:sp>
        <p:nvSpPr>
          <p:cNvPr id="132" name="Google Shape;132;p8"/>
          <p:cNvSpPr txBox="1">
            <a:spLocks noGrp="1"/>
          </p:cNvSpPr>
          <p:nvPr>
            <p:ph type="body" idx="1"/>
          </p:nvPr>
        </p:nvSpPr>
        <p:spPr>
          <a:xfrm>
            <a:off x="9173233" y="990121"/>
            <a:ext cx="8228640" cy="8094735"/>
          </a:xfrm>
          <a:prstGeom prst="rect">
            <a:avLst/>
          </a:prstGeom>
          <a:noFill/>
          <a:ln>
            <a:noFill/>
          </a:ln>
        </p:spPr>
        <p:txBody>
          <a:bodyPr spcFirstLastPara="1" wrap="square" lIns="180564" tIns="180564" rIns="180564" bIns="180564"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just" rtl="0">
              <a:lnSpc>
                <a:spcPct val="115000"/>
              </a:lnSpc>
              <a:spcBef>
                <a:spcPts val="2370"/>
              </a:spcBef>
              <a:spcAft>
                <a:spcPts val="0"/>
              </a:spcAft>
              <a:buSzPts val="1300"/>
              <a:buNone/>
            </a:pPr>
            <a:r>
              <a:rPr lang="en" sz="2963" b="1"/>
              <a:t>What type of questions we should ask that gives us a clear picture. </a:t>
            </a:r>
            <a:endParaRPr sz="2963" b="1"/>
          </a:p>
          <a:p>
            <a:pPr marL="0" lvl="0" indent="0" algn="just" rtl="0">
              <a:lnSpc>
                <a:spcPct val="115000"/>
              </a:lnSpc>
              <a:spcBef>
                <a:spcPts val="2370"/>
              </a:spcBef>
              <a:spcAft>
                <a:spcPts val="0"/>
              </a:spcAft>
              <a:buSzPts val="1300"/>
              <a:buNone/>
            </a:pPr>
            <a:r>
              <a:rPr lang="en" sz="2963"/>
              <a:t>Two types of questions will always be useful for making discoveries with your data.</a:t>
            </a:r>
            <a:endParaRPr sz="2963" b="1"/>
          </a:p>
          <a:p>
            <a:pPr marL="0" lvl="0" indent="0" algn="just" rtl="0">
              <a:lnSpc>
                <a:spcPct val="115000"/>
              </a:lnSpc>
              <a:spcBef>
                <a:spcPts val="2370"/>
              </a:spcBef>
              <a:spcAft>
                <a:spcPts val="0"/>
              </a:spcAft>
              <a:buSzPts val="1300"/>
              <a:buNone/>
            </a:pPr>
            <a:r>
              <a:rPr lang="en" sz="2963" b="1"/>
              <a:t>1. What type of </a:t>
            </a:r>
            <a:r>
              <a:rPr lang="en" sz="2963" b="1">
                <a:solidFill>
                  <a:srgbClr val="980000"/>
                </a:solidFill>
              </a:rPr>
              <a:t>variation</a:t>
            </a:r>
            <a:r>
              <a:rPr lang="en" sz="2963" b="1"/>
              <a:t> occurs within my variables?</a:t>
            </a:r>
            <a:endParaRPr sz="2963" b="1"/>
          </a:p>
          <a:p>
            <a:pPr marL="0" lvl="0" indent="0" algn="just" rtl="0">
              <a:lnSpc>
                <a:spcPct val="115000"/>
              </a:lnSpc>
              <a:spcBef>
                <a:spcPts val="2370"/>
              </a:spcBef>
              <a:spcAft>
                <a:spcPts val="0"/>
              </a:spcAft>
              <a:buSzPts val="1300"/>
              <a:buNone/>
            </a:pPr>
            <a:r>
              <a:rPr lang="en" sz="2173"/>
              <a:t>Ex. Understand the distribution and range of key metrics like revenue and engagement.</a:t>
            </a:r>
            <a:endParaRPr sz="2173"/>
          </a:p>
          <a:p>
            <a:pPr marL="0" lvl="0" indent="0" algn="just" rtl="0">
              <a:lnSpc>
                <a:spcPct val="115000"/>
              </a:lnSpc>
              <a:spcBef>
                <a:spcPts val="2370"/>
              </a:spcBef>
              <a:spcAft>
                <a:spcPts val="0"/>
              </a:spcAft>
              <a:buSzPts val="1300"/>
              <a:buNone/>
            </a:pPr>
            <a:r>
              <a:rPr lang="en" sz="2963" b="1"/>
              <a:t>2. What type of </a:t>
            </a:r>
            <a:r>
              <a:rPr lang="en" sz="2963" b="1">
                <a:solidFill>
                  <a:srgbClr val="980000"/>
                </a:solidFill>
              </a:rPr>
              <a:t>Co-variation occurs between</a:t>
            </a:r>
            <a:r>
              <a:rPr lang="en" sz="2963" b="1"/>
              <a:t> my variables?</a:t>
            </a:r>
            <a:endParaRPr sz="2963" b="1"/>
          </a:p>
          <a:p>
            <a:pPr marL="0" lvl="0" indent="0" algn="just" rtl="0">
              <a:lnSpc>
                <a:spcPct val="115000"/>
              </a:lnSpc>
              <a:spcBef>
                <a:spcPts val="2370"/>
              </a:spcBef>
              <a:spcAft>
                <a:spcPts val="2370"/>
              </a:spcAft>
              <a:buSzPts val="1300"/>
              <a:buNone/>
            </a:pPr>
            <a:r>
              <a:rPr lang="en" sz="2173"/>
              <a:t>Ex. Explore how different variables interact. For example, does increased engagement lead to higher revenue?</a:t>
            </a:r>
            <a:endParaRPr sz="2963" b="1"/>
          </a:p>
        </p:txBody>
      </p:sp>
    </p:spTree>
    <p:extLst>
      <p:ext uri="{BB962C8B-B14F-4D97-AF65-F5344CB8AC3E}">
        <p14:creationId xmlns:p14="http://schemas.microsoft.com/office/powerpoint/2010/main" val="2574654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0485a25461_0_23"/>
          <p:cNvSpPr txBox="1">
            <a:spLocks noGrp="1"/>
          </p:cNvSpPr>
          <p:nvPr>
            <p:ph type="title"/>
          </p:nvPr>
        </p:nvSpPr>
        <p:spPr>
          <a:xfrm>
            <a:off x="615657" y="990120"/>
            <a:ext cx="7320338" cy="4955078"/>
          </a:xfrm>
          <a:prstGeom prst="rect">
            <a:avLst/>
          </a:prstGeom>
          <a:noFill/>
          <a:ln>
            <a:noFill/>
          </a:ln>
        </p:spPr>
        <p:txBody>
          <a:bodyPr spcFirstLastPara="1" wrap="square" lIns="180564" tIns="180564" rIns="180564" bIns="180564"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SzPts val="2800"/>
              <a:buNone/>
            </a:pPr>
            <a:r>
              <a:rPr lang="en"/>
              <a:t>Asking the Right Questions</a:t>
            </a:r>
            <a:endParaRPr/>
          </a:p>
        </p:txBody>
      </p:sp>
      <p:sp>
        <p:nvSpPr>
          <p:cNvPr id="138" name="Google Shape;138;g30485a25461_0_23"/>
          <p:cNvSpPr txBox="1">
            <a:spLocks noGrp="1"/>
          </p:cNvSpPr>
          <p:nvPr>
            <p:ph type="body" idx="1"/>
          </p:nvPr>
        </p:nvSpPr>
        <p:spPr>
          <a:xfrm>
            <a:off x="9173233" y="990120"/>
            <a:ext cx="8677755" cy="8617913"/>
          </a:xfrm>
          <a:prstGeom prst="rect">
            <a:avLst/>
          </a:prstGeom>
          <a:noFill/>
          <a:ln>
            <a:noFill/>
          </a:ln>
        </p:spPr>
        <p:txBody>
          <a:bodyPr spcFirstLastPara="1" wrap="square" lIns="180564" tIns="180564" rIns="180564" bIns="180564"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902970" lvl="0" indent="-639604" algn="just" rtl="0">
              <a:lnSpc>
                <a:spcPct val="115000"/>
              </a:lnSpc>
              <a:spcBef>
                <a:spcPts val="0"/>
              </a:spcBef>
              <a:spcAft>
                <a:spcPts val="0"/>
              </a:spcAft>
              <a:buSzPts val="1500"/>
              <a:buChar char="●"/>
            </a:pPr>
            <a:r>
              <a:rPr lang="en" sz="2963" b="1"/>
              <a:t>Identifying the Key Variable of Interest: </a:t>
            </a:r>
            <a:r>
              <a:rPr lang="en" sz="2963"/>
              <a:t>Generally, there will be one column you care about the most: Revenue, engagement, survival, etc. Focus on how the other variables relate to that.</a:t>
            </a:r>
            <a:endParaRPr sz="2963"/>
          </a:p>
          <a:p>
            <a:pPr marL="902970" lvl="0" indent="0" algn="just" rtl="0">
              <a:lnSpc>
                <a:spcPct val="115000"/>
              </a:lnSpc>
              <a:spcBef>
                <a:spcPts val="0"/>
              </a:spcBef>
              <a:spcAft>
                <a:spcPts val="0"/>
              </a:spcAft>
              <a:buSzPts val="1300"/>
              <a:buNone/>
            </a:pPr>
            <a:endParaRPr sz="2963"/>
          </a:p>
          <a:p>
            <a:pPr marL="902970" lvl="0" indent="-639604" algn="just" rtl="0">
              <a:lnSpc>
                <a:spcPct val="115000"/>
              </a:lnSpc>
              <a:spcBef>
                <a:spcPts val="2370"/>
              </a:spcBef>
              <a:spcAft>
                <a:spcPts val="0"/>
              </a:spcAft>
              <a:buSzPts val="1500"/>
              <a:buChar char="●"/>
            </a:pPr>
            <a:r>
              <a:rPr lang="en" sz="2963" b="1"/>
              <a:t>Understanding Relationships, Considering Dependencies:</a:t>
            </a:r>
            <a:r>
              <a:rPr lang="en" sz="2963"/>
              <a:t> </a:t>
            </a:r>
            <a:endParaRPr sz="2963"/>
          </a:p>
          <a:p>
            <a:pPr marL="902970" lvl="0" indent="0" algn="just" rtl="0">
              <a:lnSpc>
                <a:spcPct val="115000"/>
              </a:lnSpc>
              <a:spcBef>
                <a:spcPts val="2370"/>
              </a:spcBef>
              <a:spcAft>
                <a:spcPts val="0"/>
              </a:spcAft>
              <a:buSzPts val="1300"/>
              <a:buNone/>
            </a:pPr>
            <a:r>
              <a:rPr lang="en" sz="2963"/>
              <a:t>You’ll also need your common sense! Think about </a:t>
            </a:r>
            <a:r>
              <a:rPr lang="en" sz="2963" b="1"/>
              <a:t>what columns might be related</a:t>
            </a:r>
            <a:r>
              <a:rPr lang="en" sz="2963"/>
              <a:t>, what might contribute to what, what might dependent or independent.</a:t>
            </a:r>
            <a:endParaRPr sz="2963"/>
          </a:p>
          <a:p>
            <a:pPr marL="0" lvl="0" indent="0" algn="just" rtl="0">
              <a:lnSpc>
                <a:spcPct val="115000"/>
              </a:lnSpc>
              <a:spcBef>
                <a:spcPts val="2370"/>
              </a:spcBef>
              <a:spcAft>
                <a:spcPts val="2370"/>
              </a:spcAft>
              <a:buSzPts val="1300"/>
              <a:buNone/>
            </a:pPr>
            <a:r>
              <a:rPr lang="en" sz="2963" i="1">
                <a:solidFill>
                  <a:srgbClr val="A31515"/>
                </a:solidFill>
              </a:rPr>
              <a:t>Start your analysis with a list of questions, but don’t be afraid to change them!</a:t>
            </a:r>
            <a:endParaRPr sz="2963" i="1">
              <a:solidFill>
                <a:srgbClr val="A31515"/>
              </a:solidFill>
            </a:endParaRPr>
          </a:p>
        </p:txBody>
      </p:sp>
    </p:spTree>
    <p:extLst>
      <p:ext uri="{BB962C8B-B14F-4D97-AF65-F5344CB8AC3E}">
        <p14:creationId xmlns:p14="http://schemas.microsoft.com/office/powerpoint/2010/main" val="3565321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30485a25461_0_28"/>
          <p:cNvSpPr txBox="1">
            <a:spLocks noGrp="1"/>
          </p:cNvSpPr>
          <p:nvPr>
            <p:ph type="title"/>
          </p:nvPr>
        </p:nvSpPr>
        <p:spPr>
          <a:xfrm>
            <a:off x="-150495" y="-213840"/>
            <a:ext cx="8754188" cy="4955078"/>
          </a:xfrm>
          <a:prstGeom prst="rect">
            <a:avLst/>
          </a:prstGeom>
          <a:noFill/>
          <a:ln>
            <a:noFill/>
          </a:ln>
        </p:spPr>
        <p:txBody>
          <a:bodyPr spcFirstLastPara="1" wrap="square" lIns="180564" tIns="180564" rIns="180564" bIns="180564"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SzPct val="111111"/>
              <a:buNone/>
            </a:pPr>
            <a:r>
              <a:rPr lang="en"/>
              <a:t>REMEMBER:</a:t>
            </a:r>
            <a:endParaRPr/>
          </a:p>
          <a:p>
            <a:pPr marL="902970" lvl="0" indent="-692451" algn="just" rtl="0">
              <a:lnSpc>
                <a:spcPct val="100000"/>
              </a:lnSpc>
              <a:spcBef>
                <a:spcPts val="0"/>
              </a:spcBef>
              <a:spcAft>
                <a:spcPts val="0"/>
              </a:spcAft>
              <a:buSzPct val="100000"/>
              <a:buChar char="●"/>
            </a:pPr>
            <a:r>
              <a:rPr lang="en" sz="4211">
                <a:solidFill>
                  <a:srgbClr val="FFFF00"/>
                </a:solidFill>
              </a:rPr>
              <a:t>Asking questions and conducting EDA</a:t>
            </a:r>
            <a:r>
              <a:rPr lang="en" sz="4211"/>
              <a:t> reveal insights, patterns, and trends, aiding analysis and decision-making. </a:t>
            </a:r>
            <a:endParaRPr sz="4211"/>
          </a:p>
          <a:p>
            <a:pPr marL="902970" lvl="0" indent="-692451" algn="just" rtl="0">
              <a:lnSpc>
                <a:spcPct val="100000"/>
              </a:lnSpc>
              <a:spcBef>
                <a:spcPts val="0"/>
              </a:spcBef>
              <a:spcAft>
                <a:spcPts val="0"/>
              </a:spcAft>
              <a:buSzPct val="100000"/>
              <a:buChar char="●"/>
            </a:pPr>
            <a:r>
              <a:rPr lang="en" sz="4211">
                <a:solidFill>
                  <a:srgbClr val="FFFF00"/>
                </a:solidFill>
              </a:rPr>
              <a:t>Use suitable visualizations and statistical tests</a:t>
            </a:r>
            <a:r>
              <a:rPr lang="en" sz="4211"/>
              <a:t> to support findings.</a:t>
            </a:r>
            <a:endParaRPr sz="4211"/>
          </a:p>
        </p:txBody>
      </p:sp>
      <p:sp>
        <p:nvSpPr>
          <p:cNvPr id="144" name="Google Shape;144;g30485a25461_0_28"/>
          <p:cNvSpPr txBox="1">
            <a:spLocks noGrp="1"/>
          </p:cNvSpPr>
          <p:nvPr>
            <p:ph type="body" idx="1"/>
          </p:nvPr>
        </p:nvSpPr>
        <p:spPr>
          <a:xfrm>
            <a:off x="9173233" y="990121"/>
            <a:ext cx="8228640" cy="8094735"/>
          </a:xfrm>
          <a:prstGeom prst="rect">
            <a:avLst/>
          </a:prstGeom>
          <a:noFill/>
          <a:ln>
            <a:noFill/>
          </a:ln>
        </p:spPr>
        <p:txBody>
          <a:bodyPr spcFirstLastPara="1" wrap="square" lIns="180564" tIns="180564" rIns="180564" bIns="180564"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902970" lvl="0" indent="-614831" algn="just" rtl="0">
              <a:lnSpc>
                <a:spcPct val="105000"/>
              </a:lnSpc>
              <a:spcBef>
                <a:spcPts val="0"/>
              </a:spcBef>
              <a:spcAft>
                <a:spcPts val="0"/>
              </a:spcAft>
              <a:buSzPts val="1303"/>
              <a:buChar char="●"/>
            </a:pPr>
            <a:r>
              <a:rPr lang="en" sz="2571" b="1" dirty="0"/>
              <a:t>Demographic Breakdown: </a:t>
            </a:r>
            <a:r>
              <a:rPr lang="en" sz="2571" dirty="0"/>
              <a:t>What is the demographic profile of passengers?</a:t>
            </a:r>
            <a:endParaRPr sz="2571" dirty="0"/>
          </a:p>
          <a:p>
            <a:pPr marL="902970" lvl="0" indent="-614831" algn="just" rtl="0">
              <a:lnSpc>
                <a:spcPct val="105000"/>
              </a:lnSpc>
              <a:spcBef>
                <a:spcPts val="0"/>
              </a:spcBef>
              <a:spcAft>
                <a:spcPts val="0"/>
              </a:spcAft>
              <a:buSzPts val="1303"/>
              <a:buChar char="●"/>
            </a:pPr>
            <a:r>
              <a:rPr lang="en" sz="2571" b="1" dirty="0"/>
              <a:t>Overall Survival Rate: </a:t>
            </a:r>
            <a:r>
              <a:rPr lang="en" sz="2571" dirty="0"/>
              <a:t>What was the overall survival rate on the Titanic?</a:t>
            </a:r>
            <a:endParaRPr sz="2571" dirty="0"/>
          </a:p>
          <a:p>
            <a:pPr marL="902970" lvl="0" indent="-614831" algn="just" rtl="0">
              <a:lnSpc>
                <a:spcPct val="105000"/>
              </a:lnSpc>
              <a:spcBef>
                <a:spcPts val="0"/>
              </a:spcBef>
              <a:spcAft>
                <a:spcPts val="0"/>
              </a:spcAft>
              <a:buSzPts val="1303"/>
              <a:buChar char="●"/>
            </a:pPr>
            <a:r>
              <a:rPr lang="en" sz="2571" b="1" dirty="0"/>
              <a:t>Age Impact: </a:t>
            </a:r>
            <a:r>
              <a:rPr lang="en" sz="2571" dirty="0"/>
              <a:t>Did age affect survival rates?</a:t>
            </a:r>
            <a:endParaRPr sz="2571" dirty="0"/>
          </a:p>
          <a:p>
            <a:pPr marL="902970" lvl="0" indent="-614831" algn="just" rtl="0">
              <a:lnSpc>
                <a:spcPct val="105000"/>
              </a:lnSpc>
              <a:spcBef>
                <a:spcPts val="0"/>
              </a:spcBef>
              <a:spcAft>
                <a:spcPts val="0"/>
              </a:spcAft>
              <a:buSzPts val="1303"/>
              <a:buChar char="●"/>
            </a:pPr>
            <a:r>
              <a:rPr lang="en" sz="2571" b="1" dirty="0"/>
              <a:t>Class Survival: </a:t>
            </a:r>
            <a:r>
              <a:rPr lang="en" sz="2571" dirty="0"/>
              <a:t>Were higher-class passengers more likely to survive?</a:t>
            </a:r>
            <a:endParaRPr sz="2571" dirty="0"/>
          </a:p>
          <a:p>
            <a:pPr marL="902970" lvl="0" indent="-614831" algn="just" rtl="0">
              <a:lnSpc>
                <a:spcPct val="105000"/>
              </a:lnSpc>
              <a:spcBef>
                <a:spcPts val="0"/>
              </a:spcBef>
              <a:spcAft>
                <a:spcPts val="0"/>
              </a:spcAft>
              <a:buSzPts val="1303"/>
              <a:buChar char="●"/>
            </a:pPr>
            <a:r>
              <a:rPr lang="en" sz="2571" b="1" dirty="0"/>
              <a:t>Fare Distribution: </a:t>
            </a:r>
            <a:r>
              <a:rPr lang="en" sz="2571" dirty="0"/>
              <a:t>What was the distribution of fares paid?</a:t>
            </a:r>
            <a:endParaRPr sz="2571" dirty="0"/>
          </a:p>
          <a:p>
            <a:pPr marL="902970" lvl="0" indent="-614831" algn="just" rtl="0">
              <a:lnSpc>
                <a:spcPct val="105000"/>
              </a:lnSpc>
              <a:spcBef>
                <a:spcPts val="0"/>
              </a:spcBef>
              <a:spcAft>
                <a:spcPts val="0"/>
              </a:spcAft>
              <a:buSzPts val="1303"/>
              <a:buChar char="●"/>
            </a:pPr>
            <a:r>
              <a:rPr lang="en" sz="2571" b="1" dirty="0"/>
              <a:t>Family Survival: </a:t>
            </a:r>
            <a:r>
              <a:rPr lang="en" sz="2571" dirty="0"/>
              <a:t>Were families more likely to survive together?</a:t>
            </a:r>
            <a:endParaRPr sz="2571" dirty="0"/>
          </a:p>
          <a:p>
            <a:pPr marL="902970" lvl="0" indent="-614831" algn="just" rtl="0">
              <a:lnSpc>
                <a:spcPct val="105000"/>
              </a:lnSpc>
              <a:spcBef>
                <a:spcPts val="0"/>
              </a:spcBef>
              <a:spcAft>
                <a:spcPts val="0"/>
              </a:spcAft>
              <a:buSzPts val="1303"/>
              <a:buChar char="●"/>
            </a:pPr>
            <a:r>
              <a:rPr lang="en" sz="2571" b="1" dirty="0"/>
              <a:t>Embarkation Point: </a:t>
            </a:r>
            <a:r>
              <a:rPr lang="en" sz="2571" dirty="0"/>
              <a:t>Did the point of embarkation influence survival?</a:t>
            </a:r>
            <a:endParaRPr sz="2571" dirty="0"/>
          </a:p>
          <a:p>
            <a:pPr marL="902970" lvl="0" indent="-614831" algn="just" rtl="0">
              <a:lnSpc>
                <a:spcPct val="105000"/>
              </a:lnSpc>
              <a:spcBef>
                <a:spcPts val="0"/>
              </a:spcBef>
              <a:spcAft>
                <a:spcPts val="0"/>
              </a:spcAft>
              <a:buSzPts val="1303"/>
              <a:buChar char="●"/>
            </a:pPr>
            <a:r>
              <a:rPr lang="en" sz="2571" b="1" dirty="0"/>
              <a:t>Gender Influence:</a:t>
            </a:r>
            <a:r>
              <a:rPr lang="en" sz="2571" dirty="0"/>
              <a:t> How did gender affect survival rates?</a:t>
            </a:r>
            <a:endParaRPr sz="2571" dirty="0"/>
          </a:p>
          <a:p>
            <a:pPr marL="902970" lvl="0" indent="-614831" algn="just" rtl="0">
              <a:lnSpc>
                <a:spcPct val="105000"/>
              </a:lnSpc>
              <a:spcBef>
                <a:spcPts val="0"/>
              </a:spcBef>
              <a:spcAft>
                <a:spcPts val="0"/>
              </a:spcAft>
              <a:buSzPts val="1303"/>
              <a:buChar char="●"/>
            </a:pPr>
            <a:r>
              <a:rPr lang="en" sz="2571" b="1" dirty="0"/>
              <a:t>Name Patterns:</a:t>
            </a:r>
            <a:r>
              <a:rPr lang="en" sz="2571" dirty="0"/>
              <a:t> Were there interesting patterns in passenger names or titles?</a:t>
            </a:r>
            <a:endParaRPr sz="2571" dirty="0"/>
          </a:p>
          <a:p>
            <a:pPr marL="902970" lvl="0" indent="-614831" algn="just" rtl="0">
              <a:lnSpc>
                <a:spcPct val="105000"/>
              </a:lnSpc>
              <a:spcBef>
                <a:spcPts val="0"/>
              </a:spcBef>
              <a:spcAft>
                <a:spcPts val="0"/>
              </a:spcAft>
              <a:buSzPts val="1303"/>
              <a:buChar char="●"/>
            </a:pPr>
            <a:r>
              <a:rPr lang="en" sz="2571" b="1" dirty="0"/>
              <a:t>Feature Correlation: </a:t>
            </a:r>
            <a:r>
              <a:rPr lang="en" sz="2571" dirty="0"/>
              <a:t>What is the correlation between features like age, fare, and class?</a:t>
            </a:r>
            <a:endParaRPr sz="2571" dirty="0"/>
          </a:p>
          <a:p>
            <a:pPr marL="902970" lvl="0" indent="-614831" algn="just" rtl="0">
              <a:lnSpc>
                <a:spcPct val="105000"/>
              </a:lnSpc>
              <a:spcBef>
                <a:spcPts val="0"/>
              </a:spcBef>
              <a:spcAft>
                <a:spcPts val="0"/>
              </a:spcAft>
              <a:buSzPts val="1303"/>
              <a:buChar char="●"/>
            </a:pPr>
            <a:r>
              <a:rPr lang="en" sz="2571" b="1" dirty="0"/>
              <a:t>Class Survival by Gender: </a:t>
            </a:r>
            <a:r>
              <a:rPr lang="en" sz="2571" dirty="0"/>
              <a:t>What was the survival rate by class, broken down by gender?</a:t>
            </a:r>
            <a:endParaRPr sz="2571" dirty="0"/>
          </a:p>
        </p:txBody>
      </p:sp>
      <p:pic>
        <p:nvPicPr>
          <p:cNvPr id="145" name="Google Shape;145;g30485a25461_0_28"/>
          <p:cNvPicPr preferRelativeResize="0"/>
          <p:nvPr/>
        </p:nvPicPr>
        <p:blipFill rotWithShape="1">
          <a:blip r:embed="rId3">
            <a:alphaModFix/>
          </a:blip>
          <a:srcRect/>
          <a:stretch/>
        </p:blipFill>
        <p:spPr>
          <a:xfrm>
            <a:off x="115440" y="6003165"/>
            <a:ext cx="9156493" cy="3945507"/>
          </a:xfrm>
          <a:prstGeom prst="rect">
            <a:avLst/>
          </a:prstGeom>
          <a:noFill/>
          <a:ln>
            <a:noFill/>
          </a:ln>
        </p:spPr>
      </p:pic>
    </p:spTree>
    <p:extLst>
      <p:ext uri="{BB962C8B-B14F-4D97-AF65-F5344CB8AC3E}">
        <p14:creationId xmlns:p14="http://schemas.microsoft.com/office/powerpoint/2010/main" val="66610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0"/>
          <p:cNvSpPr txBox="1">
            <a:spLocks noGrp="1"/>
          </p:cNvSpPr>
          <p:nvPr>
            <p:ph type="title"/>
          </p:nvPr>
        </p:nvSpPr>
        <p:spPr>
          <a:xfrm>
            <a:off x="-150495" y="-63345"/>
            <a:ext cx="8754188" cy="4955078"/>
          </a:xfrm>
          <a:prstGeom prst="rect">
            <a:avLst/>
          </a:prstGeom>
          <a:noFill/>
          <a:ln>
            <a:noFill/>
          </a:ln>
        </p:spPr>
        <p:txBody>
          <a:bodyPr spcFirstLastPara="1" wrap="square" lIns="180564" tIns="180564" rIns="180564" bIns="180564"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SzPct val="111111"/>
              <a:buNone/>
            </a:pPr>
            <a:r>
              <a:rPr lang="en"/>
              <a:t>REMEMBER:</a:t>
            </a:r>
            <a:endParaRPr/>
          </a:p>
          <a:p>
            <a:pPr marL="902970" lvl="0" indent="-717510" algn="just" rtl="0">
              <a:lnSpc>
                <a:spcPct val="100000"/>
              </a:lnSpc>
              <a:spcBef>
                <a:spcPts val="0"/>
              </a:spcBef>
              <a:spcAft>
                <a:spcPts val="0"/>
              </a:spcAft>
              <a:buSzPct val="100000"/>
              <a:buChar char="●"/>
            </a:pPr>
            <a:r>
              <a:rPr lang="en" sz="4649">
                <a:solidFill>
                  <a:srgbClr val="FFFF00"/>
                </a:solidFill>
              </a:rPr>
              <a:t>Asking questions and conducting EDA</a:t>
            </a:r>
            <a:r>
              <a:rPr lang="en" sz="4649"/>
              <a:t> : Start your analysis with a </a:t>
            </a:r>
            <a:r>
              <a:rPr lang="en" sz="4649" u="sng"/>
              <a:t>list of questions</a:t>
            </a:r>
            <a:r>
              <a:rPr lang="en" sz="4649"/>
              <a:t> based on your initial hypotheses and domain knowledge.</a:t>
            </a:r>
            <a:endParaRPr sz="4649"/>
          </a:p>
          <a:p>
            <a:pPr marL="902970" lvl="0" indent="-717510" algn="just" rtl="0">
              <a:lnSpc>
                <a:spcPct val="100000"/>
              </a:lnSpc>
              <a:spcBef>
                <a:spcPts val="0"/>
              </a:spcBef>
              <a:spcAft>
                <a:spcPts val="0"/>
              </a:spcAft>
              <a:buSzPct val="100000"/>
              <a:buChar char="●"/>
            </a:pPr>
            <a:r>
              <a:rPr lang="en" sz="4649">
                <a:solidFill>
                  <a:srgbClr val="FF9900"/>
                </a:solidFill>
              </a:rPr>
              <a:t>Refine your questions</a:t>
            </a:r>
            <a:r>
              <a:rPr lang="en" sz="4649"/>
              <a:t> to gain a deeper understanding of the factors, if needed.</a:t>
            </a:r>
            <a:endParaRPr sz="4649"/>
          </a:p>
        </p:txBody>
      </p:sp>
      <p:sp>
        <p:nvSpPr>
          <p:cNvPr id="151" name="Google Shape;151;p10"/>
          <p:cNvSpPr txBox="1">
            <a:spLocks noGrp="1"/>
          </p:cNvSpPr>
          <p:nvPr>
            <p:ph type="body" idx="1"/>
          </p:nvPr>
        </p:nvSpPr>
        <p:spPr>
          <a:xfrm>
            <a:off x="9173233" y="990121"/>
            <a:ext cx="8228640" cy="8094735"/>
          </a:xfrm>
          <a:prstGeom prst="rect">
            <a:avLst/>
          </a:prstGeom>
          <a:noFill/>
          <a:ln>
            <a:noFill/>
          </a:ln>
        </p:spPr>
        <p:txBody>
          <a:bodyPr spcFirstLastPara="1" wrap="square" lIns="180564" tIns="180564" rIns="180564" bIns="180564"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902970" lvl="0" indent="-614521" algn="just" rtl="0">
              <a:lnSpc>
                <a:spcPct val="115000"/>
              </a:lnSpc>
              <a:spcBef>
                <a:spcPts val="0"/>
              </a:spcBef>
              <a:spcAft>
                <a:spcPts val="0"/>
              </a:spcAft>
              <a:buSzPts val="1300"/>
              <a:buChar char="●"/>
            </a:pPr>
            <a:r>
              <a:rPr lang="en"/>
              <a:t>Do first-class passengers have a higher survival rate compared to third-class passengers?"</a:t>
            </a:r>
            <a:endParaRPr/>
          </a:p>
          <a:p>
            <a:pPr marL="902970" lvl="0" indent="-614521" algn="just" rtl="0">
              <a:lnSpc>
                <a:spcPct val="115000"/>
              </a:lnSpc>
              <a:spcBef>
                <a:spcPts val="0"/>
              </a:spcBef>
              <a:spcAft>
                <a:spcPts val="0"/>
              </a:spcAft>
              <a:buSzPts val="1300"/>
              <a:buChar char="●"/>
            </a:pPr>
            <a:r>
              <a:rPr lang="en"/>
              <a:t>Is there a significant difference in survival rates between males and females?"</a:t>
            </a:r>
            <a:endParaRPr/>
          </a:p>
          <a:p>
            <a:pPr marL="902970" lvl="0" indent="-614521" algn="just" rtl="0">
              <a:lnSpc>
                <a:spcPct val="115000"/>
              </a:lnSpc>
              <a:spcBef>
                <a:spcPts val="0"/>
              </a:spcBef>
              <a:spcAft>
                <a:spcPts val="0"/>
              </a:spcAft>
              <a:buSzPts val="1300"/>
              <a:buChar char="●"/>
            </a:pPr>
            <a:r>
              <a:rPr lang="en"/>
              <a:t>How does age impact the likelihood of survival?</a:t>
            </a:r>
            <a:endParaRPr/>
          </a:p>
          <a:p>
            <a:pPr marL="902970" lvl="0" indent="-614521" algn="just" rtl="0">
              <a:lnSpc>
                <a:spcPct val="115000"/>
              </a:lnSpc>
              <a:spcBef>
                <a:spcPts val="0"/>
              </a:spcBef>
              <a:spcAft>
                <a:spcPts val="0"/>
              </a:spcAft>
              <a:buSzPts val="1300"/>
              <a:buChar char="●"/>
            </a:pPr>
            <a:r>
              <a:rPr lang="en"/>
              <a:t>Are passengers who embarked from different ports more likely to survive?"</a:t>
            </a:r>
            <a:endParaRPr/>
          </a:p>
        </p:txBody>
      </p:sp>
      <p:sp>
        <p:nvSpPr>
          <p:cNvPr id="152" name="Google Shape;152;p10"/>
          <p:cNvSpPr txBox="1"/>
          <p:nvPr/>
        </p:nvSpPr>
        <p:spPr>
          <a:xfrm>
            <a:off x="9618892" y="6176767"/>
            <a:ext cx="8228640" cy="1845638"/>
          </a:xfrm>
          <a:prstGeom prst="rect">
            <a:avLst/>
          </a:prstGeom>
          <a:solidFill>
            <a:srgbClr val="FFFF00"/>
          </a:solidFill>
          <a:ln>
            <a:noFill/>
          </a:ln>
        </p:spPr>
        <p:txBody>
          <a:bodyPr spcFirstLastPara="1" wrap="square" lIns="180564" tIns="180564" rIns="180564" bIns="180564"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marR="0" lvl="0" indent="0" algn="just" rtl="0">
              <a:lnSpc>
                <a:spcPct val="100000"/>
              </a:lnSpc>
              <a:spcBef>
                <a:spcPts val="0"/>
              </a:spcBef>
              <a:spcAft>
                <a:spcPts val="0"/>
              </a:spcAft>
              <a:buClr>
                <a:srgbClr val="000000"/>
              </a:buClr>
              <a:buSzPts val="1400"/>
              <a:buFont typeface="Arial"/>
              <a:buNone/>
            </a:pPr>
            <a:r>
              <a:rPr lang="en" sz="2765" b="1" i="0" u="none" strike="noStrike" cap="none">
                <a:solidFill>
                  <a:srgbClr val="000000"/>
                </a:solidFill>
                <a:latin typeface="Roboto"/>
                <a:ea typeface="Roboto"/>
                <a:cs typeface="Roboto"/>
                <a:sym typeface="Roboto"/>
              </a:rPr>
              <a:t>Focus on: you're not only describing the data but also seeking meaningful explanations for observed patterns</a:t>
            </a:r>
            <a:endParaRPr sz="2765" b="1" i="0" u="none" strike="noStrike" cap="none">
              <a:solidFill>
                <a:srgbClr val="000000"/>
              </a:solidFill>
              <a:latin typeface="Roboto"/>
              <a:ea typeface="Roboto"/>
              <a:cs typeface="Roboto"/>
              <a:sym typeface="Roboto"/>
            </a:endParaRPr>
          </a:p>
        </p:txBody>
      </p:sp>
    </p:spTree>
    <p:extLst>
      <p:ext uri="{BB962C8B-B14F-4D97-AF65-F5344CB8AC3E}">
        <p14:creationId xmlns:p14="http://schemas.microsoft.com/office/powerpoint/2010/main" val="2928213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title"/>
          </p:nvPr>
        </p:nvSpPr>
        <p:spPr>
          <a:xfrm>
            <a:off x="615657" y="990120"/>
            <a:ext cx="7320338" cy="4955078"/>
          </a:xfrm>
          <a:prstGeom prst="rect">
            <a:avLst/>
          </a:prstGeom>
          <a:noFill/>
          <a:ln>
            <a:noFill/>
          </a:ln>
        </p:spPr>
        <p:txBody>
          <a:bodyPr spcFirstLastPara="1" wrap="square" lIns="180564" tIns="180564" rIns="180564" bIns="180564"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lvl="0" indent="0" algn="l" rtl="0">
              <a:lnSpc>
                <a:spcPct val="100000"/>
              </a:lnSpc>
              <a:spcBef>
                <a:spcPts val="0"/>
              </a:spcBef>
              <a:spcAft>
                <a:spcPts val="0"/>
              </a:spcAft>
              <a:buSzPts val="2800"/>
              <a:buNone/>
            </a:pPr>
            <a:r>
              <a:rPr lang="en"/>
              <a:t>EDA Checklist</a:t>
            </a:r>
            <a:endParaRPr/>
          </a:p>
        </p:txBody>
      </p:sp>
      <p:sp>
        <p:nvSpPr>
          <p:cNvPr id="158" name="Google Shape;158;p11"/>
          <p:cNvSpPr txBox="1">
            <a:spLocks noGrp="1"/>
          </p:cNvSpPr>
          <p:nvPr>
            <p:ph type="body" idx="1"/>
          </p:nvPr>
        </p:nvSpPr>
        <p:spPr>
          <a:xfrm>
            <a:off x="8427720" y="990121"/>
            <a:ext cx="9398828" cy="8094735"/>
          </a:xfrm>
          <a:prstGeom prst="rect">
            <a:avLst/>
          </a:prstGeom>
          <a:noFill/>
          <a:ln>
            <a:noFill/>
          </a:ln>
        </p:spPr>
        <p:txBody>
          <a:bodyPr spcFirstLastPara="1" wrap="square" lIns="180564" tIns="180564" rIns="180564" bIns="180564" anchor="t" anchorCtr="0">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902970" lvl="0" indent="-614521" algn="just" rtl="0">
              <a:lnSpc>
                <a:spcPct val="115000"/>
              </a:lnSpc>
              <a:spcBef>
                <a:spcPts val="0"/>
              </a:spcBef>
              <a:spcAft>
                <a:spcPts val="0"/>
              </a:spcAft>
              <a:buSzPts val="1300"/>
              <a:buChar char="●"/>
            </a:pPr>
            <a:r>
              <a:rPr lang="en" b="1"/>
              <a:t>Define Objective: </a:t>
            </a:r>
            <a:r>
              <a:rPr lang="en"/>
              <a:t>What question(s) are you trying to solve (or prove wrong)? Clearly state the problem or question you aim to address with the data. Having a clear objective guides the analysis and ensures focus.</a:t>
            </a:r>
            <a:endParaRPr/>
          </a:p>
          <a:p>
            <a:pPr marL="902970" lvl="0" indent="-614521" algn="just" rtl="0">
              <a:lnSpc>
                <a:spcPct val="115000"/>
              </a:lnSpc>
              <a:spcBef>
                <a:spcPts val="0"/>
              </a:spcBef>
              <a:spcAft>
                <a:spcPts val="0"/>
              </a:spcAft>
              <a:buSzPts val="1300"/>
              <a:buChar char="●"/>
            </a:pPr>
            <a:r>
              <a:rPr lang="en" b="1"/>
              <a:t>Understand Data Types: </a:t>
            </a:r>
            <a:r>
              <a:rPr lang="en"/>
              <a:t>What kind of data do you have and how do you treat different types? Identify the types of data present in the dataset (e.g., numerical, categorical) and understand how to handle each type appropriately.</a:t>
            </a:r>
            <a:endParaRPr/>
          </a:p>
          <a:p>
            <a:pPr marL="902970" lvl="0" indent="-614521" algn="just" rtl="0">
              <a:lnSpc>
                <a:spcPct val="115000"/>
              </a:lnSpc>
              <a:spcBef>
                <a:spcPts val="0"/>
              </a:spcBef>
              <a:spcAft>
                <a:spcPts val="0"/>
              </a:spcAft>
              <a:buSzPts val="1300"/>
              <a:buChar char="●"/>
            </a:pPr>
            <a:r>
              <a:rPr lang="en" b="1"/>
              <a:t>Handle Missing Data: </a:t>
            </a:r>
            <a:r>
              <a:rPr lang="en"/>
              <a:t>What’s missing from the data and how do you deal with it (e.g., imputation, deletion)? [NEXT CLASS TOPIC]</a:t>
            </a:r>
            <a:endParaRPr/>
          </a:p>
          <a:p>
            <a:pPr marL="902970" lvl="0" indent="-614521" algn="just" rtl="0">
              <a:lnSpc>
                <a:spcPct val="115000"/>
              </a:lnSpc>
              <a:spcBef>
                <a:spcPts val="0"/>
              </a:spcBef>
              <a:spcAft>
                <a:spcPts val="0"/>
              </a:spcAft>
              <a:buSzPts val="1300"/>
              <a:buChar char="●"/>
            </a:pPr>
            <a:r>
              <a:rPr lang="en" b="1"/>
              <a:t>Detect Outliers:</a:t>
            </a:r>
            <a:r>
              <a:rPr lang="en"/>
              <a:t> Where are the outliers and why should you care about them? Outliers can skew results and need to be assessed for their relevance and potential handling.</a:t>
            </a:r>
            <a:endParaRPr/>
          </a:p>
          <a:p>
            <a:pPr marL="902970" lvl="0" indent="-614521" algn="just" rtl="0">
              <a:lnSpc>
                <a:spcPct val="115000"/>
              </a:lnSpc>
              <a:spcBef>
                <a:spcPts val="0"/>
              </a:spcBef>
              <a:spcAft>
                <a:spcPts val="0"/>
              </a:spcAft>
              <a:buSzPts val="1300"/>
              <a:buChar char="●"/>
            </a:pPr>
            <a:r>
              <a:rPr lang="en" b="1"/>
              <a:t>Feature Engineering: </a:t>
            </a:r>
            <a:r>
              <a:rPr lang="en"/>
              <a:t>How can you add, change or remove features to get more out of your data?</a:t>
            </a:r>
            <a:endParaRPr/>
          </a:p>
        </p:txBody>
      </p:sp>
      <p:sp>
        <p:nvSpPr>
          <p:cNvPr id="159" name="Google Shape;159;p11"/>
          <p:cNvSpPr txBox="1"/>
          <p:nvPr/>
        </p:nvSpPr>
        <p:spPr>
          <a:xfrm>
            <a:off x="615657" y="2525239"/>
            <a:ext cx="5925000" cy="2067233"/>
          </a:xfrm>
          <a:prstGeom prst="rect">
            <a:avLst/>
          </a:prstGeom>
          <a:solidFill>
            <a:schemeClr val="lt1"/>
          </a:solidFill>
          <a:ln>
            <a:noFill/>
          </a:ln>
        </p:spPr>
        <p:txBody>
          <a:bodyPr spcFirstLastPara="1" wrap="square" lIns="180564" tIns="180564" rIns="180564" bIns="180564"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765"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Clr>
                <a:srgbClr val="000000"/>
              </a:buClr>
              <a:buSzPts val="1400"/>
              <a:buFont typeface="Arial"/>
              <a:buNone/>
            </a:pPr>
            <a:r>
              <a:rPr lang="en" sz="2765" b="0" i="0" u="none" strike="noStrike" cap="none">
                <a:solidFill>
                  <a:srgbClr val="000000"/>
                </a:solidFill>
                <a:latin typeface="Arial"/>
                <a:ea typeface="Arial"/>
                <a:cs typeface="Arial"/>
                <a:sym typeface="Arial"/>
              </a:rPr>
              <a:t>An EDA checklist If a checklist is good enough for pilots to use every flight, it’s good enough for data scientists to use with every dataset.</a:t>
            </a:r>
            <a:endParaRPr sz="2765"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40613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048500" y="4470400"/>
            <a:ext cx="8991600" cy="769441"/>
          </a:xfrm>
          <a:prstGeom prst="rect">
            <a:avLst/>
          </a:prstGeom>
          <a:noFill/>
        </p:spPr>
        <p:txBody>
          <a:bodyPr wrap="square" rtlCol="0">
            <a:spAutoFit/>
          </a:bodyPr>
          <a:lstStyle/>
          <a:p>
            <a:r>
              <a:rPr lang="en-US" sz="4400" dirty="0" smtClean="0"/>
              <a:t>Thank You</a:t>
            </a:r>
            <a:endParaRPr lang="en-US" sz="4400" dirty="0"/>
          </a:p>
        </p:txBody>
      </p:sp>
    </p:spTree>
    <p:extLst>
      <p:ext uri="{BB962C8B-B14F-4D97-AF65-F5344CB8AC3E}">
        <p14:creationId xmlns:p14="http://schemas.microsoft.com/office/powerpoint/2010/main" val="2606587688"/>
      </p:ext>
    </p:extLst>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860</TotalTime>
  <Words>1097</Words>
  <Application>Microsoft Office PowerPoint</Application>
  <PresentationFormat>Custom</PresentationFormat>
  <Paragraphs>165</Paragraphs>
  <Slides>24</Slides>
  <Notes>21</Notes>
  <HiddenSlides>2</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24</vt:i4>
      </vt:variant>
    </vt:vector>
  </HeadingPairs>
  <TitlesOfParts>
    <vt:vector size="33" baseType="lpstr">
      <vt:lpstr>Aptos</vt:lpstr>
      <vt:lpstr>Arial</vt:lpstr>
      <vt:lpstr>Calibri</vt:lpstr>
      <vt:lpstr>Calibri Light</vt:lpstr>
      <vt:lpstr>Merriweather</vt:lpstr>
      <vt:lpstr>quote-cjk-patch</vt:lpstr>
      <vt:lpstr>Roboto</vt:lpstr>
      <vt:lpstr>Paradigm</vt:lpstr>
      <vt:lpstr>Retrospect</vt:lpstr>
      <vt:lpstr>PowerPoint Presentation</vt:lpstr>
      <vt:lpstr>PowerPoint Presentation</vt:lpstr>
      <vt:lpstr>PowerPoint Presentation</vt:lpstr>
      <vt:lpstr>One-Variable Analysis</vt:lpstr>
      <vt:lpstr>Bivariate Analysis </vt:lpstr>
      <vt:lpstr>PowerPoint Presentation</vt:lpstr>
      <vt:lpstr>Bivariate Analysis Techniques</vt:lpstr>
      <vt:lpstr>PowerPoint Presentation</vt:lpstr>
      <vt:lpstr>PowerPoint Presentation</vt:lpstr>
      <vt:lpstr>Multivariate Analysis Techniques</vt:lpstr>
      <vt:lpstr>PowerPoint Presentation</vt:lpstr>
      <vt:lpstr>PowerPoint Presentation</vt:lpstr>
      <vt:lpstr>Why have a lecture on data exploration?</vt:lpstr>
      <vt:lpstr>Exploratory data analysis</vt:lpstr>
      <vt:lpstr>Exploratory data analysis (EDA)</vt:lpstr>
      <vt:lpstr>Exploratory data analysis (EDA)</vt:lpstr>
      <vt:lpstr>Aim of Exploratory data analysis (EDA)</vt:lpstr>
      <vt:lpstr>3 steps to understand the Cycle of EDA</vt:lpstr>
      <vt:lpstr>Asking the Right Questions</vt:lpstr>
      <vt:lpstr>Asking the Right Questions</vt:lpstr>
      <vt:lpstr>REMEMBER: Asking questions and conducting EDA reveal insights, patterns, and trends, aiding analysis and decision-making.  Use suitable visualizations and statistical tests to support findings.</vt:lpstr>
      <vt:lpstr>REMEMBER: Asking questions and conducting EDA : Start your analysis with a list of questions based on your initial hypotheses and domain knowledge. Refine your questions to gain a deeper understanding of the factors, if needed.</vt:lpstr>
      <vt:lpstr>EDA Checklist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Zainab</cp:lastModifiedBy>
  <cp:revision>51</cp:revision>
  <dcterms:created xsi:type="dcterms:W3CDTF">2024-11-18T05:06:11Z</dcterms:created>
  <dcterms:modified xsi:type="dcterms:W3CDTF">2025-12-17T06:21:09Z</dcterms:modified>
</cp:coreProperties>
</file>