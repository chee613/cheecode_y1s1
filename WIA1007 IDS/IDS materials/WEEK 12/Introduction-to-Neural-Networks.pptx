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1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2" r:id="rId2"/>
    <p:sldMasterId id="2147483677" r:id="rId3"/>
  </p:sldMasterIdLst>
  <p:notesMasterIdLst>
    <p:notesMasterId r:id="rId40"/>
  </p:notesMasterIdLst>
  <p:sldIdLst>
    <p:sldId id="256" r:id="rId4"/>
    <p:sldId id="257" r:id="rId5"/>
    <p:sldId id="267" r:id="rId6"/>
    <p:sldId id="258" r:id="rId7"/>
    <p:sldId id="274" r:id="rId8"/>
    <p:sldId id="307" r:id="rId9"/>
    <p:sldId id="306" r:id="rId10"/>
    <p:sldId id="275" r:id="rId11"/>
    <p:sldId id="276" r:id="rId12"/>
    <p:sldId id="259" r:id="rId13"/>
    <p:sldId id="277" r:id="rId14"/>
    <p:sldId id="260" r:id="rId15"/>
    <p:sldId id="261" r:id="rId16"/>
    <p:sldId id="308" r:id="rId17"/>
    <p:sldId id="300" r:id="rId18"/>
    <p:sldId id="304" r:id="rId19"/>
    <p:sldId id="299" r:id="rId20"/>
    <p:sldId id="302" r:id="rId21"/>
    <p:sldId id="309" r:id="rId22"/>
    <p:sldId id="282" r:id="rId23"/>
    <p:sldId id="262" r:id="rId24"/>
    <p:sldId id="285" r:id="rId25"/>
    <p:sldId id="301" r:id="rId26"/>
    <p:sldId id="264" r:id="rId27"/>
    <p:sldId id="265" r:id="rId28"/>
    <p:sldId id="263" r:id="rId29"/>
    <p:sldId id="303" r:id="rId30"/>
    <p:sldId id="310" r:id="rId31"/>
    <p:sldId id="268" r:id="rId32"/>
    <p:sldId id="294" r:id="rId33"/>
    <p:sldId id="295" r:id="rId34"/>
    <p:sldId id="297" r:id="rId35"/>
    <p:sldId id="298" r:id="rId36"/>
    <p:sldId id="305" r:id="rId37"/>
    <p:sldId id="270" r:id="rId38"/>
    <p:sldId id="271" r:id="rId39"/>
  </p:sldIdLst>
  <p:sldSz cx="14630400" cy="8229600"/>
  <p:notesSz cx="8229600" cy="14630400"/>
  <p:embeddedFontLst>
    <p:embeddedFont>
      <p:font typeface="Platypi Medium" panose="020B0604020202020204" charset="0"/>
      <p:regular r:id="rId41"/>
    </p:embeddedFont>
    <p:embeddedFont>
      <p:font typeface="Libre Franklin" panose="020B0604020202020204" charset="0"/>
      <p:regular r:id="rId42"/>
      <p:bold r:id="rId43"/>
      <p:italic r:id="rId44"/>
      <p:boldItalic r:id="rId45"/>
    </p:embeddedFont>
    <p:embeddedFont>
      <p:font typeface="Cambria Math" panose="02040503050406030204" pitchFamily="18" charset="0"/>
      <p:regular r:id="rId46"/>
    </p:embeddedFont>
    <p:embeddedFont>
      <p:font typeface="Noto Sans Symbols" panose="020B0604020202020204" charset="0"/>
      <p:regular r:id="rId47"/>
      <p:bold r:id="rId48"/>
    </p:embeddedFont>
    <p:embeddedFont>
      <p:font typeface="DM Serif Display" panose="020B0604020202020204" charset="0"/>
      <p:regular r:id="rId49"/>
    </p:embeddedFont>
    <p:embeddedFont>
      <p:font typeface="Calibri" panose="020F0502020204030204" pitchFamily="34" charset="0"/>
      <p:regular r:id="rId50"/>
      <p:bold r:id="rId51"/>
      <p:italic r:id="rId52"/>
      <p:boldItalic r:id="rId53"/>
    </p:embeddedFont>
    <p:embeddedFont>
      <p:font typeface="Calibri Light" panose="020F0302020204030204" pitchFamily="34" charset="0"/>
      <p:regular r:id="rId54"/>
      <p:italic r:id="rId55"/>
    </p:embeddedFont>
    <p:embeddedFont>
      <p:font typeface="Garamond" panose="02020404030301010803" pitchFamily="18" charset="0"/>
      <p:regular r:id="rId56"/>
      <p:bold r:id="rId57"/>
      <p:italic r:id="rId58"/>
    </p:embeddedFont>
    <p:embeddedFont>
      <p:font typeface="Source Serif 4" panose="020B0604020202020204" charset="0"/>
      <p:regular r:id="rId5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0417" autoAdjust="0"/>
  </p:normalViewPr>
  <p:slideViewPr>
    <p:cSldViewPr snapToGrid="0" snapToObjects="1">
      <p:cViewPr varScale="1">
        <p:scale>
          <a:sx n="62" d="100"/>
          <a:sy n="62" d="100"/>
        </p:scale>
        <p:origin x="98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63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font" Target="fonts/font18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9.fntdata"/><Relationship Id="rId57" Type="http://schemas.openxmlformats.org/officeDocument/2006/relationships/font" Target="fonts/font17.fntdata"/><Relationship Id="rId61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8" Type="http://schemas.openxmlformats.org/officeDocument/2006/relationships/slide" Target="slides/slide5.xml"/><Relationship Id="rId51" Type="http://schemas.openxmlformats.org/officeDocument/2006/relationships/font" Target="fonts/font11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6.fntdata"/><Relationship Id="rId59" Type="http://schemas.openxmlformats.org/officeDocument/2006/relationships/font" Target="fonts/font19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10:17:52.8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245 99 308 0 0,'-11'-20'7538'0'0,"-15"0"-3832"0"0,-61-35 1281 0 0,86 55-4947 0 0,0-2 0 0 0,0 2 0 0 0,0 0 0 0 0,-1-1-1 0 0,1 1 1 0 0,0 0 0 0 0,0 0 0 0 0,0-1 0 0 0,-1 1 0 0 0,1 0 0 0 0,0 0 0 0 0,0 0 0 0 0,-1 1 0 0 0,1-1 0 0 0,0 0 0 0 0,0 0 0 0 0,-2 1 0 0 0,2-1-1 0 0,0 0 1 0 0,1 2 0 0 0,-4-1 0 0 0,-24 24 243 0 0,22-18-279 0 0,0 2-1 0 0,1-2 1 0 0,0 1 0 0 0,0 1 0 0 0,-6 14 0 0 0,5-2-6 0 0,0 2 1 0 0,2 0-1 0 0,0 0 0 0 0,0-1 1 0 0,3 2-1 0 0,0-1 0 0 0,1 1 1 0 0,1-1-1 0 0,9 44 0 0 0,-8-56 0 0 0,1-1-1 0 0,-1 1 1 0 0,2-2 0 0 0,-1 2-1 0 0,2-1 1 0 0,0-1-1 0 0,0 1 1 0 0,1-2 0 0 0,0 2-1 0 0,0-2 1 0 0,0 1-1 0 0,1-1 1 0 0,0-1-1 0 0,1 1 1 0 0,0-1 0 0 0,0 0-1 0 0,1-1 1 0 0,0 0-1 0 0,0 0 1 0 0,0-1 0 0 0,1 0-1 0 0,-1-2 1 0 0,18 7-1 0 0,-18-9-2 0 0,0 0-1 0 0,0 1 1 0 0,1-2-1 0 0,-2 0 1 0 0,2 0-1 0 0,0-2 1 0 0,-2 1-1 0 0,2 0 1 0 0,-2-2-1 0 0,0 1 1 0 0,2 0-1 0 0,-2-2 1 0 0,1 0-1 0 0,-1 1 1 0 0,1-2-1 0 0,-2 0 1 0 0,1 0-1 0 0,0 1 1 0 0,-1-2-1 0 0,0 0 1 0 0,9-10-1 0 0,-9 9 30 0 0,-1 1-1 0 0,0-1 1 0 0,-1-1 0 0 0,1 0-1 0 0,-2 1 1 0 0,1-2 0 0 0,-1 1 0 0 0,-1 0-1 0 0,6-15 1 0 0,-7 18 41 0 0,-1-1 1 0 0,1 0-1 0 0,-2 0 1 0 0,1 0 0 0 0,-1 0-1 0 0,0 0 1 0 0,0 0-1 0 0,-1 0 1 0 0,1 0-1 0 0,-2 0 1 0 0,1 0-1 0 0,0 1 1 0 0,-1-1-1 0 0,0 0 1 0 0,-4-6-1 0 0,0 1 120 0 0,2 2 0 0 0,-4-1 0 0 0,2 2-1 0 0,-1-2 1 0 0,0 2 0 0 0,-1 0 0 0 0,0 0-1 0 0,0 1 1 0 0,-2-1 0 0 0,2 1 0 0 0,-2 1-1 0 0,1 0 1 0 0,-1 1 0 0 0,-1-1 0 0 0,-18-4-1 0 0,25 7-172 0 0,-2 2 0 0 0,0 0-1 0 0,1 0 1 0 0,-1 1-1 0 0,0-2 1 0 0,0 2-1 0 0,0 0 1 0 0,1 0-1 0 0,-1 2 1 0 0,0-2-1 0 0,0 1 1 0 0,1 0-1 0 0,-1 0 1 0 0,0 2-1 0 0,1-1 1 0 0,-1-1-1 0 0,2 3 1 0 0,-1-2-1 0 0,-1 1 1 0 0,1 0-1 0 0,0 1 1 0 0,2-1-1 0 0,-2 1 1 0 0,0 0-1 0 0,1-1 1 0 0,1 2 0 0 0,-1 0-1 0 0,1-2 1 0 0,-1 2-1 0 0,0 0 1 0 0,2 1-1 0 0,-4 5 1 0 0,-4 7-11 0 0,2 0 0 0 0,-1 1 1 0 0,-9 33-1 0 0,17-44-5 0 0,-1 1-1 0 0,1-2 0 0 0,-1 1 0 0 0,2 1 1 0 0,0-1-1 0 0,0 1 0 0 0,0-2 0 0 0,2 1 1 0 0,-1 1-1 0 0,1-1 0 0 0,-1-1 0 0 0,5 12 1 0 0,-2-9-15 0 0,0-2 1 0 0,0 1-1 0 0,0-1 1 0 0,1 1-1 0 0,1-2 1 0 0,6 10-1 0 0,-8-14 7 0 0,-2 0 1 0 0,2 0-1 0 0,-2 0 0 0 0,2-1 0 0 0,-1 0 1 0 0,1 1-1 0 0,-1-2 0 0 0,1 2 0 0 0,0-2 1 0 0,-1 0-1 0 0,1 1 0 0 0,1 0 1 0 0,-2-1-1 0 0,1-1 0 0 0,1 1 0 0 0,-2-1 1 0 0,9 1-1 0 0,-5-2 5 0 0,2 1 0 0 0,-2-1-1 0 0,0 0 1 0 0,2-2 0 0 0,-2 2 0 0 0,0-1 0 0 0,0-1-1 0 0,0-1 1 0 0,1 1 0 0 0,-1-1 0 0 0,-1 1 0 0 0,1-1-1 0 0,-1-1 1 0 0,0 0 0 0 0,0 1 0 0 0,0-2 0 0 0,-1 1-1 0 0,1-1 1 0 0,-1 0 0 0 0,-1 0 0 0 0,0 0 0 0 0,1-1 0 0 0,2-8-1 0 0,5-8 18 0 0,-8 19-4 0 0,-2-2 1 0 0,1 1 0 0 0,-1 0 0 0 0,0-1-1 0 0,1 0 1 0 0,-2 1 0 0 0,1-1-1 0 0,0 0 1 0 0,-1 0 0 0 0,-1 0 0 0 0,1 0-1 0 0,-1 1 1 0 0,0-7 0 0 0,-2 0 12 0 0,0 1 1 0 0,0 1 0 0 0,-2-1-1 0 0,1 1 1 0 0,-1-1 0 0 0,-1 1 0 0 0,1 0-1 0 0,-2 0 1 0 0,1 1 0 0 0,-15-18-1 0 0,17 22 10 0 0,-2 1 0 0 0,0-1 0 0 0,2 1 0 0 0,-2-1 0 0 0,0 2 0 0 0,-7-6 0 0 0,10 9-14 0 0,0-1 0 0 0,0 0 0 0 0,0 1 0 0 0,-1-1 0 0 0,1 1 0 0 0,-1 0 0 0 0,1-1 0 0 0,0 1 0 0 0,-1 0 0 0 0,1 0-1 0 0,-1 0 1 0 0,1 1 0 0 0,0-1 0 0 0,-1 0 0 0 0,1 1 0 0 0,-1-1 0 0 0,1 1 0 0 0,1 0 0 0 0,-4 2 0 0 0,-3 0 7 0 0,0 2-1 0 0,2 0 0 0 0,-1 0 0 0 0,0 1 0 0 0,1-1 0 0 0,0 1 0 0 0,0 1 0 0 0,1-1 1 0 0,-1 1-1 0 0,1-1 0 0 0,1 1 0 0 0,-6 14 0 0 0,-1-1-13 0 0,2 2 1 0 0,-1-1-1 0 0,-6 29 0 0 0,14-39-44 0 0,-1 1 0 0 0,1 0 1 0 0,1 0-1 0 0,1 0 0 0 0,0 0 0 0 0,0 0 0 0 0,1 0 0 0 0,0 0 0 0 0,0-2 0 0 0,2 2 0 0 0,0 0 0 0 0,1-1 0 0 0,0 1 0 0 0,8 16 0 0 0,-10-24-135 0 0,1-1 0 0 0,0 2 1 0 0,1-1-1 0 0,-1-1 0 0 0,0 1 0 0 0,2-1 0 0 0,-2 1 0 0 0,1-2 1 0 0,8 7-1 0 0,-11-9-1 0 0,1 1 1 0 0,0 0-1 0 0,-1-1 1 0 0,1 1-1 0 0,-1-1 1 0 0,1 2-1 0 0,0-2 1 0 0,-1 1-1 0 0,2-1 1 0 0,-2 0-1 0 0,1 0 1 0 0,-1 0-1 0 0,1 0 1 0 0,0 0-1 0 0,-1 0 1 0 0,2 0-1 0 0,-2 0 0 0 0,1-1 1 0 0,-1 1-1 0 0,1-2 1 0 0,0 2-1 0 0,-1-1 1 0 0,0 1-1 0 0,2-1 1 0 0,-2 0-1 0 0,0 1 1 0 0,0-1-1 0 0,2-1 1 0 0,-2 1-1 0 0,3-2 1 0 0,-3-1-844 0 0,-1 0 0 0 0,1 1 0 0 0,-1-1 0 0 0,0 1 1 0 0,1-1-1 0 0,-1 0 0 0 0,-1 1 0 0 0,1-1 0 0 0,0 1 1 0 0,-1-1-1 0 0,0-3 0 0 0,-10-2-960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10:17:55.23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99 22 364 0 0,'-4'0'581'0'0,"-3"0"172"0"0,0 0 0 0 0,0 0 0 0 0,-1 0-1 0 0,2-2 1 0 0,0 2 0 0 0,-1-2 0 0 0,0 1 0 0 0,0-2 0 0 0,-9-4-1 0 0,-1 1 4980 0 0,39 13-5274 0 0,9-1-5443 0 0,25-7-1842 0 0,-42-6 5004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10:17:55.5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110 1 124 0 0,'-11'7'1503'0'0,"2"0"1"0"0,-1 2-1 0 0,0-1 0 0 0,2 2 1 0 0,0-1-1 0 0,-9 13 0 0 0,-7 8-720 0 0,23-29-812 0 0,-1 2 0 0 0,0-1-1 0 0,1-1 1 0 0,0 2 0 0 0,0-1-1 0 0,1 1 1 0 0,-1-2 0 0 0,-1 1 0 0 0,2 1-1 0 0,-1-1 1 0 0,1 0 0 0 0,-1 1-1 0 0,1-1 1 0 0,0 3 0 0 0,0-3-250 0 0,0 1 0 0 0,0-2 0 0 0,0 1 0 0 0,1 1 0 0 0,-1-1 0 0 0,0-1 0 0 0,1 2 0 0 0,-1-1 0 0 0,2-1 0 0 0,-1 2 0 0 0,0-1 0 0 0,-1-1 0 0 0,1 2 0 0 0,3 2 0 0 0,5 1-4228 0 0,-4-5 4411 0 0,7 5-1219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10:17:55.9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12 103 132 0 0,'0'6'908'0'0,"0"1"96"0"0,0 0-40 0 0,-12-1-116 0 0,12 2 204 0 0,0-1-956 0 0,12-14-4980 0 0</inkml:trace>
  <inkml:trace contextRef="#ctx0" brushRef="#br0" timeOffset="1">157 75 40 0 0,'0'-7'3584'0'0,"-12"7"-1579"0"0,12-6 1543 0 0,0-1-2812 0 0,-12 7-568 0 0,12-7-396 0 0,0 1-264 0 0,12 6-228 0 0,-12-7-240 0 0,0-1-200 0 0,12 2-237 0 0,-12-1-59 0 0,12 0 52 0 0,1 1 132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10:17:56.28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423 8 440 0 0,'0'0'1480'0'0,"13"-7"5309"0"0,-26 7-6153 0 0,1 7-852 0 0,12-1-264 0 0,-12 1-456 0 0,12 1-460 0 0,-12 5-233 0 0,12-6-59 0 0,-12-1 96 0 0,0 8 252 0 0</inkml:trace>
  <inkml:trace contextRef="#ctx0" brushRef="#br0" timeOffset="1">121 511 12 0 0,'-24'28'1780'0'0,"12"-2"264"0"0,-12-11 125 0 0,0 5 59 0 0,12-13-496 0 0,12 7-952 0 0,-12-7-792 0 0,0-7-664 0 0,24-21-8177 0 0</inkml:trace>
  <inkml:trace contextRef="#ctx0" brushRef="#br0" timeOffset="2">351 422 496 0 0,'-12'0'1832'0'0,"0"-6"116"0"0,12-1-147 0 0,-12 0-309 0 0,12 1-1232 0 0,0-8-1240 0 0,0 8-605 0 0,0-2-235 0 0,12-5 88 0 0,0 6 272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10:17:56.6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400 1 996 0 0,'0'13'2084'0'0,"-12"0"208"0"0,-12 2 93 0 0,12-9-57 0 0,-12 1-1020 0 0,12 0-912 0 0,-12-1-668 0 0,12-6-504 0 0,-2 7-452 0 0,-10 1-536 0 0,12-2-2149 0 0,12 1 2177 0 0,-12 0 260 0 0</inkml:trace>
  <inkml:trace contextRef="#ctx0" brushRef="#br0" timeOffset="1">109 348 628 0 0,'-24'21'1988'0'0,"12"-1"184"0"0,-12-7-47 0 0,0-6-257 0 0,12 7-1196 0 0,0-14-1336 0 0,12 7-872 0 0,12-14-4233 0 0,0 7 4325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10:17:56.98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110 48 152 0 0,'-12'0'1964'0'0,"0"7"288"0"0,0-7 133 0 0,-2 0 59 0 0,2-7-528 0 0,-12 7-792 0 0,12-6-1468 0 0,0 6-408 0 0,12-8-400 0 0,0 1-424 0 0,0 1-324 0 0,0-1-49 0 0,12 0 145 0 0,0 1 220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10:18:00.8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437 6 288 0 0,'0'0'3965'0'0,"-15"-6"4308"0"0,5 13-8024 0 0,0 2 0 0 0,-1-1 0 0 0,2 0 0 0 0,-1 1 0 0 0,0 0 0 0 0,2 1 1 0 0,-9 12-1 0 0,-52 82 394 0 0,47-66-324 0 0,-20 31 86 0 0,-25 38 56 0 0,53-86-376 0 0,1 0-1 0 0,-16 38 0 0 0,-13 21 60 0 0,40-77-136 0 0,1 1 0 0 0,-2-2 0 0 0,2 2 0 0 0,0-1 0 0 0,0 1 0 0 0,0 0 0 0 0,-2 5 0 0 0,2-5-5 0 0,1-1 0 0 0,-1 0 0 0 0,0 0 0 0 0,-1 0 0 0 0,1 0 0 0 0,0 0 0 0 0,0 0 0 0 0,-4 3 1 0 0,-7 18-16 0 0,12-22-33 0 0,0-1 0 0 0,0-1 0 0 0,0 1 0 0 0,0 0 0 0 0,0-1 0 0 0,0 1 0 0 0,0 1 0 0 0,0-2 0 0 0,0 1 0 0 0,0 0 0 0 0,0-1 0 0 0,1 1 0 0 0,-1 0 0 0 0,0-1 0 0 0,0 2 0 0 0,1-2 0 0 0,-1 1 0 0 0,0 0 0 0 0,2-1 0 0 0,-2 1 0 0 0,1-1 0 0 0,-1 1 0 0 0,1-1 0 0 0,-1 2 0 0 0,1-2 0 0 0,-1 0 0 0 0,1 1 0 0 0,-1-1 0 0 0,3 1 0 0 0,0-2-472 0 0,1 1 1 0 0,0-1-1 0 0,0-1 0 0 0,0 1 0 0 0,0 0 1 0 0,-1 0-1 0 0,6-4 0 0 0,-8 5 99 0 0,13-7-1303 0 0,1 0 1 0 0,-1-2 0 0 0,-1 0 0 0 0,22-18 0 0 0,-29 24 1396 0 0,19-24-1273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10:18:01.2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533 79 52 0 0,'33'-60'7115'0'0,"-23"41"-3846"0"0,-21 26-1811 0 0,-25 32-308 0 0,-108 117 1506 0 0,-101 139 77 0 0,237-284-2690 0 0,-65 78 143 0 0,56-66-254 0 0,12-19-86 0 0,2 1 0 0 0,-2 1 1 0 0,1-1-1 0 0,1 0 0 0 0,-1 1 0 0 0,0 0 1 0 0,2 0-1 0 0,0 0 0 0 0,-1 0 0 0 0,1 0 1 0 0,-3 12-1 0 0,5-17 96 0 0,0-1-1 0 0,0 0 1 0 0,0 0-1 0 0,0 0 1 0 0,0 0 0 0 0,0 1-1 0 0,1-1 1 0 0,-1 0 0 0 0,0 0-1 0 0,0 0 1 0 0,0 1-1 0 0,0-1 1 0 0,0 0 0 0 0,0 0-1 0 0,0 0 1 0 0,0 0 0 0 0,0 0-1 0 0,1 2 1 0 0,-1-2 0 0 0,0 0-1 0 0,0 0 1 0 0,0 0-1 0 0,0 0 1 0 0,0 0 0 0 0,2 0-1 0 0,-2 1 1 0 0,0-1 0 0 0,0 0-1 0 0,0 0 1 0 0,0 0-1 0 0,1 0 1 0 0,-1 0 0 0 0,0 0-1 0 0,0 0 1 0 0,0 0 0 0 0,1 0-1 0 0,-1 0 1 0 0,0 0 0 0 0,0 0-1 0 0,0 0 1 0 0,1 0-1 0 0,14-5-2468 0 0,18-13-1629 0 0,-27 14 3430 0 0,53-29-3702 0 0,-34 12 2676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10:18:01.5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786 0 800 0 0,'-24'1'3029'0'0,"0"0"0"0"0,-47 11 1 0 0,34-3-1241 0 0,-44 17 1 0 0,-142 76 100 0 0,159-69-1512 0 0,0 2 0 0 0,-72 53 1 0 0,130-81-554 0 0,0-3 0 0 0,0 2 0 0 0,0 0 0 0 0,2 0 0 0 0,-2 0 0 0 0,1 2 0 0 0,0-1 0 0 0,1-1 0 0 0,1 1 0 0 0,-1 1 1 0 0,-3 8-1 0 0,7-15-16 0 0,1 0 1 0 0,-1 1 0 0 0,0-1-1 0 0,1 0 1 0 0,-1 0 0 0 0,2 0-1 0 0,-2 1 1 0 0,1-2 0 0 0,-1 1-1 0 0,1 0 1 0 0,0 0 0 0 0,-1 0-1 0 0,1-1 1 0 0,1 2 0 0 0,-1-1-1 0 0,-1-1 1 0 0,1 1 0 0 0,0-1-1 0 0,0 1 1 0 0,1-1 0 0 0,-1 1-1 0 0,0-1 1 0 0,0 2 0 0 0,0-2-1 0 0,1 0 1 0 0,-1 0 0 0 0,0 0-1 0 0,0 1 1 0 0,0-1 0 0 0,1 0-1 0 0,-1 0 1 0 0,0 0 0 0 0,0 0-1 0 0,0-1 1 0 0,2 1-1 0 0,48-8-3792 0 0,-13 2 2048 0 0,7-1 373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12-02T10:49:04.1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0 476 0 0,'0'8'1936'0'0,"14"-8"-228"0"0,1 8-544 0 0,-1-8-795 0 0,0 0-129 0 0,0 0-404 0 0,0 0-2297 0 0,1-8 1269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9567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86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280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106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c0da12c38c_0_9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g2c0da12c38c_0_905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 smtClean="0"/>
          </a:p>
        </p:txBody>
      </p:sp>
      <p:sp>
        <p:nvSpPr>
          <p:cNvPr id="479" name="Google Shape;479;g2c0da12c38c_0_905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9414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marL="355600" marR="0" lvl="0" indent="-3435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endParaRPr lang="en-US" sz="2400" b="0" i="0" u="none" strike="noStrike" cap="none" dirty="0" smtClean="0">
              <a:latin typeface="+mn-lt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3801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60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sng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8702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144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080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0812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Draw diagram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510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93877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5052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94429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15293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6606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16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">
  <p:cSld name="Title and Content 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c0da12c38c_0_1002"/>
          <p:cNvSpPr txBox="1">
            <a:spLocks noGrp="1"/>
          </p:cNvSpPr>
          <p:nvPr>
            <p:ph type="title"/>
          </p:nvPr>
        </p:nvSpPr>
        <p:spPr>
          <a:xfrm>
            <a:off x="697412" y="842587"/>
            <a:ext cx="13235022" cy="142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2c0da12c38c_0_1002"/>
          <p:cNvSpPr txBox="1">
            <a:spLocks noGrp="1"/>
          </p:cNvSpPr>
          <p:nvPr>
            <p:ph type="body" idx="1"/>
          </p:nvPr>
        </p:nvSpPr>
        <p:spPr>
          <a:xfrm>
            <a:off x="697412" y="2809037"/>
            <a:ext cx="13235022" cy="43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548640" lvl="0" indent="-400507" algn="l" rtl="0">
              <a:lnSpc>
                <a:spcPct val="110000"/>
              </a:lnSpc>
              <a:spcBef>
                <a:spcPts val="432"/>
              </a:spcBef>
              <a:spcAft>
                <a:spcPts val="0"/>
              </a:spcAft>
              <a:buSzPts val="1656"/>
              <a:buChar char="•"/>
              <a:defRPr/>
            </a:lvl1pPr>
            <a:lvl2pPr marL="1097280" lvl="1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2pPr>
            <a:lvl3pPr marL="1645920" lvl="2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3pPr>
            <a:lvl4pPr marL="2194560" lvl="3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4pPr>
            <a:lvl5pPr marL="2743200" lvl="4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5pPr>
            <a:lvl6pPr marL="3291840" lvl="5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6pPr>
            <a:lvl7pPr marL="3840480" lvl="6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7pPr>
            <a:lvl8pPr marL="4389120" lvl="7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8pPr>
            <a:lvl9pPr marL="4937760" lvl="8" indent="-400507" algn="l" rtl="0">
              <a:spcBef>
                <a:spcPts val="720"/>
              </a:spcBef>
              <a:spcAft>
                <a:spcPts val="720"/>
              </a:spcAft>
              <a:buSzPts val="1656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g2c0da12c38c_0_1002"/>
          <p:cNvSpPr txBox="1">
            <a:spLocks noGrp="1"/>
          </p:cNvSpPr>
          <p:nvPr>
            <p:ph type="dt" idx="10"/>
          </p:nvPr>
        </p:nvSpPr>
        <p:spPr>
          <a:xfrm>
            <a:off x="9126906" y="7708697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2c0da12c38c_0_1002"/>
          <p:cNvSpPr txBox="1">
            <a:spLocks noGrp="1"/>
          </p:cNvSpPr>
          <p:nvPr>
            <p:ph type="ftr" idx="11"/>
          </p:nvPr>
        </p:nvSpPr>
        <p:spPr>
          <a:xfrm>
            <a:off x="697412" y="7708697"/>
            <a:ext cx="830017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g2c0da12c38c_0_1002"/>
          <p:cNvSpPr txBox="1">
            <a:spLocks noGrp="1"/>
          </p:cNvSpPr>
          <p:nvPr>
            <p:ph type="sldNum" idx="12"/>
          </p:nvPr>
        </p:nvSpPr>
        <p:spPr>
          <a:xfrm>
            <a:off x="12669634" y="7708697"/>
            <a:ext cx="126276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14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2">
  <p:cSld name="Content Slide 2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c917f23b7_0_60"/>
          <p:cNvSpPr txBox="1">
            <a:spLocks noGrp="1"/>
          </p:cNvSpPr>
          <p:nvPr>
            <p:ph type="title"/>
          </p:nvPr>
        </p:nvSpPr>
        <p:spPr>
          <a:xfrm>
            <a:off x="1005814" y="1119571"/>
            <a:ext cx="12618257" cy="159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g2bc917f23b7_0_60"/>
          <p:cNvSpPr txBox="1">
            <a:spLocks noGrp="1"/>
          </p:cNvSpPr>
          <p:nvPr>
            <p:ph type="body" idx="1"/>
          </p:nvPr>
        </p:nvSpPr>
        <p:spPr>
          <a:xfrm>
            <a:off x="1005814" y="3161731"/>
            <a:ext cx="12618257" cy="440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640" marR="0" lvl="0" indent="-51816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840"/>
            </a:lvl1pPr>
            <a:lvl2pPr marL="1097280" marR="0" lvl="1" indent="-441960" algn="just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640"/>
            </a:lvl2pPr>
            <a:lvl3pPr marL="1645920" lvl="2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94560" lvl="3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4pPr>
            <a:lvl5pPr marL="2743200" lvl="4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91840" lvl="5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40480" lvl="6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389120" lvl="7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37760" lvl="8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g2bc917f23b7_0_60"/>
          <p:cNvSpPr txBox="1">
            <a:spLocks noGrp="1"/>
          </p:cNvSpPr>
          <p:nvPr>
            <p:ph type="dt" idx="10"/>
          </p:nvPr>
        </p:nvSpPr>
        <p:spPr>
          <a:xfrm>
            <a:off x="731501" y="7627621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g2bc917f23b7_0_60"/>
          <p:cNvSpPr txBox="1">
            <a:spLocks noGrp="1"/>
          </p:cNvSpPr>
          <p:nvPr>
            <p:ph type="ftr" idx="11"/>
          </p:nvPr>
        </p:nvSpPr>
        <p:spPr>
          <a:xfrm>
            <a:off x="4998592" y="7627621"/>
            <a:ext cx="4632781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g2bc917f23b7_0_60"/>
          <p:cNvSpPr txBox="1">
            <a:spLocks noGrp="1"/>
          </p:cNvSpPr>
          <p:nvPr>
            <p:ph type="sldNum" idx="12"/>
          </p:nvPr>
        </p:nvSpPr>
        <p:spPr>
          <a:xfrm>
            <a:off x="10913121" y="7627621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1" name="Google Shape;71;g2bc917f23b7_0_60"/>
          <p:cNvGrpSpPr/>
          <p:nvPr/>
        </p:nvGrpSpPr>
        <p:grpSpPr>
          <a:xfrm>
            <a:off x="0" y="496490"/>
            <a:ext cx="11755391" cy="162000"/>
            <a:chOff x="0" y="413742"/>
            <a:chExt cx="9796415" cy="135000"/>
          </a:xfrm>
        </p:grpSpPr>
        <p:grpSp>
          <p:nvGrpSpPr>
            <p:cNvPr id="72" name="Google Shape;72;g2bc917f23b7_0_60"/>
            <p:cNvGrpSpPr/>
            <p:nvPr/>
          </p:nvGrpSpPr>
          <p:grpSpPr>
            <a:xfrm>
              <a:off x="0" y="413742"/>
              <a:ext cx="9796415" cy="135000"/>
              <a:chOff x="0" y="413742"/>
              <a:chExt cx="9796415" cy="135000"/>
            </a:xfrm>
          </p:grpSpPr>
          <p:sp>
            <p:nvSpPr>
              <p:cNvPr id="73" name="Google Shape;73;g2bc917f23b7_0_60"/>
              <p:cNvSpPr/>
              <p:nvPr/>
            </p:nvSpPr>
            <p:spPr>
              <a:xfrm>
                <a:off x="0" y="413742"/>
                <a:ext cx="9793500" cy="1350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216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g2bc917f23b7_0_60"/>
              <p:cNvSpPr/>
              <p:nvPr/>
            </p:nvSpPr>
            <p:spPr>
              <a:xfrm>
                <a:off x="8699915" y="413742"/>
                <a:ext cx="1096500" cy="135000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216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" name="Google Shape;75;g2bc917f23b7_0_60"/>
            <p:cNvSpPr/>
            <p:nvPr/>
          </p:nvSpPr>
          <p:spPr>
            <a:xfrm>
              <a:off x="8700480" y="413742"/>
              <a:ext cx="272400" cy="135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16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6" name="Google Shape;76;g2bc917f23b7_0_60" descr="Text, logo, company nam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05766" y="-395310"/>
            <a:ext cx="2273876" cy="1459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2bc917f23b7_0_60" descr="Shap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1901" y="-145466"/>
            <a:ext cx="2690030" cy="6483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2261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 2">
  <p:cSld name="Opening Slide 2">
    <p:bg>
      <p:bgPr>
        <a:blipFill>
          <a:blip r:embed="rId2">
            <a:alphaModFix amt="89000"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2bc917f23b7_0_6"/>
          <p:cNvSpPr/>
          <p:nvPr/>
        </p:nvSpPr>
        <p:spPr>
          <a:xfrm>
            <a:off x="11126665" y="6534269"/>
            <a:ext cx="3503547" cy="1093320"/>
          </a:xfrm>
          <a:prstGeom prst="rect">
            <a:avLst/>
          </a:prstGeom>
          <a:gradFill>
            <a:gsLst>
              <a:gs pos="0">
                <a:srgbClr val="BFBFBF"/>
              </a:gs>
              <a:gs pos="50000">
                <a:srgbClr val="F2F2F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216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g2bc917f23b7_0_6"/>
          <p:cNvSpPr txBox="1">
            <a:spLocks noGrp="1"/>
          </p:cNvSpPr>
          <p:nvPr>
            <p:ph type="ctrTitle"/>
          </p:nvPr>
        </p:nvSpPr>
        <p:spPr>
          <a:xfrm>
            <a:off x="1005814" y="1382417"/>
            <a:ext cx="12444306" cy="197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7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2bc917f23b7_0_6"/>
          <p:cNvSpPr txBox="1">
            <a:spLocks noGrp="1"/>
          </p:cNvSpPr>
          <p:nvPr>
            <p:ph type="subTitle" idx="1"/>
          </p:nvPr>
        </p:nvSpPr>
        <p:spPr>
          <a:xfrm>
            <a:off x="1005814" y="3593054"/>
            <a:ext cx="12444306" cy="198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36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160"/>
            </a:lvl3pPr>
            <a:lvl4pPr lvl="3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4pPr>
            <a:lvl5pPr lvl="4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5pPr>
            <a:lvl6pPr lvl="5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6pPr>
            <a:lvl7pPr lvl="6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7pPr>
            <a:lvl8pPr lvl="7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8pPr>
            <a:lvl9pPr lvl="8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9pPr>
          </a:lstStyle>
          <a:p>
            <a:endParaRPr/>
          </a:p>
        </p:txBody>
      </p:sp>
      <p:sp>
        <p:nvSpPr>
          <p:cNvPr id="15" name="Google Shape;15;g2bc917f23b7_0_6"/>
          <p:cNvSpPr txBox="1"/>
          <p:nvPr/>
        </p:nvSpPr>
        <p:spPr>
          <a:xfrm>
            <a:off x="1005814" y="7020068"/>
            <a:ext cx="2056728" cy="40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n-US" sz="192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/>
                <a:ea typeface="Garamond"/>
                <a:cs typeface="Garamond"/>
                <a:sym typeface="Garamond"/>
              </a:rPr>
              <a:t>www.um.edu.my</a:t>
            </a:r>
            <a:endParaRPr kumimoji="0" sz="168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16;g2bc917f23b7_0_6"/>
          <p:cNvGrpSpPr/>
          <p:nvPr/>
        </p:nvGrpSpPr>
        <p:grpSpPr>
          <a:xfrm>
            <a:off x="0" y="6534271"/>
            <a:ext cx="11138940" cy="1536867"/>
            <a:chOff x="0" y="5445224"/>
            <a:chExt cx="9282693" cy="1280722"/>
          </a:xfrm>
        </p:grpSpPr>
        <p:grpSp>
          <p:nvGrpSpPr>
            <p:cNvPr id="17" name="Google Shape;17;g2bc917f23b7_0_6"/>
            <p:cNvGrpSpPr/>
            <p:nvPr/>
          </p:nvGrpSpPr>
          <p:grpSpPr>
            <a:xfrm>
              <a:off x="0" y="5445224"/>
              <a:ext cx="9272152" cy="1280722"/>
              <a:chOff x="0" y="576832"/>
              <a:chExt cx="9051300" cy="1280722"/>
            </a:xfrm>
          </p:grpSpPr>
          <p:sp>
            <p:nvSpPr>
              <p:cNvPr id="18" name="Google Shape;18;g2bc917f23b7_0_6"/>
              <p:cNvSpPr/>
              <p:nvPr/>
            </p:nvSpPr>
            <p:spPr>
              <a:xfrm>
                <a:off x="0" y="576832"/>
                <a:ext cx="9051300" cy="9111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216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g2bc917f23b7_0_6"/>
              <p:cNvSpPr txBox="1"/>
              <p:nvPr/>
            </p:nvSpPr>
            <p:spPr>
              <a:xfrm>
                <a:off x="818202" y="1534422"/>
                <a:ext cx="1673100" cy="3231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  <a:tabLst/>
                  <a:defRPr/>
                </a:pPr>
                <a:r>
                  <a:rPr kumimoji="0" lang="en-US" sz="192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aramond"/>
                    <a:ea typeface="Garamond"/>
                    <a:cs typeface="Garamond"/>
                    <a:sym typeface="Garamond"/>
                  </a:rPr>
                  <a:t>www.um.edu.my</a:t>
                </a:r>
                <a:endParaRPr kumimoji="0" sz="168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" name="Google Shape;20;g2bc917f23b7_0_6"/>
            <p:cNvSpPr/>
            <p:nvPr/>
          </p:nvSpPr>
          <p:spPr>
            <a:xfrm>
              <a:off x="8186193" y="5445224"/>
              <a:ext cx="1096500" cy="9111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2bc917f23b7_0_6"/>
            <p:cNvSpPr/>
            <p:nvPr/>
          </p:nvSpPr>
          <p:spPr>
            <a:xfrm>
              <a:off x="8179689" y="5445224"/>
              <a:ext cx="272400" cy="9111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2" name="Google Shape;22;g2bc917f23b7_0_6" descr="Text, logo, company nam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1243" y="5853476"/>
            <a:ext cx="2869265" cy="184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g2bc917f23b7_0_6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4459" y="6674503"/>
            <a:ext cx="5392558" cy="7356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5565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1">
  <p:cSld name="Content Slide 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bc917f23b7_0_19"/>
          <p:cNvSpPr txBox="1">
            <a:spLocks noGrp="1"/>
          </p:cNvSpPr>
          <p:nvPr>
            <p:ph type="title"/>
          </p:nvPr>
        </p:nvSpPr>
        <p:spPr>
          <a:xfrm>
            <a:off x="1005814" y="438150"/>
            <a:ext cx="12618257" cy="159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2bc917f23b7_0_19"/>
          <p:cNvSpPr txBox="1">
            <a:spLocks noGrp="1"/>
          </p:cNvSpPr>
          <p:nvPr>
            <p:ph type="body" idx="1"/>
          </p:nvPr>
        </p:nvSpPr>
        <p:spPr>
          <a:xfrm>
            <a:off x="1005814" y="2480310"/>
            <a:ext cx="12618257" cy="440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640" marR="0" lvl="0" indent="-51816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840"/>
            </a:lvl1pPr>
            <a:lvl2pPr marL="1097280" marR="0" lvl="1" indent="-441960" algn="just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640"/>
            </a:lvl2pPr>
            <a:lvl3pPr marL="1645920" lvl="2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94560" lvl="3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4pPr>
            <a:lvl5pPr marL="2743200" lvl="4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91840" lvl="5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40480" lvl="6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389120" lvl="7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37760" lvl="8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g2bc917f23b7_0_19"/>
          <p:cNvSpPr txBox="1">
            <a:spLocks noGrp="1"/>
          </p:cNvSpPr>
          <p:nvPr>
            <p:ph type="dt" idx="10"/>
          </p:nvPr>
        </p:nvSpPr>
        <p:spPr>
          <a:xfrm>
            <a:off x="989917" y="7718684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28" name="Google Shape;28;g2bc917f23b7_0_19"/>
          <p:cNvSpPr txBox="1">
            <a:spLocks noGrp="1"/>
          </p:cNvSpPr>
          <p:nvPr>
            <p:ph type="ftr" idx="11"/>
          </p:nvPr>
        </p:nvSpPr>
        <p:spPr>
          <a:xfrm>
            <a:off x="4446259" y="7718684"/>
            <a:ext cx="3918213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29" name="Google Shape;29;g2bc917f23b7_0_19"/>
          <p:cNvSpPr txBox="1">
            <a:spLocks noGrp="1"/>
          </p:cNvSpPr>
          <p:nvPr>
            <p:ph type="sldNum" idx="12"/>
          </p:nvPr>
        </p:nvSpPr>
        <p:spPr>
          <a:xfrm>
            <a:off x="10512084" y="6994560"/>
            <a:ext cx="1239667" cy="3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  <p:grpSp>
        <p:nvGrpSpPr>
          <p:cNvPr id="30" name="Google Shape;30;g2bc917f23b7_0_19"/>
          <p:cNvGrpSpPr/>
          <p:nvPr/>
        </p:nvGrpSpPr>
        <p:grpSpPr>
          <a:xfrm>
            <a:off x="-3804" y="7495668"/>
            <a:ext cx="11755391" cy="162000"/>
            <a:chOff x="0" y="413742"/>
            <a:chExt cx="9796415" cy="135000"/>
          </a:xfrm>
        </p:grpSpPr>
        <p:grpSp>
          <p:nvGrpSpPr>
            <p:cNvPr id="31" name="Google Shape;31;g2bc917f23b7_0_19"/>
            <p:cNvGrpSpPr/>
            <p:nvPr/>
          </p:nvGrpSpPr>
          <p:grpSpPr>
            <a:xfrm>
              <a:off x="0" y="413742"/>
              <a:ext cx="9796415" cy="135000"/>
              <a:chOff x="0" y="413742"/>
              <a:chExt cx="9796415" cy="135000"/>
            </a:xfrm>
          </p:grpSpPr>
          <p:sp>
            <p:nvSpPr>
              <p:cNvPr id="32" name="Google Shape;32;g2bc917f23b7_0_19"/>
              <p:cNvSpPr/>
              <p:nvPr/>
            </p:nvSpPr>
            <p:spPr>
              <a:xfrm>
                <a:off x="0" y="413742"/>
                <a:ext cx="9793500" cy="1350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216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g2bc917f23b7_0_19"/>
              <p:cNvSpPr/>
              <p:nvPr/>
            </p:nvSpPr>
            <p:spPr>
              <a:xfrm>
                <a:off x="8699915" y="413742"/>
                <a:ext cx="1096500" cy="135000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216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34;g2bc917f23b7_0_19"/>
            <p:cNvSpPr/>
            <p:nvPr/>
          </p:nvSpPr>
          <p:spPr>
            <a:xfrm>
              <a:off x="8700480" y="413742"/>
              <a:ext cx="272400" cy="135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5" name="Google Shape;35;g2bc917f23b7_0_19" descr="Text, logo, company nam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79166" y="6676469"/>
            <a:ext cx="2273876" cy="1459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g2bc917f23b7_0_19" descr="Shap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21856" y="7547176"/>
            <a:ext cx="2690030" cy="6483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1228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g2bc917f23b7_0_32"/>
          <p:cNvGrpSpPr/>
          <p:nvPr/>
        </p:nvGrpSpPr>
        <p:grpSpPr>
          <a:xfrm>
            <a:off x="0" y="6534269"/>
            <a:ext cx="11138940" cy="1093320"/>
            <a:chOff x="0" y="5445224"/>
            <a:chExt cx="9282693" cy="911100"/>
          </a:xfrm>
        </p:grpSpPr>
        <p:sp>
          <p:nvSpPr>
            <p:cNvPr id="39" name="Google Shape;39;g2bc917f23b7_0_32"/>
            <p:cNvSpPr/>
            <p:nvPr/>
          </p:nvSpPr>
          <p:spPr>
            <a:xfrm>
              <a:off x="0" y="5445224"/>
              <a:ext cx="9272400" cy="9111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2bc917f23b7_0_32"/>
            <p:cNvSpPr/>
            <p:nvPr/>
          </p:nvSpPr>
          <p:spPr>
            <a:xfrm>
              <a:off x="8186193" y="5445224"/>
              <a:ext cx="1096500" cy="9111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2bc917f23b7_0_32"/>
            <p:cNvSpPr/>
            <p:nvPr/>
          </p:nvSpPr>
          <p:spPr>
            <a:xfrm>
              <a:off x="8179689" y="5445224"/>
              <a:ext cx="272400" cy="9111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g2bc917f23b7_0_32"/>
          <p:cNvSpPr txBox="1">
            <a:spLocks noGrp="1"/>
          </p:cNvSpPr>
          <p:nvPr>
            <p:ph type="title"/>
          </p:nvPr>
        </p:nvSpPr>
        <p:spPr>
          <a:xfrm>
            <a:off x="1005814" y="2213789"/>
            <a:ext cx="12533447" cy="159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" name="Google Shape;43;g2bc917f23b7_0_32" descr="Text, logo, company nam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47338" y="5774665"/>
            <a:ext cx="3053492" cy="195942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g2bc917f23b7_0_32"/>
          <p:cNvSpPr txBox="1"/>
          <p:nvPr/>
        </p:nvSpPr>
        <p:spPr>
          <a:xfrm>
            <a:off x="8062899" y="7750886"/>
            <a:ext cx="1411813" cy="2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Font typeface="DM Serif Display"/>
              <a:buNone/>
              <a:tabLst/>
              <a:defRPr/>
            </a:pPr>
            <a:r>
              <a:rPr kumimoji="0" lang="en-US" sz="168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/>
                <a:ea typeface="Garamond"/>
                <a:cs typeface="Garamond"/>
                <a:sym typeface="Garamond"/>
              </a:rPr>
              <a:t>uniofmalaya</a:t>
            </a:r>
            <a:endParaRPr kumimoji="0" sz="144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45" name="Google Shape;45;g2bc917f23b7_0_32" descr="Social media icons PNG and Vector | Media icon, Social media logos, Social  media icons"/>
          <p:cNvPicPr preferRelativeResize="0"/>
          <p:nvPr/>
        </p:nvPicPr>
        <p:blipFill rotWithShape="1">
          <a:blip r:embed="rId3">
            <a:alphaModFix/>
          </a:blip>
          <a:srcRect l="4589" t="5073" r="63515" b="65396"/>
          <a:stretch/>
        </p:blipFill>
        <p:spPr>
          <a:xfrm>
            <a:off x="3167458" y="7705297"/>
            <a:ext cx="497204" cy="460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g2bc917f23b7_0_32" descr="Social media icons PNG and Vector | Media icon, Social media logos, Social  media icons"/>
          <p:cNvPicPr preferRelativeResize="0"/>
          <p:nvPr/>
        </p:nvPicPr>
        <p:blipFill rotWithShape="1">
          <a:blip r:embed="rId4">
            <a:alphaModFix/>
          </a:blip>
          <a:srcRect l="34046" t="4815" r="36054" b="65654"/>
          <a:stretch/>
        </p:blipFill>
        <p:spPr>
          <a:xfrm>
            <a:off x="5552788" y="7705267"/>
            <a:ext cx="350461" cy="345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g2bc917f23b7_0_32" descr="Social media icons PNG and Vector | Media icon, Social media logos, Social  media icons"/>
          <p:cNvPicPr preferRelativeResize="0"/>
          <p:nvPr/>
        </p:nvPicPr>
        <p:blipFill rotWithShape="1">
          <a:blip r:embed="rId4">
            <a:alphaModFix/>
          </a:blip>
          <a:srcRect l="64844" t="34046" r="5255" b="32167"/>
          <a:stretch/>
        </p:blipFill>
        <p:spPr>
          <a:xfrm>
            <a:off x="5993149" y="7672092"/>
            <a:ext cx="466114" cy="526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g2bc917f23b7_0_32" descr="Social media icons PNG and Vector | Media icon, Social media logos, Social  media icons"/>
          <p:cNvPicPr preferRelativeResize="0"/>
          <p:nvPr/>
        </p:nvPicPr>
        <p:blipFill rotWithShape="1">
          <a:blip r:embed="rId4">
            <a:alphaModFix/>
          </a:blip>
          <a:srcRect l="6860" t="31974" r="63238" b="34240"/>
          <a:stretch/>
        </p:blipFill>
        <p:spPr>
          <a:xfrm>
            <a:off x="7660642" y="7647310"/>
            <a:ext cx="466114" cy="52673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g2bc917f23b7_0_32"/>
          <p:cNvSpPr txBox="1"/>
          <p:nvPr/>
        </p:nvSpPr>
        <p:spPr>
          <a:xfrm>
            <a:off x="6394096" y="7744003"/>
            <a:ext cx="1206104" cy="2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Font typeface="DM Serif Display"/>
              <a:buNone/>
              <a:tabLst/>
              <a:defRPr/>
            </a:pPr>
            <a:r>
              <a:rPr kumimoji="0" lang="en-US" sz="168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/>
                <a:ea typeface="Garamond"/>
                <a:cs typeface="Garamond"/>
                <a:sym typeface="Garamond"/>
              </a:rPr>
              <a:t>unimalaya</a:t>
            </a:r>
            <a:endParaRPr kumimoji="0" sz="144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0" name="Google Shape;50;g2bc917f23b7_0_32"/>
          <p:cNvSpPr txBox="1"/>
          <p:nvPr/>
        </p:nvSpPr>
        <p:spPr>
          <a:xfrm>
            <a:off x="3583500" y="7786068"/>
            <a:ext cx="2053841" cy="20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Font typeface="DM Serif Display"/>
              <a:buNone/>
              <a:tabLst/>
              <a:defRPr/>
            </a:pPr>
            <a:r>
              <a:rPr kumimoji="0" lang="en-US" sz="168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/>
                <a:ea typeface="Garamond"/>
                <a:cs typeface="Garamond"/>
                <a:sym typeface="Garamond"/>
              </a:rPr>
              <a:t>universityofmalaya</a:t>
            </a:r>
            <a:endParaRPr kumimoji="0" sz="144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51" name="Google Shape;51;g2bc917f23b7_0_32" descr="Website Icon, Transparent Website.PNG Images &amp; Vector - FreeIcons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 flipH="1">
            <a:off x="1005814" y="7807986"/>
            <a:ext cx="308835" cy="30807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g2bc917f23b7_0_32"/>
          <p:cNvSpPr txBox="1"/>
          <p:nvPr/>
        </p:nvSpPr>
        <p:spPr>
          <a:xfrm>
            <a:off x="1383609" y="7767853"/>
            <a:ext cx="1796164" cy="23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Font typeface="DM Serif Display"/>
              <a:buNone/>
              <a:tabLst/>
              <a:defRPr/>
            </a:pPr>
            <a:r>
              <a:rPr kumimoji="0" lang="en-US" sz="168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/>
                <a:ea typeface="Garamond"/>
                <a:cs typeface="Garamond"/>
                <a:sym typeface="Garamond"/>
              </a:rPr>
              <a:t>www.um.edu.my</a:t>
            </a:r>
            <a:endParaRPr kumimoji="0" sz="144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53" name="Google Shape;53;g2bc917f23b7_0_32" descr="Text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4459" y="6674503"/>
            <a:ext cx="5392558" cy="7356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5249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7">
          <p15:clr>
            <a:srgbClr val="FBAE40"/>
          </p15:clr>
        </p15:guide>
        <p15:guide id="2" pos="383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 1">
  <p:cSld name="Opening Slide 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c917f23b7_0_49"/>
          <p:cNvSpPr txBox="1">
            <a:spLocks noGrp="1"/>
          </p:cNvSpPr>
          <p:nvPr>
            <p:ph type="ctrTitle"/>
          </p:nvPr>
        </p:nvSpPr>
        <p:spPr>
          <a:xfrm>
            <a:off x="1005814" y="1382417"/>
            <a:ext cx="12444306" cy="197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7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2bc917f23b7_0_49"/>
          <p:cNvSpPr txBox="1">
            <a:spLocks noGrp="1"/>
          </p:cNvSpPr>
          <p:nvPr>
            <p:ph type="subTitle" idx="1"/>
          </p:nvPr>
        </p:nvSpPr>
        <p:spPr>
          <a:xfrm>
            <a:off x="1005814" y="3593054"/>
            <a:ext cx="12444306" cy="198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3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160"/>
            </a:lvl3pPr>
            <a:lvl4pPr lvl="3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4pPr>
            <a:lvl5pPr lvl="4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5pPr>
            <a:lvl6pPr lvl="5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6pPr>
            <a:lvl7pPr lvl="6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7pPr>
            <a:lvl8pPr lvl="7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8pPr>
            <a:lvl9pPr lvl="8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9pPr>
          </a:lstStyle>
          <a:p>
            <a:endParaRPr/>
          </a:p>
        </p:txBody>
      </p:sp>
      <p:grpSp>
        <p:nvGrpSpPr>
          <p:cNvPr id="57" name="Google Shape;57;g2bc917f23b7_0_49"/>
          <p:cNvGrpSpPr/>
          <p:nvPr/>
        </p:nvGrpSpPr>
        <p:grpSpPr>
          <a:xfrm>
            <a:off x="0" y="6534271"/>
            <a:ext cx="11138940" cy="1511084"/>
            <a:chOff x="0" y="5445224"/>
            <a:chExt cx="9282693" cy="1259236"/>
          </a:xfrm>
        </p:grpSpPr>
        <p:grpSp>
          <p:nvGrpSpPr>
            <p:cNvPr id="58" name="Google Shape;58;g2bc917f23b7_0_49"/>
            <p:cNvGrpSpPr/>
            <p:nvPr/>
          </p:nvGrpSpPr>
          <p:grpSpPr>
            <a:xfrm>
              <a:off x="0" y="5445224"/>
              <a:ext cx="9272152" cy="1259236"/>
              <a:chOff x="0" y="576832"/>
              <a:chExt cx="9051300" cy="1259236"/>
            </a:xfrm>
          </p:grpSpPr>
          <p:sp>
            <p:nvSpPr>
              <p:cNvPr id="59" name="Google Shape;59;g2bc917f23b7_0_49"/>
              <p:cNvSpPr/>
              <p:nvPr/>
            </p:nvSpPr>
            <p:spPr>
              <a:xfrm>
                <a:off x="0" y="576832"/>
                <a:ext cx="9051300" cy="9111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216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g2bc917f23b7_0_49"/>
              <p:cNvSpPr txBox="1"/>
              <p:nvPr/>
            </p:nvSpPr>
            <p:spPr>
              <a:xfrm>
                <a:off x="803225" y="1512936"/>
                <a:ext cx="1673100" cy="3231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  <a:tabLst/>
                  <a:defRPr/>
                </a:pPr>
                <a:r>
                  <a:rPr kumimoji="0" lang="en-US" sz="192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aramond"/>
                    <a:ea typeface="Garamond"/>
                    <a:cs typeface="Garamond"/>
                    <a:sym typeface="Garamond"/>
                  </a:rPr>
                  <a:t>www.um.edu.my</a:t>
                </a:r>
                <a:endParaRPr kumimoji="0" sz="168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" name="Google Shape;61;g2bc917f23b7_0_49"/>
            <p:cNvSpPr/>
            <p:nvPr/>
          </p:nvSpPr>
          <p:spPr>
            <a:xfrm>
              <a:off x="8186193" y="5445224"/>
              <a:ext cx="1096500" cy="9111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2bc917f23b7_0_49"/>
            <p:cNvSpPr/>
            <p:nvPr/>
          </p:nvSpPr>
          <p:spPr>
            <a:xfrm>
              <a:off x="8179689" y="5445224"/>
              <a:ext cx="272400" cy="9111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3" name="Google Shape;63;g2bc917f23b7_0_49" descr="Text, logo, company nam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21243" y="5853476"/>
            <a:ext cx="2869265" cy="184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g2bc917f23b7_0_49" descr="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4459" y="6674503"/>
            <a:ext cx="5392558" cy="7356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34266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2">
  <p:cSld name="Content Slide 2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c917f23b7_0_60"/>
          <p:cNvSpPr txBox="1">
            <a:spLocks noGrp="1"/>
          </p:cNvSpPr>
          <p:nvPr>
            <p:ph type="title"/>
          </p:nvPr>
        </p:nvSpPr>
        <p:spPr>
          <a:xfrm>
            <a:off x="1005814" y="1119571"/>
            <a:ext cx="12618257" cy="159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g2bc917f23b7_0_60"/>
          <p:cNvSpPr txBox="1">
            <a:spLocks noGrp="1"/>
          </p:cNvSpPr>
          <p:nvPr>
            <p:ph type="body" idx="1"/>
          </p:nvPr>
        </p:nvSpPr>
        <p:spPr>
          <a:xfrm>
            <a:off x="1005814" y="3161731"/>
            <a:ext cx="12618257" cy="440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640" marR="0" lvl="0" indent="-51816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840"/>
            </a:lvl1pPr>
            <a:lvl2pPr marL="1097280" marR="0" lvl="1" indent="-441960" algn="just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640"/>
            </a:lvl2pPr>
            <a:lvl3pPr marL="1645920" lvl="2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94560" lvl="3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4pPr>
            <a:lvl5pPr marL="2743200" lvl="4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91840" lvl="5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40480" lvl="6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389120" lvl="7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37760" lvl="8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g2bc917f23b7_0_60"/>
          <p:cNvSpPr txBox="1">
            <a:spLocks noGrp="1"/>
          </p:cNvSpPr>
          <p:nvPr>
            <p:ph type="dt" idx="10"/>
          </p:nvPr>
        </p:nvSpPr>
        <p:spPr>
          <a:xfrm>
            <a:off x="731501" y="7627621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69" name="Google Shape;69;g2bc917f23b7_0_60"/>
          <p:cNvSpPr txBox="1">
            <a:spLocks noGrp="1"/>
          </p:cNvSpPr>
          <p:nvPr>
            <p:ph type="ftr" idx="11"/>
          </p:nvPr>
        </p:nvSpPr>
        <p:spPr>
          <a:xfrm>
            <a:off x="4998592" y="7627621"/>
            <a:ext cx="4632781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70" name="Google Shape;70;g2bc917f23b7_0_60"/>
          <p:cNvSpPr txBox="1">
            <a:spLocks noGrp="1"/>
          </p:cNvSpPr>
          <p:nvPr>
            <p:ph type="sldNum" idx="12"/>
          </p:nvPr>
        </p:nvSpPr>
        <p:spPr>
          <a:xfrm>
            <a:off x="10913121" y="7627621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  <p:grpSp>
        <p:nvGrpSpPr>
          <p:cNvPr id="71" name="Google Shape;71;g2bc917f23b7_0_60"/>
          <p:cNvGrpSpPr/>
          <p:nvPr/>
        </p:nvGrpSpPr>
        <p:grpSpPr>
          <a:xfrm>
            <a:off x="0" y="496490"/>
            <a:ext cx="11755391" cy="162000"/>
            <a:chOff x="0" y="413742"/>
            <a:chExt cx="9796415" cy="135000"/>
          </a:xfrm>
        </p:grpSpPr>
        <p:grpSp>
          <p:nvGrpSpPr>
            <p:cNvPr id="72" name="Google Shape;72;g2bc917f23b7_0_60"/>
            <p:cNvGrpSpPr/>
            <p:nvPr/>
          </p:nvGrpSpPr>
          <p:grpSpPr>
            <a:xfrm>
              <a:off x="0" y="413742"/>
              <a:ext cx="9796415" cy="135000"/>
              <a:chOff x="0" y="413742"/>
              <a:chExt cx="9796415" cy="135000"/>
            </a:xfrm>
          </p:grpSpPr>
          <p:sp>
            <p:nvSpPr>
              <p:cNvPr id="73" name="Google Shape;73;g2bc917f23b7_0_60"/>
              <p:cNvSpPr/>
              <p:nvPr/>
            </p:nvSpPr>
            <p:spPr>
              <a:xfrm>
                <a:off x="0" y="413742"/>
                <a:ext cx="9793500" cy="1350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216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g2bc917f23b7_0_60"/>
              <p:cNvSpPr/>
              <p:nvPr/>
            </p:nvSpPr>
            <p:spPr>
              <a:xfrm>
                <a:off x="8699915" y="413742"/>
                <a:ext cx="1096500" cy="135000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216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" name="Google Shape;75;g2bc917f23b7_0_60"/>
            <p:cNvSpPr/>
            <p:nvPr/>
          </p:nvSpPr>
          <p:spPr>
            <a:xfrm>
              <a:off x="8700480" y="413742"/>
              <a:ext cx="272400" cy="135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6" name="Google Shape;76;g2bc917f23b7_0_60" descr="Text, logo, company nam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05766" y="-395310"/>
            <a:ext cx="2273876" cy="1459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2bc917f23b7_0_60" descr="Shap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1901" y="-145466"/>
            <a:ext cx="2690030" cy="6483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74819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Title Slid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c917f23b7_0_73"/>
          <p:cNvSpPr txBox="1">
            <a:spLocks noGrp="1"/>
          </p:cNvSpPr>
          <p:nvPr>
            <p:ph type="ctrTitle"/>
          </p:nvPr>
        </p:nvSpPr>
        <p:spPr>
          <a:xfrm>
            <a:off x="1362623" y="1651864"/>
            <a:ext cx="1190477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400"/>
              <a:buNone/>
              <a:defRPr sz="4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g2bc917f23b7_0_73"/>
          <p:cNvSpPr txBox="1">
            <a:spLocks noGrp="1"/>
          </p:cNvSpPr>
          <p:nvPr>
            <p:ph type="subTitle" idx="1"/>
          </p:nvPr>
        </p:nvSpPr>
        <p:spPr>
          <a:xfrm>
            <a:off x="2194504" y="4608576"/>
            <a:ext cx="10241056" cy="59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768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672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576"/>
              </a:spcBef>
              <a:spcAft>
                <a:spcPts val="0"/>
              </a:spcAft>
              <a:buSzPts val="2400"/>
              <a:buNone/>
              <a:defRPr/>
            </a:lvl3pPr>
            <a:lvl4pPr lvl="3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7pPr>
            <a:lvl8pPr lvl="7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8pPr>
            <a:lvl9pPr lvl="8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g2bc917f23b7_0_73"/>
          <p:cNvSpPr txBox="1">
            <a:spLocks noGrp="1"/>
          </p:cNvSpPr>
          <p:nvPr>
            <p:ph type="ftr" idx="11"/>
          </p:nvPr>
        </p:nvSpPr>
        <p:spPr>
          <a:xfrm>
            <a:off x="4974208" y="7653529"/>
            <a:ext cx="468186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82" name="Google Shape;82;g2bc917f23b7_0_73"/>
          <p:cNvSpPr txBox="1">
            <a:spLocks noGrp="1"/>
          </p:cNvSpPr>
          <p:nvPr>
            <p:ph type="dt" idx="10"/>
          </p:nvPr>
        </p:nvSpPr>
        <p:spPr>
          <a:xfrm>
            <a:off x="731501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83" name="Google Shape;83;g2bc917f23b7_0_73"/>
          <p:cNvSpPr txBox="1">
            <a:spLocks noGrp="1"/>
          </p:cNvSpPr>
          <p:nvPr>
            <p:ph type="sldNum" idx="12"/>
          </p:nvPr>
        </p:nvSpPr>
        <p:spPr>
          <a:xfrm>
            <a:off x="10533617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640433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bc917f23b7_0_79"/>
          <p:cNvSpPr txBox="1">
            <a:spLocks noGrp="1"/>
          </p:cNvSpPr>
          <p:nvPr>
            <p:ph type="title"/>
          </p:nvPr>
        </p:nvSpPr>
        <p:spPr>
          <a:xfrm>
            <a:off x="4152690" y="231282"/>
            <a:ext cx="6404404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400"/>
              <a:buNone/>
              <a:defRPr sz="348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g2bc917f23b7_0_79"/>
          <p:cNvSpPr txBox="1">
            <a:spLocks noGrp="1"/>
          </p:cNvSpPr>
          <p:nvPr>
            <p:ph type="body" idx="1"/>
          </p:nvPr>
        </p:nvSpPr>
        <p:spPr>
          <a:xfrm>
            <a:off x="543911" y="1522538"/>
            <a:ext cx="13542503" cy="619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48640" lvl="0" indent="-274320" algn="l" rtl="0">
              <a:spcBef>
                <a:spcPts val="768"/>
              </a:spcBef>
              <a:spcAft>
                <a:spcPts val="0"/>
              </a:spcAft>
              <a:buSzPts val="3200"/>
              <a:buNone/>
              <a:defRPr sz="336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97280" lvl="1" indent="-274320" algn="l" rtl="0">
              <a:spcBef>
                <a:spcPts val="672"/>
              </a:spcBef>
              <a:spcAft>
                <a:spcPts val="0"/>
              </a:spcAft>
              <a:buSzPts val="2800"/>
              <a:buNone/>
              <a:defRPr/>
            </a:lvl2pPr>
            <a:lvl3pPr marL="1645920" lvl="2" indent="-274320" algn="l" rtl="0">
              <a:spcBef>
                <a:spcPts val="576"/>
              </a:spcBef>
              <a:spcAft>
                <a:spcPts val="0"/>
              </a:spcAft>
              <a:buSzPts val="2400"/>
              <a:buNone/>
              <a:defRPr/>
            </a:lvl3pPr>
            <a:lvl4pPr marL="2194560" lvl="3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4pPr>
            <a:lvl5pPr marL="2743200" lvl="4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5pPr>
            <a:lvl6pPr marL="3291840" lvl="5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6pPr>
            <a:lvl7pPr marL="3840480" lvl="6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7pPr>
            <a:lvl8pPr marL="4389120" lvl="7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8pPr>
            <a:lvl9pPr marL="4937760" lvl="8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g2bc917f23b7_0_79"/>
          <p:cNvSpPr txBox="1">
            <a:spLocks noGrp="1"/>
          </p:cNvSpPr>
          <p:nvPr>
            <p:ph type="ftr" idx="11"/>
          </p:nvPr>
        </p:nvSpPr>
        <p:spPr>
          <a:xfrm>
            <a:off x="4974208" y="7653529"/>
            <a:ext cx="468186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88" name="Google Shape;88;g2bc917f23b7_0_79"/>
          <p:cNvSpPr txBox="1">
            <a:spLocks noGrp="1"/>
          </p:cNvSpPr>
          <p:nvPr>
            <p:ph type="dt" idx="10"/>
          </p:nvPr>
        </p:nvSpPr>
        <p:spPr>
          <a:xfrm>
            <a:off x="731501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89" name="Google Shape;89;g2bc917f23b7_0_79"/>
          <p:cNvSpPr txBox="1">
            <a:spLocks noGrp="1"/>
          </p:cNvSpPr>
          <p:nvPr>
            <p:ph type="sldNum" idx="12"/>
          </p:nvPr>
        </p:nvSpPr>
        <p:spPr>
          <a:xfrm>
            <a:off x="10533617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7273340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c917f23b7_0_85"/>
          <p:cNvSpPr txBox="1">
            <a:spLocks noGrp="1"/>
          </p:cNvSpPr>
          <p:nvPr>
            <p:ph type="title"/>
          </p:nvPr>
        </p:nvSpPr>
        <p:spPr>
          <a:xfrm>
            <a:off x="4152690" y="231282"/>
            <a:ext cx="6404404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400"/>
              <a:buNone/>
              <a:defRPr sz="348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2bc917f23b7_0_85"/>
          <p:cNvSpPr txBox="1">
            <a:spLocks noGrp="1"/>
          </p:cNvSpPr>
          <p:nvPr>
            <p:ph type="body" idx="1"/>
          </p:nvPr>
        </p:nvSpPr>
        <p:spPr>
          <a:xfrm>
            <a:off x="979399" y="2086447"/>
            <a:ext cx="5935604" cy="508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48640" lvl="0" indent="-274320" algn="l" rtl="0">
              <a:spcBef>
                <a:spcPts val="768"/>
              </a:spcBef>
              <a:spcAft>
                <a:spcPts val="0"/>
              </a:spcAft>
              <a:buSzPts val="3200"/>
              <a:buNone/>
              <a:defRPr sz="264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97280" lvl="1" indent="-274320" algn="l" rtl="0">
              <a:spcBef>
                <a:spcPts val="672"/>
              </a:spcBef>
              <a:spcAft>
                <a:spcPts val="0"/>
              </a:spcAft>
              <a:buSzPts val="2800"/>
              <a:buNone/>
              <a:defRPr/>
            </a:lvl2pPr>
            <a:lvl3pPr marL="1645920" lvl="2" indent="-274320" algn="l" rtl="0">
              <a:spcBef>
                <a:spcPts val="576"/>
              </a:spcBef>
              <a:spcAft>
                <a:spcPts val="0"/>
              </a:spcAft>
              <a:buSzPts val="2400"/>
              <a:buNone/>
              <a:defRPr/>
            </a:lvl3pPr>
            <a:lvl4pPr marL="2194560" lvl="3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4pPr>
            <a:lvl5pPr marL="2743200" lvl="4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5pPr>
            <a:lvl6pPr marL="3291840" lvl="5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6pPr>
            <a:lvl7pPr marL="3840480" lvl="6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7pPr>
            <a:lvl8pPr marL="4389120" lvl="7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8pPr>
            <a:lvl9pPr marL="4937760" lvl="8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g2bc917f23b7_0_85"/>
          <p:cNvSpPr txBox="1">
            <a:spLocks noGrp="1"/>
          </p:cNvSpPr>
          <p:nvPr>
            <p:ph type="body" idx="2"/>
          </p:nvPr>
        </p:nvSpPr>
        <p:spPr>
          <a:xfrm>
            <a:off x="7533446" y="2177887"/>
            <a:ext cx="5693445" cy="508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48640" lvl="0" indent="-274320" algn="l" rtl="0">
              <a:spcBef>
                <a:spcPts val="768"/>
              </a:spcBef>
              <a:spcAft>
                <a:spcPts val="0"/>
              </a:spcAft>
              <a:buSzPts val="3200"/>
              <a:buNone/>
              <a:defRPr sz="264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97280" lvl="1" indent="-274320" algn="l" rtl="0">
              <a:spcBef>
                <a:spcPts val="672"/>
              </a:spcBef>
              <a:spcAft>
                <a:spcPts val="0"/>
              </a:spcAft>
              <a:buSzPts val="2800"/>
              <a:buNone/>
              <a:defRPr/>
            </a:lvl2pPr>
            <a:lvl3pPr marL="1645920" lvl="2" indent="-274320" algn="l" rtl="0">
              <a:spcBef>
                <a:spcPts val="576"/>
              </a:spcBef>
              <a:spcAft>
                <a:spcPts val="0"/>
              </a:spcAft>
              <a:buSzPts val="2400"/>
              <a:buNone/>
              <a:defRPr/>
            </a:lvl3pPr>
            <a:lvl4pPr marL="2194560" lvl="3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4pPr>
            <a:lvl5pPr marL="2743200" lvl="4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5pPr>
            <a:lvl6pPr marL="3291840" lvl="5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6pPr>
            <a:lvl7pPr marL="3840480" lvl="6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7pPr>
            <a:lvl8pPr marL="4389120" lvl="7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8pPr>
            <a:lvl9pPr marL="4937760" lvl="8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2bc917f23b7_0_85"/>
          <p:cNvSpPr txBox="1">
            <a:spLocks noGrp="1"/>
          </p:cNvSpPr>
          <p:nvPr>
            <p:ph type="ftr" idx="11"/>
          </p:nvPr>
        </p:nvSpPr>
        <p:spPr>
          <a:xfrm>
            <a:off x="4974208" y="7653529"/>
            <a:ext cx="468186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95" name="Google Shape;95;g2bc917f23b7_0_85"/>
          <p:cNvSpPr txBox="1">
            <a:spLocks noGrp="1"/>
          </p:cNvSpPr>
          <p:nvPr>
            <p:ph type="dt" idx="10"/>
          </p:nvPr>
        </p:nvSpPr>
        <p:spPr>
          <a:xfrm>
            <a:off x="731501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96" name="Google Shape;96;g2bc917f23b7_0_85"/>
          <p:cNvSpPr txBox="1">
            <a:spLocks noGrp="1"/>
          </p:cNvSpPr>
          <p:nvPr>
            <p:ph type="sldNum" idx="12"/>
          </p:nvPr>
        </p:nvSpPr>
        <p:spPr>
          <a:xfrm>
            <a:off x="10533617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5708525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2bc917f23b7_0_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30093" y="7315200"/>
            <a:ext cx="2383336" cy="760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2bc917f23b7_0_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3003" y="1462963"/>
            <a:ext cx="8983343" cy="630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2bc917f23b7_0_92"/>
          <p:cNvSpPr txBox="1">
            <a:spLocks noGrp="1"/>
          </p:cNvSpPr>
          <p:nvPr>
            <p:ph type="title"/>
          </p:nvPr>
        </p:nvSpPr>
        <p:spPr>
          <a:xfrm>
            <a:off x="4152690" y="231282"/>
            <a:ext cx="6404404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400"/>
              <a:buNone/>
              <a:defRPr sz="348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2bc917f23b7_0_92"/>
          <p:cNvSpPr txBox="1">
            <a:spLocks noGrp="1"/>
          </p:cNvSpPr>
          <p:nvPr>
            <p:ph type="ftr" idx="11"/>
          </p:nvPr>
        </p:nvSpPr>
        <p:spPr>
          <a:xfrm>
            <a:off x="4974208" y="7653529"/>
            <a:ext cx="468186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02" name="Google Shape;102;g2bc917f23b7_0_92"/>
          <p:cNvSpPr txBox="1">
            <a:spLocks noGrp="1"/>
          </p:cNvSpPr>
          <p:nvPr>
            <p:ph type="dt" idx="10"/>
          </p:nvPr>
        </p:nvSpPr>
        <p:spPr>
          <a:xfrm>
            <a:off x="731501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03" name="Google Shape;103;g2bc917f23b7_0_92"/>
          <p:cNvSpPr txBox="1">
            <a:spLocks noGrp="1"/>
          </p:cNvSpPr>
          <p:nvPr>
            <p:ph type="sldNum" idx="12"/>
          </p:nvPr>
        </p:nvSpPr>
        <p:spPr>
          <a:xfrm>
            <a:off x="10533617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3957262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bc917f23b7_0_99"/>
          <p:cNvSpPr txBox="1">
            <a:spLocks noGrp="1"/>
          </p:cNvSpPr>
          <p:nvPr>
            <p:ph type="ftr" idx="11"/>
          </p:nvPr>
        </p:nvSpPr>
        <p:spPr>
          <a:xfrm>
            <a:off x="4974208" y="7653529"/>
            <a:ext cx="468186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06" name="Google Shape;106;g2bc917f23b7_0_99"/>
          <p:cNvSpPr txBox="1">
            <a:spLocks noGrp="1"/>
          </p:cNvSpPr>
          <p:nvPr>
            <p:ph type="dt" idx="10"/>
          </p:nvPr>
        </p:nvSpPr>
        <p:spPr>
          <a:xfrm>
            <a:off x="731501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07" name="Google Shape;107;g2bc917f23b7_0_99"/>
          <p:cNvSpPr txBox="1">
            <a:spLocks noGrp="1"/>
          </p:cNvSpPr>
          <p:nvPr>
            <p:ph type="sldNum" idx="12"/>
          </p:nvPr>
        </p:nvSpPr>
        <p:spPr>
          <a:xfrm>
            <a:off x="10533617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607995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c0da12c38c_0_898"/>
          <p:cNvSpPr txBox="1">
            <a:spLocks noGrp="1"/>
          </p:cNvSpPr>
          <p:nvPr>
            <p:ph type="title"/>
          </p:nvPr>
        </p:nvSpPr>
        <p:spPr>
          <a:xfrm>
            <a:off x="697412" y="842587"/>
            <a:ext cx="13235022" cy="142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2c0da12c38c_0_898"/>
          <p:cNvSpPr txBox="1">
            <a:spLocks noGrp="1"/>
          </p:cNvSpPr>
          <p:nvPr>
            <p:ph type="body" idx="1"/>
          </p:nvPr>
        </p:nvSpPr>
        <p:spPr>
          <a:xfrm>
            <a:off x="697412" y="2809037"/>
            <a:ext cx="13235022" cy="43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548640" lvl="0" indent="-400507" algn="l" rtl="0">
              <a:lnSpc>
                <a:spcPct val="110000"/>
              </a:lnSpc>
              <a:spcBef>
                <a:spcPts val="432"/>
              </a:spcBef>
              <a:spcAft>
                <a:spcPts val="0"/>
              </a:spcAft>
              <a:buSzPts val="1656"/>
              <a:buChar char="•"/>
              <a:defRPr/>
            </a:lvl1pPr>
            <a:lvl2pPr marL="1097280" lvl="1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2pPr>
            <a:lvl3pPr marL="1645920" lvl="2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3pPr>
            <a:lvl4pPr marL="2194560" lvl="3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4pPr>
            <a:lvl5pPr marL="2743200" lvl="4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5pPr>
            <a:lvl6pPr marL="3291840" lvl="5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6pPr>
            <a:lvl7pPr marL="3840480" lvl="6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7pPr>
            <a:lvl8pPr marL="4389120" lvl="7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8pPr>
            <a:lvl9pPr marL="4937760" lvl="8" indent="-400507" algn="l" rtl="0">
              <a:spcBef>
                <a:spcPts val="720"/>
              </a:spcBef>
              <a:spcAft>
                <a:spcPts val="720"/>
              </a:spcAft>
              <a:buSzPts val="1656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g2c0da12c38c_0_898"/>
          <p:cNvSpPr txBox="1">
            <a:spLocks noGrp="1"/>
          </p:cNvSpPr>
          <p:nvPr>
            <p:ph type="dt" idx="10"/>
          </p:nvPr>
        </p:nvSpPr>
        <p:spPr>
          <a:xfrm>
            <a:off x="9126906" y="7708697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12" name="Google Shape;112;g2c0da12c38c_0_898"/>
          <p:cNvSpPr txBox="1">
            <a:spLocks noGrp="1"/>
          </p:cNvSpPr>
          <p:nvPr>
            <p:ph type="ftr" idx="11"/>
          </p:nvPr>
        </p:nvSpPr>
        <p:spPr>
          <a:xfrm>
            <a:off x="697412" y="7708697"/>
            <a:ext cx="830017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13" name="Google Shape;113;g2c0da12c38c_0_898"/>
          <p:cNvSpPr txBox="1">
            <a:spLocks noGrp="1"/>
          </p:cNvSpPr>
          <p:nvPr>
            <p:ph type="sldNum" idx="12"/>
          </p:nvPr>
        </p:nvSpPr>
        <p:spPr>
          <a:xfrm>
            <a:off x="12669634" y="7708697"/>
            <a:ext cx="126276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027913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">
  <p:cSld name="Title and Content 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c0da12c38c_0_1002"/>
          <p:cNvSpPr txBox="1">
            <a:spLocks noGrp="1"/>
          </p:cNvSpPr>
          <p:nvPr>
            <p:ph type="title"/>
          </p:nvPr>
        </p:nvSpPr>
        <p:spPr>
          <a:xfrm>
            <a:off x="697412" y="842587"/>
            <a:ext cx="13235022" cy="142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2c0da12c38c_0_1002"/>
          <p:cNvSpPr txBox="1">
            <a:spLocks noGrp="1"/>
          </p:cNvSpPr>
          <p:nvPr>
            <p:ph type="body" idx="1"/>
          </p:nvPr>
        </p:nvSpPr>
        <p:spPr>
          <a:xfrm>
            <a:off x="697412" y="2809037"/>
            <a:ext cx="13235022" cy="43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548640" lvl="0" indent="-400507" algn="l" rtl="0">
              <a:lnSpc>
                <a:spcPct val="110000"/>
              </a:lnSpc>
              <a:spcBef>
                <a:spcPts val="432"/>
              </a:spcBef>
              <a:spcAft>
                <a:spcPts val="0"/>
              </a:spcAft>
              <a:buSzPts val="1656"/>
              <a:buChar char="•"/>
              <a:defRPr/>
            </a:lvl1pPr>
            <a:lvl2pPr marL="1097280" lvl="1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2pPr>
            <a:lvl3pPr marL="1645920" lvl="2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3pPr>
            <a:lvl4pPr marL="2194560" lvl="3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4pPr>
            <a:lvl5pPr marL="2743200" lvl="4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5pPr>
            <a:lvl6pPr marL="3291840" lvl="5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6pPr>
            <a:lvl7pPr marL="3840480" lvl="6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7pPr>
            <a:lvl8pPr marL="4389120" lvl="7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8pPr>
            <a:lvl9pPr marL="4937760" lvl="8" indent="-400507" algn="l" rtl="0">
              <a:spcBef>
                <a:spcPts val="720"/>
              </a:spcBef>
              <a:spcAft>
                <a:spcPts val="720"/>
              </a:spcAft>
              <a:buSzPts val="1656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g2c0da12c38c_0_1002"/>
          <p:cNvSpPr txBox="1">
            <a:spLocks noGrp="1"/>
          </p:cNvSpPr>
          <p:nvPr>
            <p:ph type="dt" idx="10"/>
          </p:nvPr>
        </p:nvSpPr>
        <p:spPr>
          <a:xfrm>
            <a:off x="9126906" y="7708697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18" name="Google Shape;118;g2c0da12c38c_0_1002"/>
          <p:cNvSpPr txBox="1">
            <a:spLocks noGrp="1"/>
          </p:cNvSpPr>
          <p:nvPr>
            <p:ph type="ftr" idx="11"/>
          </p:nvPr>
        </p:nvSpPr>
        <p:spPr>
          <a:xfrm>
            <a:off x="697412" y="7708697"/>
            <a:ext cx="830017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19" name="Google Shape;119;g2c0da12c38c_0_1002"/>
          <p:cNvSpPr txBox="1">
            <a:spLocks noGrp="1"/>
          </p:cNvSpPr>
          <p:nvPr>
            <p:ph type="sldNum" idx="12"/>
          </p:nvPr>
        </p:nvSpPr>
        <p:spPr>
          <a:xfrm>
            <a:off x="12669634" y="7708697"/>
            <a:ext cx="126276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2177368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3">
  <p:cSld name="Title and Content 3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0da12c38c_0_1098"/>
          <p:cNvSpPr txBox="1">
            <a:spLocks noGrp="1"/>
          </p:cNvSpPr>
          <p:nvPr>
            <p:ph type="title"/>
          </p:nvPr>
        </p:nvSpPr>
        <p:spPr>
          <a:xfrm>
            <a:off x="697412" y="842587"/>
            <a:ext cx="13235022" cy="142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g2c0da12c38c_0_1098"/>
          <p:cNvSpPr txBox="1">
            <a:spLocks noGrp="1"/>
          </p:cNvSpPr>
          <p:nvPr>
            <p:ph type="body" idx="1"/>
          </p:nvPr>
        </p:nvSpPr>
        <p:spPr>
          <a:xfrm>
            <a:off x="697412" y="2809037"/>
            <a:ext cx="13235022" cy="43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548640" lvl="0" indent="-400507" algn="l" rtl="0">
              <a:lnSpc>
                <a:spcPct val="110000"/>
              </a:lnSpc>
              <a:spcBef>
                <a:spcPts val="432"/>
              </a:spcBef>
              <a:spcAft>
                <a:spcPts val="0"/>
              </a:spcAft>
              <a:buSzPts val="1656"/>
              <a:buChar char="•"/>
              <a:defRPr/>
            </a:lvl1pPr>
            <a:lvl2pPr marL="1097280" lvl="1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2pPr>
            <a:lvl3pPr marL="1645920" lvl="2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3pPr>
            <a:lvl4pPr marL="2194560" lvl="3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4pPr>
            <a:lvl5pPr marL="2743200" lvl="4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5pPr>
            <a:lvl6pPr marL="3291840" lvl="5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6pPr>
            <a:lvl7pPr marL="3840480" lvl="6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7pPr>
            <a:lvl8pPr marL="4389120" lvl="7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8pPr>
            <a:lvl9pPr marL="4937760" lvl="8" indent="-400507" algn="l" rtl="0">
              <a:spcBef>
                <a:spcPts val="720"/>
              </a:spcBef>
              <a:spcAft>
                <a:spcPts val="720"/>
              </a:spcAft>
              <a:buSzPts val="1656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g2c0da12c38c_0_1098"/>
          <p:cNvSpPr txBox="1">
            <a:spLocks noGrp="1"/>
          </p:cNvSpPr>
          <p:nvPr>
            <p:ph type="dt" idx="10"/>
          </p:nvPr>
        </p:nvSpPr>
        <p:spPr>
          <a:xfrm>
            <a:off x="9126906" y="7708697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24" name="Google Shape;124;g2c0da12c38c_0_1098"/>
          <p:cNvSpPr txBox="1">
            <a:spLocks noGrp="1"/>
          </p:cNvSpPr>
          <p:nvPr>
            <p:ph type="ftr" idx="11"/>
          </p:nvPr>
        </p:nvSpPr>
        <p:spPr>
          <a:xfrm>
            <a:off x="697412" y="7708697"/>
            <a:ext cx="830017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25" name="Google Shape;125;g2c0da12c38c_0_1098"/>
          <p:cNvSpPr txBox="1">
            <a:spLocks noGrp="1"/>
          </p:cNvSpPr>
          <p:nvPr>
            <p:ph type="sldNum" idx="12"/>
          </p:nvPr>
        </p:nvSpPr>
        <p:spPr>
          <a:xfrm>
            <a:off x="12669634" y="7708697"/>
            <a:ext cx="126276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1023227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4">
  <p:cSld name="Title and Content 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c0da12c38c_0_1367"/>
          <p:cNvSpPr txBox="1">
            <a:spLocks noGrp="1"/>
          </p:cNvSpPr>
          <p:nvPr>
            <p:ph type="title"/>
          </p:nvPr>
        </p:nvSpPr>
        <p:spPr>
          <a:xfrm>
            <a:off x="697412" y="842587"/>
            <a:ext cx="13235022" cy="142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g2c0da12c38c_0_1367"/>
          <p:cNvSpPr txBox="1">
            <a:spLocks noGrp="1"/>
          </p:cNvSpPr>
          <p:nvPr>
            <p:ph type="body" idx="1"/>
          </p:nvPr>
        </p:nvSpPr>
        <p:spPr>
          <a:xfrm>
            <a:off x="697412" y="2809037"/>
            <a:ext cx="13235022" cy="43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548640" lvl="0" indent="-400507" algn="l" rtl="0">
              <a:lnSpc>
                <a:spcPct val="110000"/>
              </a:lnSpc>
              <a:spcBef>
                <a:spcPts val="432"/>
              </a:spcBef>
              <a:spcAft>
                <a:spcPts val="0"/>
              </a:spcAft>
              <a:buSzPts val="1656"/>
              <a:buChar char="•"/>
              <a:defRPr/>
            </a:lvl1pPr>
            <a:lvl2pPr marL="1097280" lvl="1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2pPr>
            <a:lvl3pPr marL="1645920" lvl="2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3pPr>
            <a:lvl4pPr marL="2194560" lvl="3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4pPr>
            <a:lvl5pPr marL="2743200" lvl="4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5pPr>
            <a:lvl6pPr marL="3291840" lvl="5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6pPr>
            <a:lvl7pPr marL="3840480" lvl="6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7pPr>
            <a:lvl8pPr marL="4389120" lvl="7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8pPr>
            <a:lvl9pPr marL="4937760" lvl="8" indent="-400507" algn="l" rtl="0">
              <a:spcBef>
                <a:spcPts val="720"/>
              </a:spcBef>
              <a:spcAft>
                <a:spcPts val="720"/>
              </a:spcAft>
              <a:buSzPts val="1656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g2c0da12c38c_0_1367"/>
          <p:cNvSpPr txBox="1">
            <a:spLocks noGrp="1"/>
          </p:cNvSpPr>
          <p:nvPr>
            <p:ph type="dt" idx="10"/>
          </p:nvPr>
        </p:nvSpPr>
        <p:spPr>
          <a:xfrm>
            <a:off x="9126906" y="7708697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30" name="Google Shape;130;g2c0da12c38c_0_1367"/>
          <p:cNvSpPr txBox="1">
            <a:spLocks noGrp="1"/>
          </p:cNvSpPr>
          <p:nvPr>
            <p:ph type="ftr" idx="11"/>
          </p:nvPr>
        </p:nvSpPr>
        <p:spPr>
          <a:xfrm>
            <a:off x="697412" y="7708697"/>
            <a:ext cx="830017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31" name="Google Shape;131;g2c0da12c38c_0_1367"/>
          <p:cNvSpPr txBox="1">
            <a:spLocks noGrp="1"/>
          </p:cNvSpPr>
          <p:nvPr>
            <p:ph type="sldNum" idx="12"/>
          </p:nvPr>
        </p:nvSpPr>
        <p:spPr>
          <a:xfrm>
            <a:off x="12669634" y="7708697"/>
            <a:ext cx="126276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0659294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 2">
  <p:cSld name="Opening Slide 2">
    <p:bg>
      <p:bgPr>
        <a:blipFill>
          <a:blip r:embed="rId2">
            <a:alphaModFix amt="89000"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2bc917f23b7_0_6"/>
          <p:cNvSpPr/>
          <p:nvPr/>
        </p:nvSpPr>
        <p:spPr>
          <a:xfrm>
            <a:off x="11126665" y="6534269"/>
            <a:ext cx="3503547" cy="1093320"/>
          </a:xfrm>
          <a:prstGeom prst="rect">
            <a:avLst/>
          </a:prstGeom>
          <a:gradFill>
            <a:gsLst>
              <a:gs pos="0">
                <a:srgbClr val="BFBFBF"/>
              </a:gs>
              <a:gs pos="50000">
                <a:srgbClr val="F2F2F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216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g2bc917f23b7_0_6"/>
          <p:cNvSpPr txBox="1">
            <a:spLocks noGrp="1"/>
          </p:cNvSpPr>
          <p:nvPr>
            <p:ph type="ctrTitle"/>
          </p:nvPr>
        </p:nvSpPr>
        <p:spPr>
          <a:xfrm>
            <a:off x="1005814" y="1382417"/>
            <a:ext cx="12444306" cy="197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7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2bc917f23b7_0_6"/>
          <p:cNvSpPr txBox="1">
            <a:spLocks noGrp="1"/>
          </p:cNvSpPr>
          <p:nvPr>
            <p:ph type="subTitle" idx="1"/>
          </p:nvPr>
        </p:nvSpPr>
        <p:spPr>
          <a:xfrm>
            <a:off x="1005814" y="3593054"/>
            <a:ext cx="12444306" cy="198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336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160"/>
            </a:lvl3pPr>
            <a:lvl4pPr lvl="3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4pPr>
            <a:lvl5pPr lvl="4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5pPr>
            <a:lvl6pPr lvl="5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6pPr>
            <a:lvl7pPr lvl="6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7pPr>
            <a:lvl8pPr lvl="7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8pPr>
            <a:lvl9pPr lvl="8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9pPr>
          </a:lstStyle>
          <a:p>
            <a:endParaRPr/>
          </a:p>
        </p:txBody>
      </p:sp>
      <p:sp>
        <p:nvSpPr>
          <p:cNvPr id="15" name="Google Shape;15;g2bc917f23b7_0_6"/>
          <p:cNvSpPr txBox="1"/>
          <p:nvPr/>
        </p:nvSpPr>
        <p:spPr>
          <a:xfrm>
            <a:off x="1005814" y="7020068"/>
            <a:ext cx="2056728" cy="40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n-US" sz="192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/>
                <a:ea typeface="Garamond"/>
                <a:cs typeface="Garamond"/>
                <a:sym typeface="Garamond"/>
              </a:rPr>
              <a:t>www.um.edu.my</a:t>
            </a:r>
            <a:endParaRPr kumimoji="0" sz="168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16;g2bc917f23b7_0_6"/>
          <p:cNvGrpSpPr/>
          <p:nvPr/>
        </p:nvGrpSpPr>
        <p:grpSpPr>
          <a:xfrm>
            <a:off x="0" y="6534271"/>
            <a:ext cx="11138940" cy="1536867"/>
            <a:chOff x="0" y="5445224"/>
            <a:chExt cx="9282693" cy="1280722"/>
          </a:xfrm>
        </p:grpSpPr>
        <p:grpSp>
          <p:nvGrpSpPr>
            <p:cNvPr id="17" name="Google Shape;17;g2bc917f23b7_0_6"/>
            <p:cNvGrpSpPr/>
            <p:nvPr/>
          </p:nvGrpSpPr>
          <p:grpSpPr>
            <a:xfrm>
              <a:off x="0" y="5445224"/>
              <a:ext cx="9272152" cy="1280722"/>
              <a:chOff x="0" y="576832"/>
              <a:chExt cx="9051300" cy="1280722"/>
            </a:xfrm>
          </p:grpSpPr>
          <p:sp>
            <p:nvSpPr>
              <p:cNvPr id="18" name="Google Shape;18;g2bc917f23b7_0_6"/>
              <p:cNvSpPr/>
              <p:nvPr/>
            </p:nvSpPr>
            <p:spPr>
              <a:xfrm>
                <a:off x="0" y="576832"/>
                <a:ext cx="9051300" cy="9111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216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g2bc917f23b7_0_6"/>
              <p:cNvSpPr txBox="1"/>
              <p:nvPr/>
            </p:nvSpPr>
            <p:spPr>
              <a:xfrm>
                <a:off x="818202" y="1534422"/>
                <a:ext cx="1673100" cy="3231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  <a:tabLst/>
                  <a:defRPr/>
                </a:pPr>
                <a:r>
                  <a:rPr kumimoji="0" lang="en-US" sz="192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aramond"/>
                    <a:ea typeface="Garamond"/>
                    <a:cs typeface="Garamond"/>
                    <a:sym typeface="Garamond"/>
                  </a:rPr>
                  <a:t>www.um.edu.my</a:t>
                </a:r>
                <a:endParaRPr kumimoji="0" sz="168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" name="Google Shape;20;g2bc917f23b7_0_6"/>
            <p:cNvSpPr/>
            <p:nvPr/>
          </p:nvSpPr>
          <p:spPr>
            <a:xfrm>
              <a:off x="8186193" y="5445224"/>
              <a:ext cx="1096500" cy="9111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2bc917f23b7_0_6"/>
            <p:cNvSpPr/>
            <p:nvPr/>
          </p:nvSpPr>
          <p:spPr>
            <a:xfrm>
              <a:off x="8179689" y="5445224"/>
              <a:ext cx="272400" cy="9111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2" name="Google Shape;22;g2bc917f23b7_0_6" descr="Text, logo, company nam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21243" y="5853476"/>
            <a:ext cx="2869265" cy="184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g2bc917f23b7_0_6" descr="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4459" y="6674503"/>
            <a:ext cx="5392558" cy="7356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90378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1">
  <p:cSld name="Content Slide 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bc917f23b7_0_19"/>
          <p:cNvSpPr txBox="1">
            <a:spLocks noGrp="1"/>
          </p:cNvSpPr>
          <p:nvPr>
            <p:ph type="title"/>
          </p:nvPr>
        </p:nvSpPr>
        <p:spPr>
          <a:xfrm>
            <a:off x="1005814" y="438150"/>
            <a:ext cx="12618257" cy="159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2bc917f23b7_0_19"/>
          <p:cNvSpPr txBox="1">
            <a:spLocks noGrp="1"/>
          </p:cNvSpPr>
          <p:nvPr>
            <p:ph type="body" idx="1"/>
          </p:nvPr>
        </p:nvSpPr>
        <p:spPr>
          <a:xfrm>
            <a:off x="1005814" y="2480310"/>
            <a:ext cx="12618257" cy="440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640" marR="0" lvl="0" indent="-51816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840"/>
            </a:lvl1pPr>
            <a:lvl2pPr marL="1097280" marR="0" lvl="1" indent="-441960" algn="just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640"/>
            </a:lvl2pPr>
            <a:lvl3pPr marL="1645920" lvl="2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94560" lvl="3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4pPr>
            <a:lvl5pPr marL="2743200" lvl="4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91840" lvl="5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40480" lvl="6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389120" lvl="7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37760" lvl="8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g2bc917f23b7_0_19"/>
          <p:cNvSpPr txBox="1">
            <a:spLocks noGrp="1"/>
          </p:cNvSpPr>
          <p:nvPr>
            <p:ph type="dt" idx="10"/>
          </p:nvPr>
        </p:nvSpPr>
        <p:spPr>
          <a:xfrm>
            <a:off x="989917" y="7718684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28" name="Google Shape;28;g2bc917f23b7_0_19"/>
          <p:cNvSpPr txBox="1">
            <a:spLocks noGrp="1"/>
          </p:cNvSpPr>
          <p:nvPr>
            <p:ph type="ftr" idx="11"/>
          </p:nvPr>
        </p:nvSpPr>
        <p:spPr>
          <a:xfrm>
            <a:off x="4446259" y="7718684"/>
            <a:ext cx="3918213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29" name="Google Shape;29;g2bc917f23b7_0_19"/>
          <p:cNvSpPr txBox="1">
            <a:spLocks noGrp="1"/>
          </p:cNvSpPr>
          <p:nvPr>
            <p:ph type="sldNum" idx="12"/>
          </p:nvPr>
        </p:nvSpPr>
        <p:spPr>
          <a:xfrm>
            <a:off x="10512084" y="6994560"/>
            <a:ext cx="1239667" cy="3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  <p:grpSp>
        <p:nvGrpSpPr>
          <p:cNvPr id="30" name="Google Shape;30;g2bc917f23b7_0_19"/>
          <p:cNvGrpSpPr/>
          <p:nvPr/>
        </p:nvGrpSpPr>
        <p:grpSpPr>
          <a:xfrm>
            <a:off x="-3804" y="7495668"/>
            <a:ext cx="11755391" cy="162000"/>
            <a:chOff x="0" y="413742"/>
            <a:chExt cx="9796415" cy="135000"/>
          </a:xfrm>
        </p:grpSpPr>
        <p:grpSp>
          <p:nvGrpSpPr>
            <p:cNvPr id="31" name="Google Shape;31;g2bc917f23b7_0_19"/>
            <p:cNvGrpSpPr/>
            <p:nvPr/>
          </p:nvGrpSpPr>
          <p:grpSpPr>
            <a:xfrm>
              <a:off x="0" y="413742"/>
              <a:ext cx="9796415" cy="135000"/>
              <a:chOff x="0" y="413742"/>
              <a:chExt cx="9796415" cy="135000"/>
            </a:xfrm>
          </p:grpSpPr>
          <p:sp>
            <p:nvSpPr>
              <p:cNvPr id="32" name="Google Shape;32;g2bc917f23b7_0_19"/>
              <p:cNvSpPr/>
              <p:nvPr/>
            </p:nvSpPr>
            <p:spPr>
              <a:xfrm>
                <a:off x="0" y="413742"/>
                <a:ext cx="9793500" cy="1350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216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g2bc917f23b7_0_19"/>
              <p:cNvSpPr/>
              <p:nvPr/>
            </p:nvSpPr>
            <p:spPr>
              <a:xfrm>
                <a:off x="8699915" y="413742"/>
                <a:ext cx="1096500" cy="135000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216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34;g2bc917f23b7_0_19"/>
            <p:cNvSpPr/>
            <p:nvPr/>
          </p:nvSpPr>
          <p:spPr>
            <a:xfrm>
              <a:off x="8700480" y="413742"/>
              <a:ext cx="272400" cy="135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5" name="Google Shape;35;g2bc917f23b7_0_19" descr="Text, logo, company nam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79166" y="6676469"/>
            <a:ext cx="2273876" cy="1459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g2bc917f23b7_0_19" descr="Shap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21856" y="7547176"/>
            <a:ext cx="2690030" cy="6483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35593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g2bc917f23b7_0_32"/>
          <p:cNvGrpSpPr/>
          <p:nvPr/>
        </p:nvGrpSpPr>
        <p:grpSpPr>
          <a:xfrm>
            <a:off x="0" y="6534269"/>
            <a:ext cx="11138940" cy="1093320"/>
            <a:chOff x="0" y="5445224"/>
            <a:chExt cx="9282693" cy="911100"/>
          </a:xfrm>
        </p:grpSpPr>
        <p:sp>
          <p:nvSpPr>
            <p:cNvPr id="39" name="Google Shape;39;g2bc917f23b7_0_32"/>
            <p:cNvSpPr/>
            <p:nvPr/>
          </p:nvSpPr>
          <p:spPr>
            <a:xfrm>
              <a:off x="0" y="5445224"/>
              <a:ext cx="9272400" cy="9111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2bc917f23b7_0_32"/>
            <p:cNvSpPr/>
            <p:nvPr/>
          </p:nvSpPr>
          <p:spPr>
            <a:xfrm>
              <a:off x="8186193" y="5445224"/>
              <a:ext cx="1096500" cy="9111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2bc917f23b7_0_32"/>
            <p:cNvSpPr/>
            <p:nvPr/>
          </p:nvSpPr>
          <p:spPr>
            <a:xfrm>
              <a:off x="8179689" y="5445224"/>
              <a:ext cx="272400" cy="9111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g2bc917f23b7_0_32"/>
          <p:cNvSpPr txBox="1">
            <a:spLocks noGrp="1"/>
          </p:cNvSpPr>
          <p:nvPr>
            <p:ph type="title"/>
          </p:nvPr>
        </p:nvSpPr>
        <p:spPr>
          <a:xfrm>
            <a:off x="1005814" y="2213789"/>
            <a:ext cx="12533447" cy="159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" name="Google Shape;43;g2bc917f23b7_0_32" descr="Text, logo, company nam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47338" y="5774665"/>
            <a:ext cx="3053492" cy="195942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g2bc917f23b7_0_32"/>
          <p:cNvSpPr txBox="1"/>
          <p:nvPr/>
        </p:nvSpPr>
        <p:spPr>
          <a:xfrm>
            <a:off x="8062899" y="7750886"/>
            <a:ext cx="1411813" cy="2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Font typeface="DM Serif Display"/>
              <a:buNone/>
              <a:tabLst/>
              <a:defRPr/>
            </a:pPr>
            <a:r>
              <a:rPr kumimoji="0" lang="en-US" sz="168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/>
                <a:ea typeface="Garamond"/>
                <a:cs typeface="Garamond"/>
                <a:sym typeface="Garamond"/>
              </a:rPr>
              <a:t>uniofmalaya</a:t>
            </a:r>
            <a:endParaRPr kumimoji="0" sz="144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45" name="Google Shape;45;g2bc917f23b7_0_32" descr="Social media icons PNG and Vector | Media icon, Social media logos, Social  media icons"/>
          <p:cNvPicPr preferRelativeResize="0"/>
          <p:nvPr/>
        </p:nvPicPr>
        <p:blipFill rotWithShape="1">
          <a:blip r:embed="rId3">
            <a:alphaModFix/>
          </a:blip>
          <a:srcRect l="4589" t="5073" r="63515" b="65396"/>
          <a:stretch/>
        </p:blipFill>
        <p:spPr>
          <a:xfrm>
            <a:off x="3167458" y="7705297"/>
            <a:ext cx="497204" cy="460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g2bc917f23b7_0_32" descr="Social media icons PNG and Vector | Media icon, Social media logos, Social  media icons"/>
          <p:cNvPicPr preferRelativeResize="0"/>
          <p:nvPr/>
        </p:nvPicPr>
        <p:blipFill rotWithShape="1">
          <a:blip r:embed="rId4">
            <a:alphaModFix/>
          </a:blip>
          <a:srcRect l="34046" t="4815" r="36054" b="65654"/>
          <a:stretch/>
        </p:blipFill>
        <p:spPr>
          <a:xfrm>
            <a:off x="5552788" y="7705267"/>
            <a:ext cx="350461" cy="345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g2bc917f23b7_0_32" descr="Social media icons PNG and Vector | Media icon, Social media logos, Social  media icons"/>
          <p:cNvPicPr preferRelativeResize="0"/>
          <p:nvPr/>
        </p:nvPicPr>
        <p:blipFill rotWithShape="1">
          <a:blip r:embed="rId4">
            <a:alphaModFix/>
          </a:blip>
          <a:srcRect l="64844" t="34046" r="5255" b="32167"/>
          <a:stretch/>
        </p:blipFill>
        <p:spPr>
          <a:xfrm>
            <a:off x="5993149" y="7672092"/>
            <a:ext cx="466114" cy="526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g2bc917f23b7_0_32" descr="Social media icons PNG and Vector | Media icon, Social media logos, Social  media icons"/>
          <p:cNvPicPr preferRelativeResize="0"/>
          <p:nvPr/>
        </p:nvPicPr>
        <p:blipFill rotWithShape="1">
          <a:blip r:embed="rId4">
            <a:alphaModFix/>
          </a:blip>
          <a:srcRect l="6860" t="31974" r="63238" b="34240"/>
          <a:stretch/>
        </p:blipFill>
        <p:spPr>
          <a:xfrm>
            <a:off x="7660642" y="7647310"/>
            <a:ext cx="466114" cy="52673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g2bc917f23b7_0_32"/>
          <p:cNvSpPr txBox="1"/>
          <p:nvPr/>
        </p:nvSpPr>
        <p:spPr>
          <a:xfrm>
            <a:off x="6394096" y="7744003"/>
            <a:ext cx="1206104" cy="2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Font typeface="DM Serif Display"/>
              <a:buNone/>
              <a:tabLst/>
              <a:defRPr/>
            </a:pPr>
            <a:r>
              <a:rPr kumimoji="0" lang="en-US" sz="168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/>
                <a:ea typeface="Garamond"/>
                <a:cs typeface="Garamond"/>
                <a:sym typeface="Garamond"/>
              </a:rPr>
              <a:t>unimalaya</a:t>
            </a:r>
            <a:endParaRPr kumimoji="0" sz="144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0" name="Google Shape;50;g2bc917f23b7_0_32"/>
          <p:cNvSpPr txBox="1"/>
          <p:nvPr/>
        </p:nvSpPr>
        <p:spPr>
          <a:xfrm>
            <a:off x="3583500" y="7786068"/>
            <a:ext cx="2053841" cy="20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Font typeface="DM Serif Display"/>
              <a:buNone/>
              <a:tabLst/>
              <a:defRPr/>
            </a:pPr>
            <a:r>
              <a:rPr kumimoji="0" lang="en-US" sz="168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/>
                <a:ea typeface="Garamond"/>
                <a:cs typeface="Garamond"/>
                <a:sym typeface="Garamond"/>
              </a:rPr>
              <a:t>universityofmalaya</a:t>
            </a:r>
            <a:endParaRPr kumimoji="0" sz="144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51" name="Google Shape;51;g2bc917f23b7_0_32" descr="Website Icon, Transparent Website.PNG Images &amp; Vector - FreeIcons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 flipH="1">
            <a:off x="1005814" y="7807986"/>
            <a:ext cx="308835" cy="30807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g2bc917f23b7_0_32"/>
          <p:cNvSpPr txBox="1"/>
          <p:nvPr/>
        </p:nvSpPr>
        <p:spPr>
          <a:xfrm>
            <a:off x="1383609" y="7767853"/>
            <a:ext cx="1796164" cy="23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Font typeface="DM Serif Display"/>
              <a:buNone/>
              <a:tabLst/>
              <a:defRPr/>
            </a:pPr>
            <a:r>
              <a:rPr kumimoji="0" lang="en-US" sz="168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/>
                <a:ea typeface="Garamond"/>
                <a:cs typeface="Garamond"/>
                <a:sym typeface="Garamond"/>
              </a:rPr>
              <a:t>www.um.edu.my</a:t>
            </a:r>
            <a:endParaRPr kumimoji="0" sz="144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53" name="Google Shape;53;g2bc917f23b7_0_32" descr="Text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4459" y="6674503"/>
            <a:ext cx="5392558" cy="7356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9616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47">
          <p15:clr>
            <a:srgbClr val="FBAE40"/>
          </p15:clr>
        </p15:guide>
        <p15:guide id="2" pos="383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 1">
  <p:cSld name="Opening Slide 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c917f23b7_0_49"/>
          <p:cNvSpPr txBox="1">
            <a:spLocks noGrp="1"/>
          </p:cNvSpPr>
          <p:nvPr>
            <p:ph type="ctrTitle"/>
          </p:nvPr>
        </p:nvSpPr>
        <p:spPr>
          <a:xfrm>
            <a:off x="1005814" y="1382417"/>
            <a:ext cx="12444306" cy="197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7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2bc917f23b7_0_49"/>
          <p:cNvSpPr txBox="1">
            <a:spLocks noGrp="1"/>
          </p:cNvSpPr>
          <p:nvPr>
            <p:ph type="subTitle" idx="1"/>
          </p:nvPr>
        </p:nvSpPr>
        <p:spPr>
          <a:xfrm>
            <a:off x="1005814" y="3593054"/>
            <a:ext cx="12444306" cy="198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3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160"/>
            </a:lvl3pPr>
            <a:lvl4pPr lvl="3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4pPr>
            <a:lvl5pPr lvl="4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5pPr>
            <a:lvl6pPr lvl="5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6pPr>
            <a:lvl7pPr lvl="6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7pPr>
            <a:lvl8pPr lvl="7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8pPr>
            <a:lvl9pPr lvl="8" algn="ctr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20"/>
            </a:lvl9pPr>
          </a:lstStyle>
          <a:p>
            <a:endParaRPr/>
          </a:p>
        </p:txBody>
      </p:sp>
      <p:grpSp>
        <p:nvGrpSpPr>
          <p:cNvPr id="57" name="Google Shape;57;g2bc917f23b7_0_49"/>
          <p:cNvGrpSpPr/>
          <p:nvPr/>
        </p:nvGrpSpPr>
        <p:grpSpPr>
          <a:xfrm>
            <a:off x="0" y="6534271"/>
            <a:ext cx="11138940" cy="1511084"/>
            <a:chOff x="0" y="5445224"/>
            <a:chExt cx="9282693" cy="1259236"/>
          </a:xfrm>
        </p:grpSpPr>
        <p:grpSp>
          <p:nvGrpSpPr>
            <p:cNvPr id="58" name="Google Shape;58;g2bc917f23b7_0_49"/>
            <p:cNvGrpSpPr/>
            <p:nvPr/>
          </p:nvGrpSpPr>
          <p:grpSpPr>
            <a:xfrm>
              <a:off x="0" y="5445224"/>
              <a:ext cx="9272152" cy="1259236"/>
              <a:chOff x="0" y="576832"/>
              <a:chExt cx="9051300" cy="1259236"/>
            </a:xfrm>
          </p:grpSpPr>
          <p:sp>
            <p:nvSpPr>
              <p:cNvPr id="59" name="Google Shape;59;g2bc917f23b7_0_49"/>
              <p:cNvSpPr/>
              <p:nvPr/>
            </p:nvSpPr>
            <p:spPr>
              <a:xfrm>
                <a:off x="0" y="576832"/>
                <a:ext cx="9051300" cy="9111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216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g2bc917f23b7_0_49"/>
              <p:cNvSpPr txBox="1"/>
              <p:nvPr/>
            </p:nvSpPr>
            <p:spPr>
              <a:xfrm>
                <a:off x="803225" y="1512936"/>
                <a:ext cx="1673100" cy="3231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  <a:tabLst/>
                  <a:defRPr/>
                </a:pPr>
                <a:r>
                  <a:rPr kumimoji="0" lang="en-US" sz="192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aramond"/>
                    <a:ea typeface="Garamond"/>
                    <a:cs typeface="Garamond"/>
                    <a:sym typeface="Garamond"/>
                  </a:rPr>
                  <a:t>www.um.edu.my</a:t>
                </a:r>
                <a:endParaRPr kumimoji="0" sz="168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" name="Google Shape;61;g2bc917f23b7_0_49"/>
            <p:cNvSpPr/>
            <p:nvPr/>
          </p:nvSpPr>
          <p:spPr>
            <a:xfrm>
              <a:off x="8186193" y="5445224"/>
              <a:ext cx="1096500" cy="9111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2bc917f23b7_0_49"/>
            <p:cNvSpPr/>
            <p:nvPr/>
          </p:nvSpPr>
          <p:spPr>
            <a:xfrm>
              <a:off x="8179689" y="5445224"/>
              <a:ext cx="272400" cy="9111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3" name="Google Shape;63;g2bc917f23b7_0_49" descr="Text, logo, company nam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21243" y="5853476"/>
            <a:ext cx="2869265" cy="184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g2bc917f23b7_0_49" descr="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4459" y="6674503"/>
            <a:ext cx="5392558" cy="7356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88105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2">
  <p:cSld name="Content Slide 2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c917f23b7_0_60"/>
          <p:cNvSpPr txBox="1">
            <a:spLocks noGrp="1"/>
          </p:cNvSpPr>
          <p:nvPr>
            <p:ph type="title"/>
          </p:nvPr>
        </p:nvSpPr>
        <p:spPr>
          <a:xfrm>
            <a:off x="1005814" y="1119571"/>
            <a:ext cx="12618257" cy="159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g2bc917f23b7_0_60"/>
          <p:cNvSpPr txBox="1">
            <a:spLocks noGrp="1"/>
          </p:cNvSpPr>
          <p:nvPr>
            <p:ph type="body" idx="1"/>
          </p:nvPr>
        </p:nvSpPr>
        <p:spPr>
          <a:xfrm>
            <a:off x="1005814" y="3161731"/>
            <a:ext cx="12618257" cy="4409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48640" marR="0" lvl="0" indent="-51816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840"/>
            </a:lvl1pPr>
            <a:lvl2pPr marL="1097280" marR="0" lvl="1" indent="-441960" algn="just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640"/>
            </a:lvl2pPr>
            <a:lvl3pPr marL="1645920" lvl="2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194560" lvl="3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4pPr>
            <a:lvl5pPr marL="2743200" lvl="4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291840" lvl="5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40480" lvl="6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389120" lvl="7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37760" lvl="8" indent="-41148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g2bc917f23b7_0_60"/>
          <p:cNvSpPr txBox="1">
            <a:spLocks noGrp="1"/>
          </p:cNvSpPr>
          <p:nvPr>
            <p:ph type="dt" idx="10"/>
          </p:nvPr>
        </p:nvSpPr>
        <p:spPr>
          <a:xfrm>
            <a:off x="731501" y="7627621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69" name="Google Shape;69;g2bc917f23b7_0_60"/>
          <p:cNvSpPr txBox="1">
            <a:spLocks noGrp="1"/>
          </p:cNvSpPr>
          <p:nvPr>
            <p:ph type="ftr" idx="11"/>
          </p:nvPr>
        </p:nvSpPr>
        <p:spPr>
          <a:xfrm>
            <a:off x="4998592" y="7627621"/>
            <a:ext cx="4632781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70" name="Google Shape;70;g2bc917f23b7_0_60"/>
          <p:cNvSpPr txBox="1">
            <a:spLocks noGrp="1"/>
          </p:cNvSpPr>
          <p:nvPr>
            <p:ph type="sldNum" idx="12"/>
          </p:nvPr>
        </p:nvSpPr>
        <p:spPr>
          <a:xfrm>
            <a:off x="10913121" y="7627621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  <p:grpSp>
        <p:nvGrpSpPr>
          <p:cNvPr id="71" name="Google Shape;71;g2bc917f23b7_0_60"/>
          <p:cNvGrpSpPr/>
          <p:nvPr/>
        </p:nvGrpSpPr>
        <p:grpSpPr>
          <a:xfrm>
            <a:off x="0" y="496490"/>
            <a:ext cx="11755391" cy="162000"/>
            <a:chOff x="0" y="413742"/>
            <a:chExt cx="9796415" cy="135000"/>
          </a:xfrm>
        </p:grpSpPr>
        <p:grpSp>
          <p:nvGrpSpPr>
            <p:cNvPr id="72" name="Google Shape;72;g2bc917f23b7_0_60"/>
            <p:cNvGrpSpPr/>
            <p:nvPr/>
          </p:nvGrpSpPr>
          <p:grpSpPr>
            <a:xfrm>
              <a:off x="0" y="413742"/>
              <a:ext cx="9796415" cy="135000"/>
              <a:chOff x="0" y="413742"/>
              <a:chExt cx="9796415" cy="135000"/>
            </a:xfrm>
          </p:grpSpPr>
          <p:sp>
            <p:nvSpPr>
              <p:cNvPr id="73" name="Google Shape;73;g2bc917f23b7_0_60"/>
              <p:cNvSpPr/>
              <p:nvPr/>
            </p:nvSpPr>
            <p:spPr>
              <a:xfrm>
                <a:off x="0" y="413742"/>
                <a:ext cx="9793500" cy="1350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216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g2bc917f23b7_0_60"/>
              <p:cNvSpPr/>
              <p:nvPr/>
            </p:nvSpPr>
            <p:spPr>
              <a:xfrm>
                <a:off x="8699915" y="413742"/>
                <a:ext cx="1096500" cy="135000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109728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216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" name="Google Shape;75;g2bc917f23b7_0_60"/>
            <p:cNvSpPr/>
            <p:nvPr/>
          </p:nvSpPr>
          <p:spPr>
            <a:xfrm>
              <a:off x="8700480" y="413742"/>
              <a:ext cx="272400" cy="135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09728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216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6" name="Google Shape;76;g2bc917f23b7_0_60" descr="Text, logo, company nam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605766" y="-395310"/>
            <a:ext cx="2273876" cy="1459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2bc917f23b7_0_60" descr="Shap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1901" y="-145466"/>
            <a:ext cx="2690030" cy="6483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78148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Title Slid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c917f23b7_0_73"/>
          <p:cNvSpPr txBox="1">
            <a:spLocks noGrp="1"/>
          </p:cNvSpPr>
          <p:nvPr>
            <p:ph type="ctrTitle"/>
          </p:nvPr>
        </p:nvSpPr>
        <p:spPr>
          <a:xfrm>
            <a:off x="1362623" y="1651864"/>
            <a:ext cx="1190477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400"/>
              <a:buNone/>
              <a:defRPr sz="4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g2bc917f23b7_0_73"/>
          <p:cNvSpPr txBox="1">
            <a:spLocks noGrp="1"/>
          </p:cNvSpPr>
          <p:nvPr>
            <p:ph type="subTitle" idx="1"/>
          </p:nvPr>
        </p:nvSpPr>
        <p:spPr>
          <a:xfrm>
            <a:off x="2194504" y="4608576"/>
            <a:ext cx="10241056" cy="59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768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672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576"/>
              </a:spcBef>
              <a:spcAft>
                <a:spcPts val="0"/>
              </a:spcAft>
              <a:buSzPts val="2400"/>
              <a:buNone/>
              <a:defRPr/>
            </a:lvl3pPr>
            <a:lvl4pPr lvl="3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7pPr>
            <a:lvl8pPr lvl="7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8pPr>
            <a:lvl9pPr lvl="8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g2bc917f23b7_0_73"/>
          <p:cNvSpPr txBox="1">
            <a:spLocks noGrp="1"/>
          </p:cNvSpPr>
          <p:nvPr>
            <p:ph type="ftr" idx="11"/>
          </p:nvPr>
        </p:nvSpPr>
        <p:spPr>
          <a:xfrm>
            <a:off x="4974208" y="7653529"/>
            <a:ext cx="468186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82" name="Google Shape;82;g2bc917f23b7_0_73"/>
          <p:cNvSpPr txBox="1">
            <a:spLocks noGrp="1"/>
          </p:cNvSpPr>
          <p:nvPr>
            <p:ph type="dt" idx="10"/>
          </p:nvPr>
        </p:nvSpPr>
        <p:spPr>
          <a:xfrm>
            <a:off x="731501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83" name="Google Shape;83;g2bc917f23b7_0_73"/>
          <p:cNvSpPr txBox="1">
            <a:spLocks noGrp="1"/>
          </p:cNvSpPr>
          <p:nvPr>
            <p:ph type="sldNum" idx="12"/>
          </p:nvPr>
        </p:nvSpPr>
        <p:spPr>
          <a:xfrm>
            <a:off x="10533617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42757562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bc917f23b7_0_79"/>
          <p:cNvSpPr txBox="1">
            <a:spLocks noGrp="1"/>
          </p:cNvSpPr>
          <p:nvPr>
            <p:ph type="title"/>
          </p:nvPr>
        </p:nvSpPr>
        <p:spPr>
          <a:xfrm>
            <a:off x="4152690" y="231282"/>
            <a:ext cx="6404404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400"/>
              <a:buNone/>
              <a:defRPr sz="348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g2bc917f23b7_0_79"/>
          <p:cNvSpPr txBox="1">
            <a:spLocks noGrp="1"/>
          </p:cNvSpPr>
          <p:nvPr>
            <p:ph type="body" idx="1"/>
          </p:nvPr>
        </p:nvSpPr>
        <p:spPr>
          <a:xfrm>
            <a:off x="543911" y="1522538"/>
            <a:ext cx="13542503" cy="619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48640" lvl="0" indent="-274320" algn="l" rtl="0">
              <a:spcBef>
                <a:spcPts val="768"/>
              </a:spcBef>
              <a:spcAft>
                <a:spcPts val="0"/>
              </a:spcAft>
              <a:buSzPts val="3200"/>
              <a:buNone/>
              <a:defRPr sz="336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97280" lvl="1" indent="-274320" algn="l" rtl="0">
              <a:spcBef>
                <a:spcPts val="672"/>
              </a:spcBef>
              <a:spcAft>
                <a:spcPts val="0"/>
              </a:spcAft>
              <a:buSzPts val="2800"/>
              <a:buNone/>
              <a:defRPr/>
            </a:lvl2pPr>
            <a:lvl3pPr marL="1645920" lvl="2" indent="-274320" algn="l" rtl="0">
              <a:spcBef>
                <a:spcPts val="576"/>
              </a:spcBef>
              <a:spcAft>
                <a:spcPts val="0"/>
              </a:spcAft>
              <a:buSzPts val="2400"/>
              <a:buNone/>
              <a:defRPr/>
            </a:lvl3pPr>
            <a:lvl4pPr marL="2194560" lvl="3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4pPr>
            <a:lvl5pPr marL="2743200" lvl="4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5pPr>
            <a:lvl6pPr marL="3291840" lvl="5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6pPr>
            <a:lvl7pPr marL="3840480" lvl="6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7pPr>
            <a:lvl8pPr marL="4389120" lvl="7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8pPr>
            <a:lvl9pPr marL="4937760" lvl="8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g2bc917f23b7_0_79"/>
          <p:cNvSpPr txBox="1">
            <a:spLocks noGrp="1"/>
          </p:cNvSpPr>
          <p:nvPr>
            <p:ph type="ftr" idx="11"/>
          </p:nvPr>
        </p:nvSpPr>
        <p:spPr>
          <a:xfrm>
            <a:off x="4974208" y="7653529"/>
            <a:ext cx="468186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88" name="Google Shape;88;g2bc917f23b7_0_79"/>
          <p:cNvSpPr txBox="1">
            <a:spLocks noGrp="1"/>
          </p:cNvSpPr>
          <p:nvPr>
            <p:ph type="dt" idx="10"/>
          </p:nvPr>
        </p:nvSpPr>
        <p:spPr>
          <a:xfrm>
            <a:off x="731501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89" name="Google Shape;89;g2bc917f23b7_0_79"/>
          <p:cNvSpPr txBox="1">
            <a:spLocks noGrp="1"/>
          </p:cNvSpPr>
          <p:nvPr>
            <p:ph type="sldNum" idx="12"/>
          </p:nvPr>
        </p:nvSpPr>
        <p:spPr>
          <a:xfrm>
            <a:off x="10533617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4825452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c917f23b7_0_85"/>
          <p:cNvSpPr txBox="1">
            <a:spLocks noGrp="1"/>
          </p:cNvSpPr>
          <p:nvPr>
            <p:ph type="title"/>
          </p:nvPr>
        </p:nvSpPr>
        <p:spPr>
          <a:xfrm>
            <a:off x="4152690" y="231282"/>
            <a:ext cx="6404404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400"/>
              <a:buNone/>
              <a:defRPr sz="348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2bc917f23b7_0_85"/>
          <p:cNvSpPr txBox="1">
            <a:spLocks noGrp="1"/>
          </p:cNvSpPr>
          <p:nvPr>
            <p:ph type="body" idx="1"/>
          </p:nvPr>
        </p:nvSpPr>
        <p:spPr>
          <a:xfrm>
            <a:off x="979399" y="2086447"/>
            <a:ext cx="5935604" cy="508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48640" lvl="0" indent="-274320" algn="l" rtl="0">
              <a:spcBef>
                <a:spcPts val="768"/>
              </a:spcBef>
              <a:spcAft>
                <a:spcPts val="0"/>
              </a:spcAft>
              <a:buSzPts val="3200"/>
              <a:buNone/>
              <a:defRPr sz="264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97280" lvl="1" indent="-274320" algn="l" rtl="0">
              <a:spcBef>
                <a:spcPts val="672"/>
              </a:spcBef>
              <a:spcAft>
                <a:spcPts val="0"/>
              </a:spcAft>
              <a:buSzPts val="2800"/>
              <a:buNone/>
              <a:defRPr/>
            </a:lvl2pPr>
            <a:lvl3pPr marL="1645920" lvl="2" indent="-274320" algn="l" rtl="0">
              <a:spcBef>
                <a:spcPts val="576"/>
              </a:spcBef>
              <a:spcAft>
                <a:spcPts val="0"/>
              </a:spcAft>
              <a:buSzPts val="2400"/>
              <a:buNone/>
              <a:defRPr/>
            </a:lvl3pPr>
            <a:lvl4pPr marL="2194560" lvl="3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4pPr>
            <a:lvl5pPr marL="2743200" lvl="4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5pPr>
            <a:lvl6pPr marL="3291840" lvl="5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6pPr>
            <a:lvl7pPr marL="3840480" lvl="6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7pPr>
            <a:lvl8pPr marL="4389120" lvl="7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8pPr>
            <a:lvl9pPr marL="4937760" lvl="8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g2bc917f23b7_0_85"/>
          <p:cNvSpPr txBox="1">
            <a:spLocks noGrp="1"/>
          </p:cNvSpPr>
          <p:nvPr>
            <p:ph type="body" idx="2"/>
          </p:nvPr>
        </p:nvSpPr>
        <p:spPr>
          <a:xfrm>
            <a:off x="7533446" y="2177887"/>
            <a:ext cx="5693445" cy="508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48640" lvl="0" indent="-274320" algn="l" rtl="0">
              <a:spcBef>
                <a:spcPts val="768"/>
              </a:spcBef>
              <a:spcAft>
                <a:spcPts val="0"/>
              </a:spcAft>
              <a:buSzPts val="3200"/>
              <a:buNone/>
              <a:defRPr sz="264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097280" lvl="1" indent="-274320" algn="l" rtl="0">
              <a:spcBef>
                <a:spcPts val="672"/>
              </a:spcBef>
              <a:spcAft>
                <a:spcPts val="0"/>
              </a:spcAft>
              <a:buSzPts val="2800"/>
              <a:buNone/>
              <a:defRPr/>
            </a:lvl2pPr>
            <a:lvl3pPr marL="1645920" lvl="2" indent="-274320" algn="l" rtl="0">
              <a:spcBef>
                <a:spcPts val="576"/>
              </a:spcBef>
              <a:spcAft>
                <a:spcPts val="0"/>
              </a:spcAft>
              <a:buSzPts val="2400"/>
              <a:buNone/>
              <a:defRPr/>
            </a:lvl3pPr>
            <a:lvl4pPr marL="2194560" lvl="3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4pPr>
            <a:lvl5pPr marL="2743200" lvl="4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5pPr>
            <a:lvl6pPr marL="3291840" lvl="5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6pPr>
            <a:lvl7pPr marL="3840480" lvl="6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7pPr>
            <a:lvl8pPr marL="4389120" lvl="7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8pPr>
            <a:lvl9pPr marL="4937760" lvl="8" indent="-274320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2bc917f23b7_0_85"/>
          <p:cNvSpPr txBox="1">
            <a:spLocks noGrp="1"/>
          </p:cNvSpPr>
          <p:nvPr>
            <p:ph type="ftr" idx="11"/>
          </p:nvPr>
        </p:nvSpPr>
        <p:spPr>
          <a:xfrm>
            <a:off x="4974208" y="7653529"/>
            <a:ext cx="468186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95" name="Google Shape;95;g2bc917f23b7_0_85"/>
          <p:cNvSpPr txBox="1">
            <a:spLocks noGrp="1"/>
          </p:cNvSpPr>
          <p:nvPr>
            <p:ph type="dt" idx="10"/>
          </p:nvPr>
        </p:nvSpPr>
        <p:spPr>
          <a:xfrm>
            <a:off x="731501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96" name="Google Shape;96;g2bc917f23b7_0_85"/>
          <p:cNvSpPr txBox="1">
            <a:spLocks noGrp="1"/>
          </p:cNvSpPr>
          <p:nvPr>
            <p:ph type="sldNum" idx="12"/>
          </p:nvPr>
        </p:nvSpPr>
        <p:spPr>
          <a:xfrm>
            <a:off x="10533617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3115596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2bc917f23b7_0_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30093" y="7315200"/>
            <a:ext cx="2383336" cy="760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2bc917f23b7_0_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3003" y="1462963"/>
            <a:ext cx="8983343" cy="630753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2bc917f23b7_0_92"/>
          <p:cNvSpPr txBox="1">
            <a:spLocks noGrp="1"/>
          </p:cNvSpPr>
          <p:nvPr>
            <p:ph type="title"/>
          </p:nvPr>
        </p:nvSpPr>
        <p:spPr>
          <a:xfrm>
            <a:off x="4152690" y="231282"/>
            <a:ext cx="6404404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400"/>
              <a:buNone/>
              <a:defRPr sz="348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2bc917f23b7_0_92"/>
          <p:cNvSpPr txBox="1">
            <a:spLocks noGrp="1"/>
          </p:cNvSpPr>
          <p:nvPr>
            <p:ph type="ftr" idx="11"/>
          </p:nvPr>
        </p:nvSpPr>
        <p:spPr>
          <a:xfrm>
            <a:off x="4974208" y="7653529"/>
            <a:ext cx="468186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02" name="Google Shape;102;g2bc917f23b7_0_92"/>
          <p:cNvSpPr txBox="1">
            <a:spLocks noGrp="1"/>
          </p:cNvSpPr>
          <p:nvPr>
            <p:ph type="dt" idx="10"/>
          </p:nvPr>
        </p:nvSpPr>
        <p:spPr>
          <a:xfrm>
            <a:off x="731501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03" name="Google Shape;103;g2bc917f23b7_0_92"/>
          <p:cNvSpPr txBox="1">
            <a:spLocks noGrp="1"/>
          </p:cNvSpPr>
          <p:nvPr>
            <p:ph type="sldNum" idx="12"/>
          </p:nvPr>
        </p:nvSpPr>
        <p:spPr>
          <a:xfrm>
            <a:off x="10533617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4963905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bc917f23b7_0_99"/>
          <p:cNvSpPr txBox="1">
            <a:spLocks noGrp="1"/>
          </p:cNvSpPr>
          <p:nvPr>
            <p:ph type="ftr" idx="11"/>
          </p:nvPr>
        </p:nvSpPr>
        <p:spPr>
          <a:xfrm>
            <a:off x="4974208" y="7653529"/>
            <a:ext cx="468186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06" name="Google Shape;106;g2bc917f23b7_0_99"/>
          <p:cNvSpPr txBox="1">
            <a:spLocks noGrp="1"/>
          </p:cNvSpPr>
          <p:nvPr>
            <p:ph type="dt" idx="10"/>
          </p:nvPr>
        </p:nvSpPr>
        <p:spPr>
          <a:xfrm>
            <a:off x="731501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07" name="Google Shape;107;g2bc917f23b7_0_99"/>
          <p:cNvSpPr txBox="1">
            <a:spLocks noGrp="1"/>
          </p:cNvSpPr>
          <p:nvPr>
            <p:ph type="sldNum" idx="12"/>
          </p:nvPr>
        </p:nvSpPr>
        <p:spPr>
          <a:xfrm>
            <a:off x="10533617" y="7653529"/>
            <a:ext cx="3364604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7697217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c0da12c38c_0_898"/>
          <p:cNvSpPr txBox="1">
            <a:spLocks noGrp="1"/>
          </p:cNvSpPr>
          <p:nvPr>
            <p:ph type="title"/>
          </p:nvPr>
        </p:nvSpPr>
        <p:spPr>
          <a:xfrm>
            <a:off x="697412" y="842587"/>
            <a:ext cx="13235022" cy="142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2c0da12c38c_0_898"/>
          <p:cNvSpPr txBox="1">
            <a:spLocks noGrp="1"/>
          </p:cNvSpPr>
          <p:nvPr>
            <p:ph type="body" idx="1"/>
          </p:nvPr>
        </p:nvSpPr>
        <p:spPr>
          <a:xfrm>
            <a:off x="697412" y="2809037"/>
            <a:ext cx="13235022" cy="43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548640" lvl="0" indent="-400507" algn="l" rtl="0">
              <a:lnSpc>
                <a:spcPct val="110000"/>
              </a:lnSpc>
              <a:spcBef>
                <a:spcPts val="432"/>
              </a:spcBef>
              <a:spcAft>
                <a:spcPts val="0"/>
              </a:spcAft>
              <a:buSzPts val="1656"/>
              <a:buChar char="•"/>
              <a:defRPr/>
            </a:lvl1pPr>
            <a:lvl2pPr marL="1097280" lvl="1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2pPr>
            <a:lvl3pPr marL="1645920" lvl="2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3pPr>
            <a:lvl4pPr marL="2194560" lvl="3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4pPr>
            <a:lvl5pPr marL="2743200" lvl="4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5pPr>
            <a:lvl6pPr marL="3291840" lvl="5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6pPr>
            <a:lvl7pPr marL="3840480" lvl="6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7pPr>
            <a:lvl8pPr marL="4389120" lvl="7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8pPr>
            <a:lvl9pPr marL="4937760" lvl="8" indent="-400507" algn="l" rtl="0">
              <a:spcBef>
                <a:spcPts val="720"/>
              </a:spcBef>
              <a:spcAft>
                <a:spcPts val="720"/>
              </a:spcAft>
              <a:buSzPts val="1656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g2c0da12c38c_0_898"/>
          <p:cNvSpPr txBox="1">
            <a:spLocks noGrp="1"/>
          </p:cNvSpPr>
          <p:nvPr>
            <p:ph type="dt" idx="10"/>
          </p:nvPr>
        </p:nvSpPr>
        <p:spPr>
          <a:xfrm>
            <a:off x="9126906" y="7708697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12" name="Google Shape;112;g2c0da12c38c_0_898"/>
          <p:cNvSpPr txBox="1">
            <a:spLocks noGrp="1"/>
          </p:cNvSpPr>
          <p:nvPr>
            <p:ph type="ftr" idx="11"/>
          </p:nvPr>
        </p:nvSpPr>
        <p:spPr>
          <a:xfrm>
            <a:off x="697412" y="7708697"/>
            <a:ext cx="830017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13" name="Google Shape;113;g2c0da12c38c_0_898"/>
          <p:cNvSpPr txBox="1">
            <a:spLocks noGrp="1"/>
          </p:cNvSpPr>
          <p:nvPr>
            <p:ph type="sldNum" idx="12"/>
          </p:nvPr>
        </p:nvSpPr>
        <p:spPr>
          <a:xfrm>
            <a:off x="12669634" y="7708697"/>
            <a:ext cx="126276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7111962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">
  <p:cSld name="Title and Content 2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c0da12c38c_0_1002"/>
          <p:cNvSpPr txBox="1">
            <a:spLocks noGrp="1"/>
          </p:cNvSpPr>
          <p:nvPr>
            <p:ph type="title"/>
          </p:nvPr>
        </p:nvSpPr>
        <p:spPr>
          <a:xfrm>
            <a:off x="697412" y="842587"/>
            <a:ext cx="13235022" cy="142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2c0da12c38c_0_1002"/>
          <p:cNvSpPr txBox="1">
            <a:spLocks noGrp="1"/>
          </p:cNvSpPr>
          <p:nvPr>
            <p:ph type="body" idx="1"/>
          </p:nvPr>
        </p:nvSpPr>
        <p:spPr>
          <a:xfrm>
            <a:off x="697412" y="2809037"/>
            <a:ext cx="13235022" cy="43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548640" lvl="0" indent="-400507" algn="l" rtl="0">
              <a:lnSpc>
                <a:spcPct val="110000"/>
              </a:lnSpc>
              <a:spcBef>
                <a:spcPts val="432"/>
              </a:spcBef>
              <a:spcAft>
                <a:spcPts val="0"/>
              </a:spcAft>
              <a:buSzPts val="1656"/>
              <a:buChar char="•"/>
              <a:defRPr/>
            </a:lvl1pPr>
            <a:lvl2pPr marL="1097280" lvl="1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2pPr>
            <a:lvl3pPr marL="1645920" lvl="2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3pPr>
            <a:lvl4pPr marL="2194560" lvl="3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4pPr>
            <a:lvl5pPr marL="2743200" lvl="4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5pPr>
            <a:lvl6pPr marL="3291840" lvl="5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6pPr>
            <a:lvl7pPr marL="3840480" lvl="6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7pPr>
            <a:lvl8pPr marL="4389120" lvl="7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8pPr>
            <a:lvl9pPr marL="4937760" lvl="8" indent="-400507" algn="l" rtl="0">
              <a:spcBef>
                <a:spcPts val="720"/>
              </a:spcBef>
              <a:spcAft>
                <a:spcPts val="720"/>
              </a:spcAft>
              <a:buSzPts val="1656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g2c0da12c38c_0_1002"/>
          <p:cNvSpPr txBox="1">
            <a:spLocks noGrp="1"/>
          </p:cNvSpPr>
          <p:nvPr>
            <p:ph type="dt" idx="10"/>
          </p:nvPr>
        </p:nvSpPr>
        <p:spPr>
          <a:xfrm>
            <a:off x="9126906" y="7708697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18" name="Google Shape;118;g2c0da12c38c_0_1002"/>
          <p:cNvSpPr txBox="1">
            <a:spLocks noGrp="1"/>
          </p:cNvSpPr>
          <p:nvPr>
            <p:ph type="ftr" idx="11"/>
          </p:nvPr>
        </p:nvSpPr>
        <p:spPr>
          <a:xfrm>
            <a:off x="697412" y="7708697"/>
            <a:ext cx="830017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19" name="Google Shape;119;g2c0da12c38c_0_1002"/>
          <p:cNvSpPr txBox="1">
            <a:spLocks noGrp="1"/>
          </p:cNvSpPr>
          <p:nvPr>
            <p:ph type="sldNum" idx="12"/>
          </p:nvPr>
        </p:nvSpPr>
        <p:spPr>
          <a:xfrm>
            <a:off x="12669634" y="7708697"/>
            <a:ext cx="126276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3631869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3">
  <p:cSld name="Title and Content 3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0da12c38c_0_1098"/>
          <p:cNvSpPr txBox="1">
            <a:spLocks noGrp="1"/>
          </p:cNvSpPr>
          <p:nvPr>
            <p:ph type="title"/>
          </p:nvPr>
        </p:nvSpPr>
        <p:spPr>
          <a:xfrm>
            <a:off x="697412" y="842587"/>
            <a:ext cx="13235022" cy="142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g2c0da12c38c_0_1098"/>
          <p:cNvSpPr txBox="1">
            <a:spLocks noGrp="1"/>
          </p:cNvSpPr>
          <p:nvPr>
            <p:ph type="body" idx="1"/>
          </p:nvPr>
        </p:nvSpPr>
        <p:spPr>
          <a:xfrm>
            <a:off x="697412" y="2809037"/>
            <a:ext cx="13235022" cy="43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548640" lvl="0" indent="-400507" algn="l" rtl="0">
              <a:lnSpc>
                <a:spcPct val="110000"/>
              </a:lnSpc>
              <a:spcBef>
                <a:spcPts val="432"/>
              </a:spcBef>
              <a:spcAft>
                <a:spcPts val="0"/>
              </a:spcAft>
              <a:buSzPts val="1656"/>
              <a:buChar char="•"/>
              <a:defRPr/>
            </a:lvl1pPr>
            <a:lvl2pPr marL="1097280" lvl="1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2pPr>
            <a:lvl3pPr marL="1645920" lvl="2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3pPr>
            <a:lvl4pPr marL="2194560" lvl="3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4pPr>
            <a:lvl5pPr marL="2743200" lvl="4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5pPr>
            <a:lvl6pPr marL="3291840" lvl="5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6pPr>
            <a:lvl7pPr marL="3840480" lvl="6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7pPr>
            <a:lvl8pPr marL="4389120" lvl="7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8pPr>
            <a:lvl9pPr marL="4937760" lvl="8" indent="-400507" algn="l" rtl="0">
              <a:spcBef>
                <a:spcPts val="720"/>
              </a:spcBef>
              <a:spcAft>
                <a:spcPts val="720"/>
              </a:spcAft>
              <a:buSzPts val="1656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g2c0da12c38c_0_1098"/>
          <p:cNvSpPr txBox="1">
            <a:spLocks noGrp="1"/>
          </p:cNvSpPr>
          <p:nvPr>
            <p:ph type="dt" idx="10"/>
          </p:nvPr>
        </p:nvSpPr>
        <p:spPr>
          <a:xfrm>
            <a:off x="9126906" y="7708697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24" name="Google Shape;124;g2c0da12c38c_0_1098"/>
          <p:cNvSpPr txBox="1">
            <a:spLocks noGrp="1"/>
          </p:cNvSpPr>
          <p:nvPr>
            <p:ph type="ftr" idx="11"/>
          </p:nvPr>
        </p:nvSpPr>
        <p:spPr>
          <a:xfrm>
            <a:off x="697412" y="7708697"/>
            <a:ext cx="830017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25" name="Google Shape;125;g2c0da12c38c_0_1098"/>
          <p:cNvSpPr txBox="1">
            <a:spLocks noGrp="1"/>
          </p:cNvSpPr>
          <p:nvPr>
            <p:ph type="sldNum" idx="12"/>
          </p:nvPr>
        </p:nvSpPr>
        <p:spPr>
          <a:xfrm>
            <a:off x="12669634" y="7708697"/>
            <a:ext cx="126276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187919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4">
  <p:cSld name="Title and Content 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c0da12c38c_0_1367"/>
          <p:cNvSpPr txBox="1">
            <a:spLocks noGrp="1"/>
          </p:cNvSpPr>
          <p:nvPr>
            <p:ph type="title"/>
          </p:nvPr>
        </p:nvSpPr>
        <p:spPr>
          <a:xfrm>
            <a:off x="697412" y="842587"/>
            <a:ext cx="13235022" cy="142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g2c0da12c38c_0_1367"/>
          <p:cNvSpPr txBox="1">
            <a:spLocks noGrp="1"/>
          </p:cNvSpPr>
          <p:nvPr>
            <p:ph type="body" idx="1"/>
          </p:nvPr>
        </p:nvSpPr>
        <p:spPr>
          <a:xfrm>
            <a:off x="697412" y="2809037"/>
            <a:ext cx="13235022" cy="43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548640" lvl="0" indent="-400507" algn="l" rtl="0">
              <a:lnSpc>
                <a:spcPct val="110000"/>
              </a:lnSpc>
              <a:spcBef>
                <a:spcPts val="432"/>
              </a:spcBef>
              <a:spcAft>
                <a:spcPts val="0"/>
              </a:spcAft>
              <a:buSzPts val="1656"/>
              <a:buChar char="•"/>
              <a:defRPr/>
            </a:lvl1pPr>
            <a:lvl2pPr marL="1097280" lvl="1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2pPr>
            <a:lvl3pPr marL="1645920" lvl="2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3pPr>
            <a:lvl4pPr marL="2194560" lvl="3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»"/>
              <a:defRPr/>
            </a:lvl4pPr>
            <a:lvl5pPr marL="2743200" lvl="4" indent="-400507" algn="l" rtl="0">
              <a:lnSpc>
                <a:spcPct val="110000"/>
              </a:lnSpc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5pPr>
            <a:lvl6pPr marL="3291840" lvl="5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6pPr>
            <a:lvl7pPr marL="3840480" lvl="6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7pPr>
            <a:lvl8pPr marL="4389120" lvl="7" indent="-400507" algn="l" rtl="0">
              <a:spcBef>
                <a:spcPts val="720"/>
              </a:spcBef>
              <a:spcAft>
                <a:spcPts val="0"/>
              </a:spcAft>
              <a:buSzPts val="1656"/>
              <a:buChar char="•"/>
              <a:defRPr/>
            </a:lvl8pPr>
            <a:lvl9pPr marL="4937760" lvl="8" indent="-400507" algn="l" rtl="0">
              <a:spcBef>
                <a:spcPts val="720"/>
              </a:spcBef>
              <a:spcAft>
                <a:spcPts val="720"/>
              </a:spcAft>
              <a:buSzPts val="1656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g2c0da12c38c_0_1367"/>
          <p:cNvSpPr txBox="1">
            <a:spLocks noGrp="1"/>
          </p:cNvSpPr>
          <p:nvPr>
            <p:ph type="dt" idx="10"/>
          </p:nvPr>
        </p:nvSpPr>
        <p:spPr>
          <a:xfrm>
            <a:off x="9126906" y="7708697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30" name="Google Shape;130;g2c0da12c38c_0_1367"/>
          <p:cNvSpPr txBox="1">
            <a:spLocks noGrp="1"/>
          </p:cNvSpPr>
          <p:nvPr>
            <p:ph type="ftr" idx="11"/>
          </p:nvPr>
        </p:nvSpPr>
        <p:spPr>
          <a:xfrm>
            <a:off x="697412" y="7708697"/>
            <a:ext cx="830017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1097280"/>
            <a:endParaRPr lang="en-US" kern="0"/>
          </a:p>
        </p:txBody>
      </p:sp>
      <p:sp>
        <p:nvSpPr>
          <p:cNvPr id="131" name="Google Shape;131;g2c0da12c38c_0_1367"/>
          <p:cNvSpPr txBox="1">
            <a:spLocks noGrp="1"/>
          </p:cNvSpPr>
          <p:nvPr>
            <p:ph type="sldNum" idx="12"/>
          </p:nvPr>
        </p:nvSpPr>
        <p:spPr>
          <a:xfrm>
            <a:off x="12669634" y="7708697"/>
            <a:ext cx="1262764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77590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bc917f23b7_0_0"/>
          <p:cNvSpPr txBox="1">
            <a:spLocks noGrp="1"/>
          </p:cNvSpPr>
          <p:nvPr>
            <p:ph type="title"/>
          </p:nvPr>
        </p:nvSpPr>
        <p:spPr>
          <a:xfrm>
            <a:off x="731501" y="329566"/>
            <a:ext cx="1316717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2bc917f23b7_0_0"/>
          <p:cNvSpPr txBox="1">
            <a:spLocks noGrp="1"/>
          </p:cNvSpPr>
          <p:nvPr>
            <p:ph type="body" idx="1"/>
          </p:nvPr>
        </p:nvSpPr>
        <p:spPr>
          <a:xfrm>
            <a:off x="731501" y="1920241"/>
            <a:ext cx="13167175" cy="543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2bc917f23b7_0_0"/>
          <p:cNvSpPr txBox="1">
            <a:spLocks noGrp="1"/>
          </p:cNvSpPr>
          <p:nvPr>
            <p:ph type="dt" idx="10"/>
          </p:nvPr>
        </p:nvSpPr>
        <p:spPr>
          <a:xfrm>
            <a:off x="731501" y="7627621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097280"/>
            <a:endParaRPr lang="en-US" kern="0"/>
          </a:p>
        </p:txBody>
      </p:sp>
      <p:sp>
        <p:nvSpPr>
          <p:cNvPr id="9" name="Google Shape;9;g2bc917f23b7_0_0"/>
          <p:cNvSpPr txBox="1">
            <a:spLocks noGrp="1"/>
          </p:cNvSpPr>
          <p:nvPr>
            <p:ph type="ftr" idx="11"/>
          </p:nvPr>
        </p:nvSpPr>
        <p:spPr>
          <a:xfrm>
            <a:off x="4998592" y="7627621"/>
            <a:ext cx="4632781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097280"/>
            <a:endParaRPr lang="en-US" kern="0"/>
          </a:p>
        </p:txBody>
      </p:sp>
      <p:sp>
        <p:nvSpPr>
          <p:cNvPr id="10" name="Google Shape;10;g2bc917f23b7_0_0"/>
          <p:cNvSpPr txBox="1">
            <a:spLocks noGrp="1"/>
          </p:cNvSpPr>
          <p:nvPr>
            <p:ph type="sldNum" idx="12"/>
          </p:nvPr>
        </p:nvSpPr>
        <p:spPr>
          <a:xfrm>
            <a:off x="10484851" y="7627621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7911691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bc917f23b7_0_0"/>
          <p:cNvSpPr txBox="1">
            <a:spLocks noGrp="1"/>
          </p:cNvSpPr>
          <p:nvPr>
            <p:ph type="title"/>
          </p:nvPr>
        </p:nvSpPr>
        <p:spPr>
          <a:xfrm>
            <a:off x="731501" y="329566"/>
            <a:ext cx="1316717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2bc917f23b7_0_0"/>
          <p:cNvSpPr txBox="1">
            <a:spLocks noGrp="1"/>
          </p:cNvSpPr>
          <p:nvPr>
            <p:ph type="body" idx="1"/>
          </p:nvPr>
        </p:nvSpPr>
        <p:spPr>
          <a:xfrm>
            <a:off x="731501" y="1920241"/>
            <a:ext cx="13167175" cy="543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2bc917f23b7_0_0"/>
          <p:cNvSpPr txBox="1">
            <a:spLocks noGrp="1"/>
          </p:cNvSpPr>
          <p:nvPr>
            <p:ph type="dt" idx="10"/>
          </p:nvPr>
        </p:nvSpPr>
        <p:spPr>
          <a:xfrm>
            <a:off x="731501" y="7627621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097280"/>
            <a:endParaRPr lang="en-US" kern="0"/>
          </a:p>
        </p:txBody>
      </p:sp>
      <p:sp>
        <p:nvSpPr>
          <p:cNvPr id="9" name="Google Shape;9;g2bc917f23b7_0_0"/>
          <p:cNvSpPr txBox="1">
            <a:spLocks noGrp="1"/>
          </p:cNvSpPr>
          <p:nvPr>
            <p:ph type="ftr" idx="11"/>
          </p:nvPr>
        </p:nvSpPr>
        <p:spPr>
          <a:xfrm>
            <a:off x="4998592" y="7627621"/>
            <a:ext cx="4632781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097280"/>
            <a:endParaRPr lang="en-US" kern="0"/>
          </a:p>
        </p:txBody>
      </p:sp>
      <p:sp>
        <p:nvSpPr>
          <p:cNvPr id="10" name="Google Shape;10;g2bc917f23b7_0_0"/>
          <p:cNvSpPr txBox="1">
            <a:spLocks noGrp="1"/>
          </p:cNvSpPr>
          <p:nvPr>
            <p:ph type="sldNum" idx="12"/>
          </p:nvPr>
        </p:nvSpPr>
        <p:spPr>
          <a:xfrm>
            <a:off x="10484851" y="7627621"/>
            <a:ext cx="3413685" cy="43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1097280"/>
            <a:fld id="{00000000-1234-1234-1234-123412341234}" type="slidenum">
              <a:rPr lang="en-US" kern="0" smtClean="0"/>
              <a:pPr defTabSz="1097280"/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7033513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8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312.png"/><Relationship Id="rId18" Type="http://schemas.openxmlformats.org/officeDocument/2006/relationships/customXml" Target="../ink/ink8.xml"/><Relationship Id="rId3" Type="http://schemas.openxmlformats.org/officeDocument/2006/relationships/image" Target="../media/image18.jpg"/><Relationship Id="rId21" Type="http://schemas.openxmlformats.org/officeDocument/2006/relationships/image" Target="../media/image20.emf"/><Relationship Id="rId7" Type="http://schemas.openxmlformats.org/officeDocument/2006/relationships/image" Target="../media/image309.png"/><Relationship Id="rId12" Type="http://schemas.openxmlformats.org/officeDocument/2006/relationships/customXml" Target="../ink/ink5.xml"/><Relationship Id="rId17" Type="http://schemas.openxmlformats.org/officeDocument/2006/relationships/image" Target="../media/image314.png"/><Relationship Id="rId2" Type="http://schemas.openxmlformats.org/officeDocument/2006/relationships/notesSlide" Target="../notesSlides/notesSlide7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11" Type="http://schemas.openxmlformats.org/officeDocument/2006/relationships/image" Target="../media/image311.png"/><Relationship Id="rId5" Type="http://schemas.openxmlformats.org/officeDocument/2006/relationships/image" Target="../media/image18.emf"/><Relationship Id="rId15" Type="http://schemas.openxmlformats.org/officeDocument/2006/relationships/image" Target="../media/image313.png"/><Relationship Id="rId23" Type="http://schemas.openxmlformats.org/officeDocument/2006/relationships/image" Target="../media/image21.emf"/><Relationship Id="rId10" Type="http://schemas.openxmlformats.org/officeDocument/2006/relationships/customXml" Target="../ink/ink4.xml"/><Relationship Id="rId19" Type="http://schemas.openxmlformats.org/officeDocument/2006/relationships/image" Target="../media/image19.emf"/><Relationship Id="rId4" Type="http://schemas.openxmlformats.org/officeDocument/2006/relationships/customXml" Target="../ink/ink1.xml"/><Relationship Id="rId9" Type="http://schemas.openxmlformats.org/officeDocument/2006/relationships/image" Target="../media/image310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9.png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Introduction to Neural Networks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Understanding the fundamentals of artificial intelligence through brain-inspired computing systems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2635"/>
            <a:ext cx="64153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Learning Outcomes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970848"/>
            <a:ext cx="8064460" cy="3920965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3" name="Text 1"/>
          <p:cNvSpPr/>
          <p:nvPr/>
        </p:nvSpPr>
        <p:spPr>
          <a:xfrm>
            <a:off x="793790" y="224504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By the end of this module, you will be able to:</a:t>
            </a:r>
          </a:p>
          <a:p>
            <a:pPr>
              <a:lnSpc>
                <a:spcPts val="2850"/>
              </a:lnSpc>
            </a:pPr>
            <a:endParaRPr lang="en-US" sz="1750" dirty="0">
              <a:solidFill>
                <a:srgbClr val="504C49"/>
              </a:solidFill>
              <a:latin typeface="Source Serif 4" pitchFamily="34" charset="0"/>
              <a:ea typeface="Source Serif 4" pitchFamily="34" charset="-122"/>
            </a:endParaRP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Explain the basic concepts and structure of a neural network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 biological and artificial </a:t>
            </a:r>
            <a:r>
              <a:rPr lang="en-US" sz="175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neurons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Describe functioning of Neural Networks</a:t>
            </a:r>
            <a:endParaRPr lang="en-US" sz="1750" dirty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Describe different types of neural networks and learning methods</a:t>
            </a:r>
          </a:p>
          <a:p>
            <a:pPr>
              <a:lnSpc>
                <a:spcPts val="2850"/>
              </a:lnSpc>
            </a:pPr>
            <a:endParaRPr lang="en-US" sz="1750" dirty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Apply neural networks to classification and regression tasks</a:t>
            </a:r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2635"/>
            <a:ext cx="64153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Neural Networks?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4504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Certain tasks come naturally to humans but remain remarkably challenging for traditional computers. Neural networks bridge this gap by learning patterns rather than following rigid instructions.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sp>
        <p:nvSpPr>
          <p:cNvPr id="7" name="Text 4"/>
          <p:cNvSpPr/>
          <p:nvPr/>
        </p:nvSpPr>
        <p:spPr>
          <a:xfrm>
            <a:off x="1888212" y="35067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Pattern Recognition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449202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Identifying faces, reading handwriting, and recognizing speech patterns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5443776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sp>
        <p:nvSpPr>
          <p:cNvPr id="12" name="Text 8"/>
          <p:cNvSpPr/>
          <p:nvPr/>
        </p:nvSpPr>
        <p:spPr>
          <a:xfrm>
            <a:off x="6351031" y="3390803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Content-Addressable </a:t>
            </a:r>
            <a:r>
              <a:rPr lang="en-US" sz="2200" dirty="0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Recall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3776" y="4487584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Retrieving information based on partial or imperfect inputs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9F7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866948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sp>
        <p:nvSpPr>
          <p:cNvPr id="17" name="Text 12"/>
          <p:cNvSpPr/>
          <p:nvPr/>
        </p:nvSpPr>
        <p:spPr>
          <a:xfrm>
            <a:off x="10774205" y="3424477"/>
            <a:ext cx="37124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Common-Sense </a:t>
            </a:r>
            <a:endParaRPr lang="en-US" sz="2200" dirty="0" smtClean="0">
              <a:solidFill>
                <a:srgbClr val="504C49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Reasoning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66948" y="447056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Making intuitive decisions like driving in traffic or improvising music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793790" y="642116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These capabilities are </a:t>
            </a: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ill-defined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</a:t>
            </a: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experience-based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and nearly impossible to capture with explicit programming rules. Neural networks excel because they learn from examples and data, adapting their behavior through experience.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53916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63802" y="1269251"/>
            <a:ext cx="7323177" cy="48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Artificial </a:t>
            </a:r>
            <a:r>
              <a:rPr lang="en-US" sz="3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Neuron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03" y="2169913"/>
            <a:ext cx="4690347" cy="3209163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3615" y="2243475"/>
            <a:ext cx="4582835" cy="313560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230043" y="1300252"/>
            <a:ext cx="3708066" cy="5616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Biological Neuron 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6588041" y="3493649"/>
            <a:ext cx="833883" cy="5616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vs.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3;p5"/>
          <p:cNvSpPr txBox="1"/>
          <p:nvPr/>
        </p:nvSpPr>
        <p:spPr>
          <a:xfrm>
            <a:off x="1016839" y="891616"/>
            <a:ext cx="51804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Calibri"/>
                <a:ea typeface="Calibri"/>
                <a:cs typeface="Calibri"/>
                <a:sym typeface="Calibri"/>
              </a:rPr>
              <a:t>Biological </a:t>
            </a:r>
            <a:r>
              <a:rPr lang="en-US" sz="2800" b="1" dirty="0" smtClean="0">
                <a:latin typeface="Calibri"/>
                <a:ea typeface="Calibri"/>
                <a:cs typeface="Calibri"/>
                <a:sym typeface="Calibri"/>
              </a:rPr>
              <a:t>Neuron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6796" r="12878"/>
          <a:stretch/>
        </p:blipFill>
        <p:spPr>
          <a:xfrm>
            <a:off x="422536" y="1970360"/>
            <a:ext cx="13822726" cy="534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4317"/>
            <a:ext cx="13395960" cy="781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521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c0da12c38c_0_905"/>
          <p:cNvSpPr/>
          <p:nvPr/>
        </p:nvSpPr>
        <p:spPr>
          <a:xfrm>
            <a:off x="552599" y="548640"/>
            <a:ext cx="4432680" cy="11412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endParaRPr sz="2160"/>
          </a:p>
        </p:txBody>
      </p:sp>
      <p:sp>
        <p:nvSpPr>
          <p:cNvPr id="482" name="Google Shape;482;g2c0da12c38c_0_905"/>
          <p:cNvSpPr/>
          <p:nvPr/>
        </p:nvSpPr>
        <p:spPr>
          <a:xfrm>
            <a:off x="9644551" y="544372"/>
            <a:ext cx="4432680" cy="118440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endParaRPr sz="2160"/>
          </a:p>
        </p:txBody>
      </p:sp>
      <p:sp>
        <p:nvSpPr>
          <p:cNvPr id="483" name="Google Shape;483;g2c0da12c38c_0_905"/>
          <p:cNvSpPr/>
          <p:nvPr/>
        </p:nvSpPr>
        <p:spPr>
          <a:xfrm>
            <a:off x="5095570" y="548640"/>
            <a:ext cx="4432680" cy="109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endParaRPr sz="2160"/>
          </a:p>
        </p:txBody>
      </p:sp>
      <p:sp>
        <p:nvSpPr>
          <p:cNvPr id="484" name="Google Shape;484;g2c0da12c38c_0_905"/>
          <p:cNvSpPr/>
          <p:nvPr/>
        </p:nvSpPr>
        <p:spPr>
          <a:xfrm>
            <a:off x="552599" y="3702917"/>
            <a:ext cx="13524840" cy="400572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endParaRPr sz="2160"/>
          </a:p>
        </p:txBody>
      </p:sp>
      <p:pic>
        <p:nvPicPr>
          <p:cNvPr id="485" name="Google Shape;485;g2c0da12c38c_0_905"/>
          <p:cNvPicPr preferRelativeResize="0"/>
          <p:nvPr/>
        </p:nvPicPr>
        <p:blipFill rotWithShape="1">
          <a:blip r:embed="rId3">
            <a:alphaModFix/>
          </a:blip>
          <a:srcRect t="1748"/>
          <a:stretch/>
        </p:blipFill>
        <p:spPr>
          <a:xfrm>
            <a:off x="156845" y="216806"/>
            <a:ext cx="14593802" cy="7795976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2c0da12c38c_0_905"/>
          <p:cNvSpPr/>
          <p:nvPr/>
        </p:nvSpPr>
        <p:spPr>
          <a:xfrm rot="-5400000">
            <a:off x="-1313052" y="1327489"/>
            <a:ext cx="8229600" cy="55746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8000">
                <a:srgbClr val="000000">
                  <a:alpha val="23921"/>
                </a:srgbClr>
              </a:gs>
              <a:gs pos="85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/>
            <a:endParaRPr sz="216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87" name="Google Shape;487;g2c0da12c38c_0_905"/>
          <p:cNvSpPr txBox="1">
            <a:spLocks noGrp="1"/>
          </p:cNvSpPr>
          <p:nvPr>
            <p:ph type="title"/>
          </p:nvPr>
        </p:nvSpPr>
        <p:spPr>
          <a:xfrm>
            <a:off x="9287977" y="3702930"/>
            <a:ext cx="5208480" cy="247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normAutofit/>
          </a:bodyPr>
          <a:lstStyle/>
          <a:p>
            <a:pPr>
              <a:buClr>
                <a:schemeClr val="dk1"/>
              </a:buClr>
              <a:buSzPts val="4800"/>
            </a:pPr>
            <a:r>
              <a:rPr lang="en-US" sz="5760">
                <a:solidFill>
                  <a:schemeClr val="dk1"/>
                </a:solidFill>
              </a:rPr>
              <a:t>BIOLOGICAL NEURON</a:t>
            </a:r>
            <a:endParaRPr/>
          </a:p>
        </p:txBody>
      </p:sp>
      <p:sp>
        <p:nvSpPr>
          <p:cNvPr id="488" name="Google Shape;488;g2c0da12c38c_0_905"/>
          <p:cNvSpPr/>
          <p:nvPr/>
        </p:nvSpPr>
        <p:spPr>
          <a:xfrm rot="5400000">
            <a:off x="7848337" y="1581472"/>
            <a:ext cx="8229600" cy="50666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8000">
                <a:srgbClr val="000000">
                  <a:alpha val="23921"/>
                </a:srgbClr>
              </a:gs>
              <a:gs pos="85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/>
            <a:endParaRPr sz="216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90E67E9-0CB9-D234-C472-FF3CF4896144}"/>
                  </a:ext>
                </a:extLst>
              </p14:cNvPr>
              <p14:cNvContentPartPr/>
              <p14:nvPr/>
            </p14:nvContentPartPr>
            <p14:xfrm>
              <a:off x="4592624" y="2047090"/>
              <a:ext cx="158976" cy="231552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90E67E9-0CB9-D234-C472-FF3CF489614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82913" y="2037742"/>
                <a:ext cx="178398" cy="250968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ADC1844F-7508-C834-4EEF-49812E100C53}"/>
              </a:ext>
            </a:extLst>
          </p:cNvPr>
          <p:cNvGrpSpPr/>
          <p:nvPr/>
        </p:nvGrpSpPr>
        <p:grpSpPr>
          <a:xfrm>
            <a:off x="11568992" y="1560658"/>
            <a:ext cx="345168" cy="318384"/>
            <a:chOff x="9625746" y="1300548"/>
            <a:chExt cx="287640" cy="2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73EA8AA-05DF-78B8-FB72-A3CB05C66473}"/>
                    </a:ext>
                  </a:extLst>
                </p14:cNvPr>
                <p14:cNvContentPartPr/>
                <p14:nvPr/>
              </p14:nvContentPartPr>
              <p14:xfrm>
                <a:off x="9625746" y="1300548"/>
                <a:ext cx="37080" cy="6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73EA8AA-05DF-78B8-FB72-A3CB05C6647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16746" y="1291908"/>
                  <a:ext cx="54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2676E6B-6150-2ABD-23CC-787D6D6940B4}"/>
                    </a:ext>
                  </a:extLst>
                </p14:cNvPr>
                <p14:cNvContentPartPr/>
                <p14:nvPr/>
              </p14:nvContentPartPr>
              <p14:xfrm>
                <a:off x="9709626" y="1330788"/>
                <a:ext cx="33480" cy="55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2676E6B-6150-2ABD-23CC-787D6D6940B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00626" y="1322148"/>
                  <a:ext cx="511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1860003-DACC-E152-0218-26CF13AD52AE}"/>
                    </a:ext>
                  </a:extLst>
                </p14:cNvPr>
                <p14:cNvContentPartPr/>
                <p14:nvPr/>
              </p14:nvContentPartPr>
              <p14:xfrm>
                <a:off x="9731586" y="1375788"/>
                <a:ext cx="54720" cy="43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1860003-DACC-E152-0218-26CF13AD52A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22586" y="1367148"/>
                  <a:ext cx="723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0E62C28-DAAC-472C-4F2C-4940CF9A8FF9}"/>
                    </a:ext>
                  </a:extLst>
                </p14:cNvPr>
                <p14:cNvContentPartPr/>
                <p14:nvPr/>
              </p14:nvContentPartPr>
              <p14:xfrm>
                <a:off x="9702426" y="1330788"/>
                <a:ext cx="131040" cy="188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0E62C28-DAAC-472C-4F2C-4940CF9A8FF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93786" y="1322148"/>
                  <a:ext cx="1486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5F0EBD8-16A1-404A-D53C-428F78116CBD}"/>
                    </a:ext>
                  </a:extLst>
                </p14:cNvPr>
                <p14:cNvContentPartPr/>
                <p14:nvPr/>
              </p14:nvContentPartPr>
              <p14:xfrm>
                <a:off x="9793146" y="1436988"/>
                <a:ext cx="120240" cy="128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5F0EBD8-16A1-404A-D53C-428F78116CB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84506" y="1428348"/>
                  <a:ext cx="137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5189EFD-B034-4CA1-973C-F8CB7F49BA71}"/>
                    </a:ext>
                  </a:extLst>
                </p14:cNvPr>
                <p14:cNvContentPartPr/>
                <p14:nvPr/>
              </p14:nvContentPartPr>
              <p14:xfrm>
                <a:off x="9855066" y="1537068"/>
                <a:ext cx="33120" cy="16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5189EFD-B034-4CA1-973C-F8CB7F49BA7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846066" y="1528428"/>
                  <a:ext cx="5076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8A812D2-90F4-82EE-1DE4-6F78A36C9C5F}"/>
                  </a:ext>
                </a:extLst>
              </p14:cNvPr>
              <p14:cNvContentPartPr/>
              <p14:nvPr/>
            </p14:nvContentPartPr>
            <p14:xfrm>
              <a:off x="11477840" y="1614658"/>
              <a:ext cx="157248" cy="249264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8A812D2-90F4-82EE-1DE4-6F78A36C9C5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468484" y="1607115"/>
                <a:ext cx="170562" cy="265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774E70B-451B-CC6C-9FD3-4A7206381BD6}"/>
                  </a:ext>
                </a:extLst>
              </p14:cNvPr>
              <p14:cNvContentPartPr/>
              <p14:nvPr/>
            </p14:nvContentPartPr>
            <p14:xfrm>
              <a:off x="11539184" y="1661746"/>
              <a:ext cx="207360" cy="254016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774E70B-451B-CC6C-9FD3-4A7206381BD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530200" y="1655270"/>
                <a:ext cx="222813" cy="2691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7BF2F9B-01EA-6C63-A054-8860DBEA4307}"/>
                  </a:ext>
                </a:extLst>
              </p14:cNvPr>
              <p14:cNvContentPartPr/>
              <p14:nvPr/>
            </p14:nvContentPartPr>
            <p14:xfrm>
              <a:off x="11521904" y="1758946"/>
              <a:ext cx="283392" cy="150336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7BF2F9B-01EA-6C63-A054-8860DBEA430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513622" y="1754630"/>
                <a:ext cx="294195" cy="16040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9299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05;p7"/>
          <p:cNvSpPr txBox="1">
            <a:spLocks/>
          </p:cNvSpPr>
          <p:nvPr/>
        </p:nvSpPr>
        <p:spPr>
          <a:xfrm>
            <a:off x="836105" y="932976"/>
            <a:ext cx="104892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0"/>
              </a:spcBef>
            </a:pPr>
            <a:r>
              <a:rPr lang="en-US" smtClean="0">
                <a:latin typeface="Calibri"/>
                <a:ea typeface="Calibri"/>
                <a:cs typeface="Calibri"/>
                <a:sym typeface="Calibri"/>
              </a:rPr>
              <a:t>Artificial Neuron</a:t>
            </a:r>
            <a:endParaRPr lang="en-US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oogle Shape;506;p7"/>
          <p:cNvGrpSpPr/>
          <p:nvPr/>
        </p:nvGrpSpPr>
        <p:grpSpPr>
          <a:xfrm>
            <a:off x="3962956" y="3127973"/>
            <a:ext cx="4261094" cy="2371979"/>
            <a:chOff x="1752600" y="2204465"/>
            <a:chExt cx="2895600" cy="2371979"/>
          </a:xfrm>
        </p:grpSpPr>
        <p:sp>
          <p:nvSpPr>
            <p:cNvPr id="4" name="Google Shape;507;p7"/>
            <p:cNvSpPr/>
            <p:nvPr/>
          </p:nvSpPr>
          <p:spPr>
            <a:xfrm>
              <a:off x="3581400" y="274320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 extrusionOk="0">
                  <a:moveTo>
                    <a:pt x="0" y="533400"/>
                  </a:moveTo>
                  <a:lnTo>
                    <a:pt x="2179" y="484842"/>
                  </a:lnTo>
                  <a:lnTo>
                    <a:pt x="8592" y="437507"/>
                  </a:lnTo>
                  <a:lnTo>
                    <a:pt x="19050" y="391583"/>
                  </a:lnTo>
                  <a:lnTo>
                    <a:pt x="33364" y="347258"/>
                  </a:lnTo>
                  <a:lnTo>
                    <a:pt x="51348" y="304721"/>
                  </a:lnTo>
                  <a:lnTo>
                    <a:pt x="72813" y="264160"/>
                  </a:lnTo>
                  <a:lnTo>
                    <a:pt x="97570" y="225762"/>
                  </a:lnTo>
                  <a:lnTo>
                    <a:pt x="125432" y="189716"/>
                  </a:lnTo>
                  <a:lnTo>
                    <a:pt x="156209" y="156210"/>
                  </a:lnTo>
                  <a:lnTo>
                    <a:pt x="189716" y="125432"/>
                  </a:lnTo>
                  <a:lnTo>
                    <a:pt x="225762" y="97570"/>
                  </a:lnTo>
                  <a:lnTo>
                    <a:pt x="264159" y="72813"/>
                  </a:lnTo>
                  <a:lnTo>
                    <a:pt x="304721" y="51348"/>
                  </a:lnTo>
                  <a:lnTo>
                    <a:pt x="347258" y="33364"/>
                  </a:lnTo>
                  <a:lnTo>
                    <a:pt x="391583" y="19050"/>
                  </a:lnTo>
                  <a:lnTo>
                    <a:pt x="437507" y="8592"/>
                  </a:lnTo>
                  <a:lnTo>
                    <a:pt x="484842" y="2179"/>
                  </a:lnTo>
                  <a:lnTo>
                    <a:pt x="533400" y="0"/>
                  </a:lnTo>
                  <a:lnTo>
                    <a:pt x="581957" y="2179"/>
                  </a:lnTo>
                  <a:lnTo>
                    <a:pt x="629292" y="8592"/>
                  </a:lnTo>
                  <a:lnTo>
                    <a:pt x="675216" y="19050"/>
                  </a:lnTo>
                  <a:lnTo>
                    <a:pt x="719541" y="33364"/>
                  </a:lnTo>
                  <a:lnTo>
                    <a:pt x="762078" y="51348"/>
                  </a:lnTo>
                  <a:lnTo>
                    <a:pt x="802639" y="72813"/>
                  </a:lnTo>
                  <a:lnTo>
                    <a:pt x="841037" y="97570"/>
                  </a:lnTo>
                  <a:lnTo>
                    <a:pt x="877083" y="125432"/>
                  </a:lnTo>
                  <a:lnTo>
                    <a:pt x="910589" y="156209"/>
                  </a:lnTo>
                  <a:lnTo>
                    <a:pt x="941367" y="189716"/>
                  </a:lnTo>
                  <a:lnTo>
                    <a:pt x="969229" y="225762"/>
                  </a:lnTo>
                  <a:lnTo>
                    <a:pt x="993986" y="264159"/>
                  </a:lnTo>
                  <a:lnTo>
                    <a:pt x="1015451" y="304721"/>
                  </a:lnTo>
                  <a:lnTo>
                    <a:pt x="1033435" y="347258"/>
                  </a:lnTo>
                  <a:lnTo>
                    <a:pt x="1047749" y="391583"/>
                  </a:lnTo>
                  <a:lnTo>
                    <a:pt x="1058207" y="437507"/>
                  </a:lnTo>
                  <a:lnTo>
                    <a:pt x="1064620" y="484842"/>
                  </a:lnTo>
                  <a:lnTo>
                    <a:pt x="1066800" y="533400"/>
                  </a:lnTo>
                  <a:lnTo>
                    <a:pt x="1064620" y="581957"/>
                  </a:lnTo>
                  <a:lnTo>
                    <a:pt x="1058207" y="629292"/>
                  </a:lnTo>
                  <a:lnTo>
                    <a:pt x="1047750" y="675216"/>
                  </a:lnTo>
                  <a:lnTo>
                    <a:pt x="1033435" y="719541"/>
                  </a:lnTo>
                  <a:lnTo>
                    <a:pt x="1015451" y="762078"/>
                  </a:lnTo>
                  <a:lnTo>
                    <a:pt x="993986" y="802639"/>
                  </a:lnTo>
                  <a:lnTo>
                    <a:pt x="969229" y="841037"/>
                  </a:lnTo>
                  <a:lnTo>
                    <a:pt x="941367" y="877083"/>
                  </a:lnTo>
                  <a:lnTo>
                    <a:pt x="910590" y="910589"/>
                  </a:lnTo>
                  <a:lnTo>
                    <a:pt x="877083" y="941367"/>
                  </a:lnTo>
                  <a:lnTo>
                    <a:pt x="841037" y="969229"/>
                  </a:lnTo>
                  <a:lnTo>
                    <a:pt x="802640" y="993986"/>
                  </a:lnTo>
                  <a:lnTo>
                    <a:pt x="762078" y="1015451"/>
                  </a:lnTo>
                  <a:lnTo>
                    <a:pt x="719541" y="1033435"/>
                  </a:lnTo>
                  <a:lnTo>
                    <a:pt x="675216" y="1047749"/>
                  </a:lnTo>
                  <a:lnTo>
                    <a:pt x="629292" y="1058207"/>
                  </a:lnTo>
                  <a:lnTo>
                    <a:pt x="581957" y="1064620"/>
                  </a:lnTo>
                  <a:lnTo>
                    <a:pt x="533400" y="1066800"/>
                  </a:lnTo>
                  <a:lnTo>
                    <a:pt x="484842" y="1064620"/>
                  </a:lnTo>
                  <a:lnTo>
                    <a:pt x="437507" y="1058207"/>
                  </a:lnTo>
                  <a:lnTo>
                    <a:pt x="391583" y="1047750"/>
                  </a:lnTo>
                  <a:lnTo>
                    <a:pt x="347258" y="1033435"/>
                  </a:lnTo>
                  <a:lnTo>
                    <a:pt x="304721" y="1015451"/>
                  </a:lnTo>
                  <a:lnTo>
                    <a:pt x="264160" y="993986"/>
                  </a:lnTo>
                  <a:lnTo>
                    <a:pt x="225762" y="969229"/>
                  </a:lnTo>
                  <a:lnTo>
                    <a:pt x="189716" y="941367"/>
                  </a:lnTo>
                  <a:lnTo>
                    <a:pt x="156210" y="910590"/>
                  </a:lnTo>
                  <a:lnTo>
                    <a:pt x="125432" y="877083"/>
                  </a:lnTo>
                  <a:lnTo>
                    <a:pt x="97570" y="841037"/>
                  </a:lnTo>
                  <a:lnTo>
                    <a:pt x="72813" y="802639"/>
                  </a:lnTo>
                  <a:lnTo>
                    <a:pt x="51348" y="762078"/>
                  </a:lnTo>
                  <a:lnTo>
                    <a:pt x="33364" y="719541"/>
                  </a:lnTo>
                  <a:lnTo>
                    <a:pt x="19050" y="675216"/>
                  </a:lnTo>
                  <a:lnTo>
                    <a:pt x="8592" y="629292"/>
                  </a:lnTo>
                  <a:lnTo>
                    <a:pt x="2179" y="581957"/>
                  </a:lnTo>
                  <a:lnTo>
                    <a:pt x="0" y="5334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" name="Google Shape;508;p7"/>
            <p:cNvSpPr/>
            <p:nvPr/>
          </p:nvSpPr>
          <p:spPr>
            <a:xfrm>
              <a:off x="2892044" y="2204465"/>
              <a:ext cx="918210" cy="1072515"/>
            </a:xfrm>
            <a:custGeom>
              <a:avLst/>
              <a:gdLst/>
              <a:ahLst/>
              <a:cxnLst/>
              <a:rect l="l" t="t" r="r" b="b"/>
              <a:pathLst>
                <a:path w="918210" h="1072514" extrusionOk="0">
                  <a:moveTo>
                    <a:pt x="689356" y="1072134"/>
                  </a:moveTo>
                  <a:lnTo>
                    <a:pt x="672198" y="1042162"/>
                  </a:lnTo>
                  <a:lnTo>
                    <a:pt x="647065" y="998220"/>
                  </a:lnTo>
                  <a:lnTo>
                    <a:pt x="629475" y="1024559"/>
                  </a:lnTo>
                  <a:lnTo>
                    <a:pt x="7112" y="609600"/>
                  </a:lnTo>
                  <a:lnTo>
                    <a:pt x="0" y="620268"/>
                  </a:lnTo>
                  <a:lnTo>
                    <a:pt x="622427" y="1035138"/>
                  </a:lnTo>
                  <a:lnTo>
                    <a:pt x="604774" y="1061593"/>
                  </a:lnTo>
                  <a:lnTo>
                    <a:pt x="689356" y="1072134"/>
                  </a:lnTo>
                  <a:close/>
                </a:path>
                <a:path w="918210" h="1072514" extrusionOk="0">
                  <a:moveTo>
                    <a:pt x="917956" y="614934"/>
                  </a:moveTo>
                  <a:lnTo>
                    <a:pt x="900798" y="584962"/>
                  </a:lnTo>
                  <a:lnTo>
                    <a:pt x="875665" y="541020"/>
                  </a:lnTo>
                  <a:lnTo>
                    <a:pt x="858075" y="567359"/>
                  </a:lnTo>
                  <a:lnTo>
                    <a:pt x="7112" y="0"/>
                  </a:lnTo>
                  <a:lnTo>
                    <a:pt x="0" y="10668"/>
                  </a:lnTo>
                  <a:lnTo>
                    <a:pt x="851027" y="577938"/>
                  </a:lnTo>
                  <a:lnTo>
                    <a:pt x="833374" y="604393"/>
                  </a:lnTo>
                  <a:lnTo>
                    <a:pt x="917956" y="614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" name="Google Shape;509;p7"/>
            <p:cNvSpPr/>
            <p:nvPr/>
          </p:nvSpPr>
          <p:spPr>
            <a:xfrm>
              <a:off x="1752600" y="2209800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 extrusionOk="0">
                  <a:moveTo>
                    <a:pt x="1143000" y="609600"/>
                  </a:moveTo>
                  <a:lnTo>
                    <a:pt x="0" y="609600"/>
                  </a:lnTo>
                </a:path>
                <a:path w="1143000" h="609600" extrusionOk="0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" name="Google Shape;510;p7"/>
            <p:cNvSpPr/>
            <p:nvPr/>
          </p:nvSpPr>
          <p:spPr>
            <a:xfrm>
              <a:off x="2892805" y="3581400"/>
              <a:ext cx="765175" cy="386715"/>
            </a:xfrm>
            <a:custGeom>
              <a:avLst/>
              <a:gdLst/>
              <a:ahLst/>
              <a:cxnLst/>
              <a:rect l="l" t="t" r="r" b="b"/>
              <a:pathLst>
                <a:path w="765175" h="386714" extrusionOk="0">
                  <a:moveTo>
                    <a:pt x="693796" y="28386"/>
                  </a:moveTo>
                  <a:lnTo>
                    <a:pt x="0" y="375285"/>
                  </a:lnTo>
                  <a:lnTo>
                    <a:pt x="5587" y="386714"/>
                  </a:lnTo>
                  <a:lnTo>
                    <a:pt x="699469" y="39711"/>
                  </a:lnTo>
                  <a:lnTo>
                    <a:pt x="693796" y="28386"/>
                  </a:lnTo>
                  <a:close/>
                </a:path>
                <a:path w="765175" h="386714" extrusionOk="0">
                  <a:moveTo>
                    <a:pt x="747775" y="22733"/>
                  </a:moveTo>
                  <a:lnTo>
                    <a:pt x="705104" y="22733"/>
                  </a:lnTo>
                  <a:lnTo>
                    <a:pt x="710819" y="34036"/>
                  </a:lnTo>
                  <a:lnTo>
                    <a:pt x="699469" y="39711"/>
                  </a:lnTo>
                  <a:lnTo>
                    <a:pt x="713740" y="68199"/>
                  </a:lnTo>
                  <a:lnTo>
                    <a:pt x="747775" y="22733"/>
                  </a:lnTo>
                  <a:close/>
                </a:path>
                <a:path w="765175" h="386714" extrusionOk="0">
                  <a:moveTo>
                    <a:pt x="705104" y="22733"/>
                  </a:moveTo>
                  <a:lnTo>
                    <a:pt x="693796" y="28386"/>
                  </a:lnTo>
                  <a:lnTo>
                    <a:pt x="699469" y="39711"/>
                  </a:lnTo>
                  <a:lnTo>
                    <a:pt x="710819" y="34036"/>
                  </a:lnTo>
                  <a:lnTo>
                    <a:pt x="705104" y="22733"/>
                  </a:lnTo>
                  <a:close/>
                </a:path>
                <a:path w="765175" h="386714" extrusionOk="0">
                  <a:moveTo>
                    <a:pt x="764794" y="0"/>
                  </a:moveTo>
                  <a:lnTo>
                    <a:pt x="679577" y="0"/>
                  </a:lnTo>
                  <a:lnTo>
                    <a:pt x="693796" y="28386"/>
                  </a:lnTo>
                  <a:lnTo>
                    <a:pt x="705104" y="22733"/>
                  </a:lnTo>
                  <a:lnTo>
                    <a:pt x="747775" y="22733"/>
                  </a:lnTo>
                  <a:lnTo>
                    <a:pt x="7647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" name="Google Shape;511;p7"/>
            <p:cNvSpPr/>
            <p:nvPr/>
          </p:nvSpPr>
          <p:spPr>
            <a:xfrm>
              <a:off x="1752600" y="3962400"/>
              <a:ext cx="1143000" cy="0"/>
            </a:xfrm>
            <a:custGeom>
              <a:avLst/>
              <a:gdLst/>
              <a:ahLst/>
              <a:cxnLst/>
              <a:rect l="l" t="t" r="r" b="b"/>
              <a:pathLst>
                <a:path w="1143000" h="120000" extrusionOk="0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9" name="Google Shape;512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57437" y="3043237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513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57437" y="3348037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514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57437" y="3652837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515;p7"/>
            <p:cNvSpPr/>
            <p:nvPr/>
          </p:nvSpPr>
          <p:spPr>
            <a:xfrm>
              <a:off x="1752600" y="4572000"/>
              <a:ext cx="1219200" cy="0"/>
            </a:xfrm>
            <a:custGeom>
              <a:avLst/>
              <a:gdLst/>
              <a:ahLst/>
              <a:cxnLst/>
              <a:rect l="l" t="t" r="r" b="b"/>
              <a:pathLst>
                <a:path w="1219200" h="120000" extrusionOk="0">
                  <a:moveTo>
                    <a:pt x="121920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" name="Google Shape;516;p7"/>
            <p:cNvSpPr/>
            <p:nvPr/>
          </p:nvSpPr>
          <p:spPr>
            <a:xfrm>
              <a:off x="2967355" y="3733800"/>
              <a:ext cx="842644" cy="842644"/>
            </a:xfrm>
            <a:custGeom>
              <a:avLst/>
              <a:gdLst/>
              <a:ahLst/>
              <a:cxnLst/>
              <a:rect l="l" t="t" r="r" b="b"/>
              <a:pathLst>
                <a:path w="842645" h="842645" extrusionOk="0">
                  <a:moveTo>
                    <a:pt x="784289" y="49340"/>
                  </a:moveTo>
                  <a:lnTo>
                    <a:pt x="0" y="833755"/>
                  </a:lnTo>
                  <a:lnTo>
                    <a:pt x="8889" y="842644"/>
                  </a:lnTo>
                  <a:lnTo>
                    <a:pt x="793304" y="58355"/>
                  </a:lnTo>
                  <a:lnTo>
                    <a:pt x="784289" y="49340"/>
                  </a:lnTo>
                  <a:close/>
                </a:path>
                <a:path w="842645" h="842645" extrusionOk="0">
                  <a:moveTo>
                    <a:pt x="829182" y="40386"/>
                  </a:moveTo>
                  <a:lnTo>
                    <a:pt x="793242" y="40386"/>
                  </a:lnTo>
                  <a:lnTo>
                    <a:pt x="802258" y="49402"/>
                  </a:lnTo>
                  <a:lnTo>
                    <a:pt x="793304" y="58355"/>
                  </a:lnTo>
                  <a:lnTo>
                    <a:pt x="815720" y="80772"/>
                  </a:lnTo>
                  <a:lnTo>
                    <a:pt x="829182" y="40386"/>
                  </a:lnTo>
                  <a:close/>
                </a:path>
                <a:path w="842645" h="842645" extrusionOk="0">
                  <a:moveTo>
                    <a:pt x="793242" y="40386"/>
                  </a:moveTo>
                  <a:lnTo>
                    <a:pt x="784289" y="49340"/>
                  </a:lnTo>
                  <a:lnTo>
                    <a:pt x="793304" y="58355"/>
                  </a:lnTo>
                  <a:lnTo>
                    <a:pt x="802258" y="49402"/>
                  </a:lnTo>
                  <a:lnTo>
                    <a:pt x="793242" y="40386"/>
                  </a:lnTo>
                  <a:close/>
                </a:path>
                <a:path w="842645" h="842645" extrusionOk="0">
                  <a:moveTo>
                    <a:pt x="842644" y="0"/>
                  </a:moveTo>
                  <a:lnTo>
                    <a:pt x="761872" y="26924"/>
                  </a:lnTo>
                  <a:lnTo>
                    <a:pt x="784289" y="49340"/>
                  </a:lnTo>
                  <a:lnTo>
                    <a:pt x="793242" y="40386"/>
                  </a:lnTo>
                  <a:lnTo>
                    <a:pt x="829182" y="40386"/>
                  </a:lnTo>
                  <a:lnTo>
                    <a:pt x="8426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4" name="Google Shape;517;p7"/>
          <p:cNvSpPr txBox="1"/>
          <p:nvPr/>
        </p:nvSpPr>
        <p:spPr>
          <a:xfrm>
            <a:off x="6804869" y="3832900"/>
            <a:ext cx="57657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Times New Roman"/>
                <a:ea typeface="Times New Roman"/>
                <a:cs typeface="Times New Roman"/>
                <a:sym typeface="Times New Roman"/>
              </a:rPr>
              <a:t>Σ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" name="Google Shape;518;p7"/>
          <p:cNvGrpSpPr/>
          <p:nvPr/>
        </p:nvGrpSpPr>
        <p:grpSpPr>
          <a:xfrm>
            <a:off x="7814104" y="3666708"/>
            <a:ext cx="3700424" cy="1066800"/>
            <a:chOff x="4648200" y="2743200"/>
            <a:chExt cx="2514600" cy="1066800"/>
          </a:xfrm>
        </p:grpSpPr>
        <p:sp>
          <p:nvSpPr>
            <p:cNvPr id="16" name="Google Shape;519;p7"/>
            <p:cNvSpPr/>
            <p:nvPr/>
          </p:nvSpPr>
          <p:spPr>
            <a:xfrm>
              <a:off x="5257800" y="274320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 extrusionOk="0">
                  <a:moveTo>
                    <a:pt x="0" y="533400"/>
                  </a:moveTo>
                  <a:lnTo>
                    <a:pt x="2179" y="484842"/>
                  </a:lnTo>
                  <a:lnTo>
                    <a:pt x="8592" y="437507"/>
                  </a:lnTo>
                  <a:lnTo>
                    <a:pt x="19050" y="391583"/>
                  </a:lnTo>
                  <a:lnTo>
                    <a:pt x="33364" y="347258"/>
                  </a:lnTo>
                  <a:lnTo>
                    <a:pt x="51348" y="304721"/>
                  </a:lnTo>
                  <a:lnTo>
                    <a:pt x="72813" y="264160"/>
                  </a:lnTo>
                  <a:lnTo>
                    <a:pt x="97570" y="225762"/>
                  </a:lnTo>
                  <a:lnTo>
                    <a:pt x="125432" y="189716"/>
                  </a:lnTo>
                  <a:lnTo>
                    <a:pt x="156209" y="156210"/>
                  </a:lnTo>
                  <a:lnTo>
                    <a:pt x="189716" y="125432"/>
                  </a:lnTo>
                  <a:lnTo>
                    <a:pt x="225762" y="97570"/>
                  </a:lnTo>
                  <a:lnTo>
                    <a:pt x="264159" y="72813"/>
                  </a:lnTo>
                  <a:lnTo>
                    <a:pt x="304721" y="51348"/>
                  </a:lnTo>
                  <a:lnTo>
                    <a:pt x="347258" y="33364"/>
                  </a:lnTo>
                  <a:lnTo>
                    <a:pt x="391583" y="19050"/>
                  </a:lnTo>
                  <a:lnTo>
                    <a:pt x="437507" y="8592"/>
                  </a:lnTo>
                  <a:lnTo>
                    <a:pt x="484842" y="2179"/>
                  </a:lnTo>
                  <a:lnTo>
                    <a:pt x="533400" y="0"/>
                  </a:lnTo>
                  <a:lnTo>
                    <a:pt x="581957" y="2179"/>
                  </a:lnTo>
                  <a:lnTo>
                    <a:pt x="629292" y="8592"/>
                  </a:lnTo>
                  <a:lnTo>
                    <a:pt x="675216" y="19050"/>
                  </a:lnTo>
                  <a:lnTo>
                    <a:pt x="719541" y="33364"/>
                  </a:lnTo>
                  <a:lnTo>
                    <a:pt x="762078" y="51348"/>
                  </a:lnTo>
                  <a:lnTo>
                    <a:pt x="802639" y="72813"/>
                  </a:lnTo>
                  <a:lnTo>
                    <a:pt x="841037" y="97570"/>
                  </a:lnTo>
                  <a:lnTo>
                    <a:pt x="877083" y="125432"/>
                  </a:lnTo>
                  <a:lnTo>
                    <a:pt x="910589" y="156209"/>
                  </a:lnTo>
                  <a:lnTo>
                    <a:pt x="941367" y="189716"/>
                  </a:lnTo>
                  <a:lnTo>
                    <a:pt x="969229" y="225762"/>
                  </a:lnTo>
                  <a:lnTo>
                    <a:pt x="993986" y="264159"/>
                  </a:lnTo>
                  <a:lnTo>
                    <a:pt x="1015451" y="304721"/>
                  </a:lnTo>
                  <a:lnTo>
                    <a:pt x="1033435" y="347258"/>
                  </a:lnTo>
                  <a:lnTo>
                    <a:pt x="1047749" y="391583"/>
                  </a:lnTo>
                  <a:lnTo>
                    <a:pt x="1058207" y="437507"/>
                  </a:lnTo>
                  <a:lnTo>
                    <a:pt x="1064620" y="484842"/>
                  </a:lnTo>
                  <a:lnTo>
                    <a:pt x="1066800" y="533400"/>
                  </a:lnTo>
                  <a:lnTo>
                    <a:pt x="1064620" y="581957"/>
                  </a:lnTo>
                  <a:lnTo>
                    <a:pt x="1058207" y="629292"/>
                  </a:lnTo>
                  <a:lnTo>
                    <a:pt x="1047750" y="675216"/>
                  </a:lnTo>
                  <a:lnTo>
                    <a:pt x="1033435" y="719541"/>
                  </a:lnTo>
                  <a:lnTo>
                    <a:pt x="1015451" y="762078"/>
                  </a:lnTo>
                  <a:lnTo>
                    <a:pt x="993986" y="802639"/>
                  </a:lnTo>
                  <a:lnTo>
                    <a:pt x="969229" y="841037"/>
                  </a:lnTo>
                  <a:lnTo>
                    <a:pt x="941367" y="877083"/>
                  </a:lnTo>
                  <a:lnTo>
                    <a:pt x="910590" y="910589"/>
                  </a:lnTo>
                  <a:lnTo>
                    <a:pt x="877083" y="941367"/>
                  </a:lnTo>
                  <a:lnTo>
                    <a:pt x="841037" y="969229"/>
                  </a:lnTo>
                  <a:lnTo>
                    <a:pt x="802640" y="993986"/>
                  </a:lnTo>
                  <a:lnTo>
                    <a:pt x="762078" y="1015451"/>
                  </a:lnTo>
                  <a:lnTo>
                    <a:pt x="719541" y="1033435"/>
                  </a:lnTo>
                  <a:lnTo>
                    <a:pt x="675216" y="1047749"/>
                  </a:lnTo>
                  <a:lnTo>
                    <a:pt x="629292" y="1058207"/>
                  </a:lnTo>
                  <a:lnTo>
                    <a:pt x="581957" y="1064620"/>
                  </a:lnTo>
                  <a:lnTo>
                    <a:pt x="533400" y="1066800"/>
                  </a:lnTo>
                  <a:lnTo>
                    <a:pt x="484842" y="1064620"/>
                  </a:lnTo>
                  <a:lnTo>
                    <a:pt x="437507" y="1058207"/>
                  </a:lnTo>
                  <a:lnTo>
                    <a:pt x="391583" y="1047750"/>
                  </a:lnTo>
                  <a:lnTo>
                    <a:pt x="347258" y="1033435"/>
                  </a:lnTo>
                  <a:lnTo>
                    <a:pt x="304721" y="1015451"/>
                  </a:lnTo>
                  <a:lnTo>
                    <a:pt x="264160" y="993986"/>
                  </a:lnTo>
                  <a:lnTo>
                    <a:pt x="225762" y="969229"/>
                  </a:lnTo>
                  <a:lnTo>
                    <a:pt x="189716" y="941367"/>
                  </a:lnTo>
                  <a:lnTo>
                    <a:pt x="156210" y="910590"/>
                  </a:lnTo>
                  <a:lnTo>
                    <a:pt x="125432" y="877083"/>
                  </a:lnTo>
                  <a:lnTo>
                    <a:pt x="97570" y="841037"/>
                  </a:lnTo>
                  <a:lnTo>
                    <a:pt x="72813" y="802639"/>
                  </a:lnTo>
                  <a:lnTo>
                    <a:pt x="51348" y="762078"/>
                  </a:lnTo>
                  <a:lnTo>
                    <a:pt x="33364" y="719541"/>
                  </a:lnTo>
                  <a:lnTo>
                    <a:pt x="19050" y="675216"/>
                  </a:lnTo>
                  <a:lnTo>
                    <a:pt x="8592" y="629292"/>
                  </a:lnTo>
                  <a:lnTo>
                    <a:pt x="2179" y="581957"/>
                  </a:lnTo>
                  <a:lnTo>
                    <a:pt x="0" y="5334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" name="Google Shape;520;p7"/>
            <p:cNvSpPr/>
            <p:nvPr/>
          </p:nvSpPr>
          <p:spPr>
            <a:xfrm>
              <a:off x="4648200" y="3233673"/>
              <a:ext cx="2514600" cy="85725"/>
            </a:xfrm>
            <a:custGeom>
              <a:avLst/>
              <a:gdLst/>
              <a:ahLst/>
              <a:cxnLst/>
              <a:rect l="l" t="t" r="r" b="b"/>
              <a:pathLst>
                <a:path w="2514600" h="85725" extrusionOk="0">
                  <a:moveTo>
                    <a:pt x="609600" y="42926"/>
                  </a:moveTo>
                  <a:lnTo>
                    <a:pt x="580936" y="28575"/>
                  </a:lnTo>
                  <a:lnTo>
                    <a:pt x="523875" y="0"/>
                  </a:lnTo>
                  <a:lnTo>
                    <a:pt x="523875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523875" y="57150"/>
                  </a:lnTo>
                  <a:lnTo>
                    <a:pt x="523875" y="85725"/>
                  </a:lnTo>
                  <a:lnTo>
                    <a:pt x="581101" y="57150"/>
                  </a:lnTo>
                  <a:lnTo>
                    <a:pt x="609600" y="42926"/>
                  </a:lnTo>
                  <a:close/>
                </a:path>
                <a:path w="2514600" h="85725" extrusionOk="0">
                  <a:moveTo>
                    <a:pt x="2514600" y="42926"/>
                  </a:moveTo>
                  <a:lnTo>
                    <a:pt x="2485936" y="28575"/>
                  </a:lnTo>
                  <a:lnTo>
                    <a:pt x="2428875" y="0"/>
                  </a:lnTo>
                  <a:lnTo>
                    <a:pt x="2428875" y="28575"/>
                  </a:lnTo>
                  <a:lnTo>
                    <a:pt x="1676400" y="28575"/>
                  </a:lnTo>
                  <a:lnTo>
                    <a:pt x="1676400" y="57150"/>
                  </a:lnTo>
                  <a:lnTo>
                    <a:pt x="2428875" y="57150"/>
                  </a:lnTo>
                  <a:lnTo>
                    <a:pt x="2428875" y="85725"/>
                  </a:lnTo>
                  <a:lnTo>
                    <a:pt x="2486101" y="57150"/>
                  </a:lnTo>
                  <a:lnTo>
                    <a:pt x="2514600" y="429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8" name="Google Shape;521;p7"/>
          <p:cNvSpPr txBox="1"/>
          <p:nvPr/>
        </p:nvSpPr>
        <p:spPr>
          <a:xfrm>
            <a:off x="8882798" y="3837472"/>
            <a:ext cx="1046589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f(n)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522;p7"/>
          <p:cNvSpPr txBox="1"/>
          <p:nvPr/>
        </p:nvSpPr>
        <p:spPr>
          <a:xfrm>
            <a:off x="2767155" y="1823288"/>
            <a:ext cx="1702491" cy="38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250">
                <a:latin typeface="Noto Sans Symbols"/>
                <a:ea typeface="Noto Sans Symbols"/>
                <a:cs typeface="Noto Sans Symbols"/>
                <a:sym typeface="Noto Sans Symbols"/>
              </a:rPr>
              <a:t>{</a:t>
            </a:r>
            <a:endParaRPr sz="2525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" name="Google Shape;523;p7"/>
          <p:cNvSpPr txBox="1"/>
          <p:nvPr/>
        </p:nvSpPr>
        <p:spPr>
          <a:xfrm>
            <a:off x="4574749" y="2689646"/>
            <a:ext cx="444792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W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524;p7"/>
          <p:cNvSpPr txBox="1"/>
          <p:nvPr/>
        </p:nvSpPr>
        <p:spPr>
          <a:xfrm>
            <a:off x="4574749" y="3299550"/>
            <a:ext cx="443796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W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525;p7"/>
          <p:cNvSpPr txBox="1"/>
          <p:nvPr/>
        </p:nvSpPr>
        <p:spPr>
          <a:xfrm>
            <a:off x="4574749" y="4976281"/>
            <a:ext cx="444792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W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526;p7"/>
          <p:cNvSpPr txBox="1"/>
          <p:nvPr/>
        </p:nvSpPr>
        <p:spPr>
          <a:xfrm>
            <a:off x="4574749" y="5586186"/>
            <a:ext cx="443796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W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527;p7"/>
          <p:cNvSpPr txBox="1"/>
          <p:nvPr/>
        </p:nvSpPr>
        <p:spPr>
          <a:xfrm>
            <a:off x="11366284" y="3985604"/>
            <a:ext cx="1548474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Outputs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528;p7"/>
          <p:cNvSpPr txBox="1"/>
          <p:nvPr/>
        </p:nvSpPr>
        <p:spPr>
          <a:xfrm>
            <a:off x="8224049" y="4793279"/>
            <a:ext cx="1873437" cy="11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529;p7"/>
          <p:cNvSpPr txBox="1"/>
          <p:nvPr/>
        </p:nvSpPr>
        <p:spPr>
          <a:xfrm>
            <a:off x="2446145" y="3299550"/>
            <a:ext cx="333594" cy="22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I  N  P  U  T  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530;p7"/>
          <p:cNvSpPr txBox="1"/>
          <p:nvPr/>
        </p:nvSpPr>
        <p:spPr>
          <a:xfrm>
            <a:off x="2830448" y="6616663"/>
            <a:ext cx="17400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=Weight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531;p7"/>
          <p:cNvSpPr/>
          <p:nvPr/>
        </p:nvSpPr>
        <p:spPr>
          <a:xfrm>
            <a:off x="5381801" y="2447508"/>
            <a:ext cx="6167373" cy="3886200"/>
          </a:xfrm>
          <a:custGeom>
            <a:avLst/>
            <a:gdLst/>
            <a:ahLst/>
            <a:cxnLst/>
            <a:rect l="l" t="t" r="r" b="b"/>
            <a:pathLst>
              <a:path w="4191000" h="3886200" extrusionOk="0">
                <a:moveTo>
                  <a:pt x="0" y="1943100"/>
                </a:moveTo>
                <a:lnTo>
                  <a:pt x="588" y="1896571"/>
                </a:lnTo>
                <a:lnTo>
                  <a:pt x="2347" y="1850311"/>
                </a:lnTo>
                <a:lnTo>
                  <a:pt x="5261" y="1804331"/>
                </a:lnTo>
                <a:lnTo>
                  <a:pt x="9318" y="1758643"/>
                </a:lnTo>
                <a:lnTo>
                  <a:pt x="14505" y="1713261"/>
                </a:lnTo>
                <a:lnTo>
                  <a:pt x="20808" y="1668195"/>
                </a:lnTo>
                <a:lnTo>
                  <a:pt x="28215" y="1623459"/>
                </a:lnTo>
                <a:lnTo>
                  <a:pt x="36712" y="1579064"/>
                </a:lnTo>
                <a:lnTo>
                  <a:pt x="46287" y="1535022"/>
                </a:lnTo>
                <a:lnTo>
                  <a:pt x="56926" y="1491346"/>
                </a:lnTo>
                <a:lnTo>
                  <a:pt x="68615" y="1448048"/>
                </a:lnTo>
                <a:lnTo>
                  <a:pt x="81343" y="1405140"/>
                </a:lnTo>
                <a:lnTo>
                  <a:pt x="95095" y="1362634"/>
                </a:lnTo>
                <a:lnTo>
                  <a:pt x="109859" y="1320543"/>
                </a:lnTo>
                <a:lnTo>
                  <a:pt x="125621" y="1278878"/>
                </a:lnTo>
                <a:lnTo>
                  <a:pt x="142369" y="1237652"/>
                </a:lnTo>
                <a:lnTo>
                  <a:pt x="160089" y="1196877"/>
                </a:lnTo>
                <a:lnTo>
                  <a:pt x="178767" y="1156565"/>
                </a:lnTo>
                <a:lnTo>
                  <a:pt x="198392" y="1116728"/>
                </a:lnTo>
                <a:lnTo>
                  <a:pt x="218950" y="1077379"/>
                </a:lnTo>
                <a:lnTo>
                  <a:pt x="240427" y="1038529"/>
                </a:lnTo>
                <a:lnTo>
                  <a:pt x="262811" y="1000191"/>
                </a:lnTo>
                <a:lnTo>
                  <a:pt x="286088" y="962377"/>
                </a:lnTo>
                <a:lnTo>
                  <a:pt x="310246" y="925100"/>
                </a:lnTo>
                <a:lnTo>
                  <a:pt x="335270" y="888370"/>
                </a:lnTo>
                <a:lnTo>
                  <a:pt x="361149" y="852201"/>
                </a:lnTo>
                <a:lnTo>
                  <a:pt x="387869" y="816605"/>
                </a:lnTo>
                <a:lnTo>
                  <a:pt x="415416" y="781594"/>
                </a:lnTo>
                <a:lnTo>
                  <a:pt x="443778" y="747180"/>
                </a:lnTo>
                <a:lnTo>
                  <a:pt x="472941" y="713375"/>
                </a:lnTo>
                <a:lnTo>
                  <a:pt x="502893" y="680191"/>
                </a:lnTo>
                <a:lnTo>
                  <a:pt x="533620" y="647641"/>
                </a:lnTo>
                <a:lnTo>
                  <a:pt x="565109" y="615737"/>
                </a:lnTo>
                <a:lnTo>
                  <a:pt x="597347" y="584491"/>
                </a:lnTo>
                <a:lnTo>
                  <a:pt x="630321" y="553915"/>
                </a:lnTo>
                <a:lnTo>
                  <a:pt x="664018" y="524021"/>
                </a:lnTo>
                <a:lnTo>
                  <a:pt x="698424" y="494822"/>
                </a:lnTo>
                <a:lnTo>
                  <a:pt x="733526" y="466329"/>
                </a:lnTo>
                <a:lnTo>
                  <a:pt x="769312" y="438555"/>
                </a:lnTo>
                <a:lnTo>
                  <a:pt x="805768" y="411512"/>
                </a:lnTo>
                <a:lnTo>
                  <a:pt x="842882" y="385213"/>
                </a:lnTo>
                <a:lnTo>
                  <a:pt x="880639" y="359668"/>
                </a:lnTo>
                <a:lnTo>
                  <a:pt x="919027" y="334892"/>
                </a:lnTo>
                <a:lnTo>
                  <a:pt x="958032" y="310895"/>
                </a:lnTo>
                <a:lnTo>
                  <a:pt x="997642" y="287689"/>
                </a:lnTo>
                <a:lnTo>
                  <a:pt x="1037844" y="265288"/>
                </a:lnTo>
                <a:lnTo>
                  <a:pt x="1078623" y="243704"/>
                </a:lnTo>
                <a:lnTo>
                  <a:pt x="1119968" y="222947"/>
                </a:lnTo>
                <a:lnTo>
                  <a:pt x="1161865" y="203032"/>
                </a:lnTo>
                <a:lnTo>
                  <a:pt x="1204301" y="183969"/>
                </a:lnTo>
                <a:lnTo>
                  <a:pt x="1247262" y="165771"/>
                </a:lnTo>
                <a:lnTo>
                  <a:pt x="1290736" y="148450"/>
                </a:lnTo>
                <a:lnTo>
                  <a:pt x="1334710" y="132018"/>
                </a:lnTo>
                <a:lnTo>
                  <a:pt x="1379169" y="116488"/>
                </a:lnTo>
                <a:lnTo>
                  <a:pt x="1424102" y="101872"/>
                </a:lnTo>
                <a:lnTo>
                  <a:pt x="1469496" y="88182"/>
                </a:lnTo>
                <a:lnTo>
                  <a:pt x="1515336" y="75429"/>
                </a:lnTo>
                <a:lnTo>
                  <a:pt x="1561610" y="63627"/>
                </a:lnTo>
                <a:lnTo>
                  <a:pt x="1608304" y="52787"/>
                </a:lnTo>
                <a:lnTo>
                  <a:pt x="1655406" y="42922"/>
                </a:lnTo>
                <a:lnTo>
                  <a:pt x="1702903" y="34043"/>
                </a:lnTo>
                <a:lnTo>
                  <a:pt x="1750781" y="26164"/>
                </a:lnTo>
                <a:lnTo>
                  <a:pt x="1799027" y="19295"/>
                </a:lnTo>
                <a:lnTo>
                  <a:pt x="1847628" y="13450"/>
                </a:lnTo>
                <a:lnTo>
                  <a:pt x="1896571" y="8640"/>
                </a:lnTo>
                <a:lnTo>
                  <a:pt x="1945843" y="4878"/>
                </a:lnTo>
                <a:lnTo>
                  <a:pt x="1995430" y="2176"/>
                </a:lnTo>
                <a:lnTo>
                  <a:pt x="2045320" y="546"/>
                </a:lnTo>
                <a:lnTo>
                  <a:pt x="2095500" y="0"/>
                </a:lnTo>
                <a:lnTo>
                  <a:pt x="2145679" y="546"/>
                </a:lnTo>
                <a:lnTo>
                  <a:pt x="2195569" y="2176"/>
                </a:lnTo>
                <a:lnTo>
                  <a:pt x="2245156" y="4878"/>
                </a:lnTo>
                <a:lnTo>
                  <a:pt x="2294428" y="8640"/>
                </a:lnTo>
                <a:lnTo>
                  <a:pt x="2343371" y="13450"/>
                </a:lnTo>
                <a:lnTo>
                  <a:pt x="2391972" y="19295"/>
                </a:lnTo>
                <a:lnTo>
                  <a:pt x="2440218" y="26164"/>
                </a:lnTo>
                <a:lnTo>
                  <a:pt x="2488096" y="34043"/>
                </a:lnTo>
                <a:lnTo>
                  <a:pt x="2535593" y="42922"/>
                </a:lnTo>
                <a:lnTo>
                  <a:pt x="2582695" y="52787"/>
                </a:lnTo>
                <a:lnTo>
                  <a:pt x="2629389" y="63627"/>
                </a:lnTo>
                <a:lnTo>
                  <a:pt x="2675663" y="75429"/>
                </a:lnTo>
                <a:lnTo>
                  <a:pt x="2721503" y="88182"/>
                </a:lnTo>
                <a:lnTo>
                  <a:pt x="2766897" y="101872"/>
                </a:lnTo>
                <a:lnTo>
                  <a:pt x="2811830" y="116488"/>
                </a:lnTo>
                <a:lnTo>
                  <a:pt x="2856289" y="132018"/>
                </a:lnTo>
                <a:lnTo>
                  <a:pt x="2900263" y="148450"/>
                </a:lnTo>
                <a:lnTo>
                  <a:pt x="2943737" y="165771"/>
                </a:lnTo>
                <a:lnTo>
                  <a:pt x="2986698" y="183969"/>
                </a:lnTo>
                <a:lnTo>
                  <a:pt x="3029134" y="203032"/>
                </a:lnTo>
                <a:lnTo>
                  <a:pt x="3071031" y="222947"/>
                </a:lnTo>
                <a:lnTo>
                  <a:pt x="3112376" y="243704"/>
                </a:lnTo>
                <a:lnTo>
                  <a:pt x="3153155" y="265288"/>
                </a:lnTo>
                <a:lnTo>
                  <a:pt x="3193357" y="287689"/>
                </a:lnTo>
                <a:lnTo>
                  <a:pt x="3232967" y="310895"/>
                </a:lnTo>
                <a:lnTo>
                  <a:pt x="3271972" y="334892"/>
                </a:lnTo>
                <a:lnTo>
                  <a:pt x="3310360" y="359668"/>
                </a:lnTo>
                <a:lnTo>
                  <a:pt x="3348117" y="385213"/>
                </a:lnTo>
                <a:lnTo>
                  <a:pt x="3385231" y="411512"/>
                </a:lnTo>
                <a:lnTo>
                  <a:pt x="3421687" y="438555"/>
                </a:lnTo>
                <a:lnTo>
                  <a:pt x="3457473" y="466329"/>
                </a:lnTo>
                <a:lnTo>
                  <a:pt x="3492575" y="494822"/>
                </a:lnTo>
                <a:lnTo>
                  <a:pt x="3526981" y="524021"/>
                </a:lnTo>
                <a:lnTo>
                  <a:pt x="3560678" y="553915"/>
                </a:lnTo>
                <a:lnTo>
                  <a:pt x="3593652" y="584491"/>
                </a:lnTo>
                <a:lnTo>
                  <a:pt x="3625890" y="615737"/>
                </a:lnTo>
                <a:lnTo>
                  <a:pt x="3657379" y="647641"/>
                </a:lnTo>
                <a:lnTo>
                  <a:pt x="3688106" y="680191"/>
                </a:lnTo>
                <a:lnTo>
                  <a:pt x="3718058" y="713375"/>
                </a:lnTo>
                <a:lnTo>
                  <a:pt x="3747221" y="747180"/>
                </a:lnTo>
                <a:lnTo>
                  <a:pt x="3775583" y="781594"/>
                </a:lnTo>
                <a:lnTo>
                  <a:pt x="3803130" y="816605"/>
                </a:lnTo>
                <a:lnTo>
                  <a:pt x="3829850" y="852201"/>
                </a:lnTo>
                <a:lnTo>
                  <a:pt x="3855729" y="888370"/>
                </a:lnTo>
                <a:lnTo>
                  <a:pt x="3880753" y="925100"/>
                </a:lnTo>
                <a:lnTo>
                  <a:pt x="3904911" y="962377"/>
                </a:lnTo>
                <a:lnTo>
                  <a:pt x="3928188" y="1000191"/>
                </a:lnTo>
                <a:lnTo>
                  <a:pt x="3950572" y="1038529"/>
                </a:lnTo>
                <a:lnTo>
                  <a:pt x="3972049" y="1077379"/>
                </a:lnTo>
                <a:lnTo>
                  <a:pt x="3992607" y="1116728"/>
                </a:lnTo>
                <a:lnTo>
                  <a:pt x="4012232" y="1156565"/>
                </a:lnTo>
                <a:lnTo>
                  <a:pt x="4030910" y="1196877"/>
                </a:lnTo>
                <a:lnTo>
                  <a:pt x="4048630" y="1237652"/>
                </a:lnTo>
                <a:lnTo>
                  <a:pt x="4065378" y="1278878"/>
                </a:lnTo>
                <a:lnTo>
                  <a:pt x="4081140" y="1320543"/>
                </a:lnTo>
                <a:lnTo>
                  <a:pt x="4095904" y="1362634"/>
                </a:lnTo>
                <a:lnTo>
                  <a:pt x="4109656" y="1405140"/>
                </a:lnTo>
                <a:lnTo>
                  <a:pt x="4122384" y="1448048"/>
                </a:lnTo>
                <a:lnTo>
                  <a:pt x="4134073" y="1491346"/>
                </a:lnTo>
                <a:lnTo>
                  <a:pt x="4144712" y="1535022"/>
                </a:lnTo>
                <a:lnTo>
                  <a:pt x="4154287" y="1579064"/>
                </a:lnTo>
                <a:lnTo>
                  <a:pt x="4162784" y="1623459"/>
                </a:lnTo>
                <a:lnTo>
                  <a:pt x="4170191" y="1668195"/>
                </a:lnTo>
                <a:lnTo>
                  <a:pt x="4176494" y="1713261"/>
                </a:lnTo>
                <a:lnTo>
                  <a:pt x="4181681" y="1758643"/>
                </a:lnTo>
                <a:lnTo>
                  <a:pt x="4185738" y="1804331"/>
                </a:lnTo>
                <a:lnTo>
                  <a:pt x="4188652" y="1850311"/>
                </a:lnTo>
                <a:lnTo>
                  <a:pt x="4190411" y="1896571"/>
                </a:lnTo>
                <a:lnTo>
                  <a:pt x="4191000" y="1943100"/>
                </a:lnTo>
                <a:lnTo>
                  <a:pt x="4190411" y="1989628"/>
                </a:lnTo>
                <a:lnTo>
                  <a:pt x="4188652" y="2035888"/>
                </a:lnTo>
                <a:lnTo>
                  <a:pt x="4185738" y="2081868"/>
                </a:lnTo>
                <a:lnTo>
                  <a:pt x="4181681" y="2127556"/>
                </a:lnTo>
                <a:lnTo>
                  <a:pt x="4176494" y="2172938"/>
                </a:lnTo>
                <a:lnTo>
                  <a:pt x="4170191" y="2218004"/>
                </a:lnTo>
                <a:lnTo>
                  <a:pt x="4162784" y="2262740"/>
                </a:lnTo>
                <a:lnTo>
                  <a:pt x="4154287" y="2307135"/>
                </a:lnTo>
                <a:lnTo>
                  <a:pt x="4144712" y="2351177"/>
                </a:lnTo>
                <a:lnTo>
                  <a:pt x="4134073" y="2394853"/>
                </a:lnTo>
                <a:lnTo>
                  <a:pt x="4122384" y="2438151"/>
                </a:lnTo>
                <a:lnTo>
                  <a:pt x="4109656" y="2481059"/>
                </a:lnTo>
                <a:lnTo>
                  <a:pt x="4095904" y="2523565"/>
                </a:lnTo>
                <a:lnTo>
                  <a:pt x="4081140" y="2565656"/>
                </a:lnTo>
                <a:lnTo>
                  <a:pt x="4065378" y="2607321"/>
                </a:lnTo>
                <a:lnTo>
                  <a:pt x="4048630" y="2648547"/>
                </a:lnTo>
                <a:lnTo>
                  <a:pt x="4030910" y="2689322"/>
                </a:lnTo>
                <a:lnTo>
                  <a:pt x="4012232" y="2729634"/>
                </a:lnTo>
                <a:lnTo>
                  <a:pt x="3992607" y="2769471"/>
                </a:lnTo>
                <a:lnTo>
                  <a:pt x="3972049" y="2808820"/>
                </a:lnTo>
                <a:lnTo>
                  <a:pt x="3950572" y="2847670"/>
                </a:lnTo>
                <a:lnTo>
                  <a:pt x="3928188" y="2886008"/>
                </a:lnTo>
                <a:lnTo>
                  <a:pt x="3904911" y="2923822"/>
                </a:lnTo>
                <a:lnTo>
                  <a:pt x="3880753" y="2961099"/>
                </a:lnTo>
                <a:lnTo>
                  <a:pt x="3855729" y="2997829"/>
                </a:lnTo>
                <a:lnTo>
                  <a:pt x="3829850" y="3033998"/>
                </a:lnTo>
                <a:lnTo>
                  <a:pt x="3803130" y="3069594"/>
                </a:lnTo>
                <a:lnTo>
                  <a:pt x="3775583" y="3104605"/>
                </a:lnTo>
                <a:lnTo>
                  <a:pt x="3747221" y="3139019"/>
                </a:lnTo>
                <a:lnTo>
                  <a:pt x="3718058" y="3172824"/>
                </a:lnTo>
                <a:lnTo>
                  <a:pt x="3688106" y="3206008"/>
                </a:lnTo>
                <a:lnTo>
                  <a:pt x="3657379" y="3238558"/>
                </a:lnTo>
                <a:lnTo>
                  <a:pt x="3625890" y="3270462"/>
                </a:lnTo>
                <a:lnTo>
                  <a:pt x="3593652" y="3301708"/>
                </a:lnTo>
                <a:lnTo>
                  <a:pt x="3560678" y="3332284"/>
                </a:lnTo>
                <a:lnTo>
                  <a:pt x="3526981" y="3362178"/>
                </a:lnTo>
                <a:lnTo>
                  <a:pt x="3492575" y="3391377"/>
                </a:lnTo>
                <a:lnTo>
                  <a:pt x="3457473" y="3419870"/>
                </a:lnTo>
                <a:lnTo>
                  <a:pt x="3421687" y="3447644"/>
                </a:lnTo>
                <a:lnTo>
                  <a:pt x="3385231" y="3474687"/>
                </a:lnTo>
                <a:lnTo>
                  <a:pt x="3348117" y="3500986"/>
                </a:lnTo>
                <a:lnTo>
                  <a:pt x="3310360" y="3526531"/>
                </a:lnTo>
                <a:lnTo>
                  <a:pt x="3271972" y="3551307"/>
                </a:lnTo>
                <a:lnTo>
                  <a:pt x="3232967" y="3575304"/>
                </a:lnTo>
                <a:lnTo>
                  <a:pt x="3193357" y="3598510"/>
                </a:lnTo>
                <a:lnTo>
                  <a:pt x="3153156" y="3620911"/>
                </a:lnTo>
                <a:lnTo>
                  <a:pt x="3112376" y="3642495"/>
                </a:lnTo>
                <a:lnTo>
                  <a:pt x="3071031" y="3663252"/>
                </a:lnTo>
                <a:lnTo>
                  <a:pt x="3029134" y="3683167"/>
                </a:lnTo>
                <a:lnTo>
                  <a:pt x="2986698" y="3702230"/>
                </a:lnTo>
                <a:lnTo>
                  <a:pt x="2943737" y="3720428"/>
                </a:lnTo>
                <a:lnTo>
                  <a:pt x="2900263" y="3737749"/>
                </a:lnTo>
                <a:lnTo>
                  <a:pt x="2856289" y="3754181"/>
                </a:lnTo>
                <a:lnTo>
                  <a:pt x="2811830" y="3769711"/>
                </a:lnTo>
                <a:lnTo>
                  <a:pt x="2766897" y="3784327"/>
                </a:lnTo>
                <a:lnTo>
                  <a:pt x="2721503" y="3798017"/>
                </a:lnTo>
                <a:lnTo>
                  <a:pt x="2675663" y="3810770"/>
                </a:lnTo>
                <a:lnTo>
                  <a:pt x="2629389" y="3822572"/>
                </a:lnTo>
                <a:lnTo>
                  <a:pt x="2582695" y="3833412"/>
                </a:lnTo>
                <a:lnTo>
                  <a:pt x="2535593" y="3843277"/>
                </a:lnTo>
                <a:lnTo>
                  <a:pt x="2488096" y="3852156"/>
                </a:lnTo>
                <a:lnTo>
                  <a:pt x="2440218" y="3860035"/>
                </a:lnTo>
                <a:lnTo>
                  <a:pt x="2391972" y="3866904"/>
                </a:lnTo>
                <a:lnTo>
                  <a:pt x="2343371" y="3872749"/>
                </a:lnTo>
                <a:lnTo>
                  <a:pt x="2294428" y="3877559"/>
                </a:lnTo>
                <a:lnTo>
                  <a:pt x="2245156" y="3881321"/>
                </a:lnTo>
                <a:lnTo>
                  <a:pt x="2195569" y="3884023"/>
                </a:lnTo>
                <a:lnTo>
                  <a:pt x="2145679" y="3885653"/>
                </a:lnTo>
                <a:lnTo>
                  <a:pt x="2095500" y="3886200"/>
                </a:lnTo>
                <a:lnTo>
                  <a:pt x="2045320" y="3885653"/>
                </a:lnTo>
                <a:lnTo>
                  <a:pt x="1995430" y="3884023"/>
                </a:lnTo>
                <a:lnTo>
                  <a:pt x="1945843" y="3881321"/>
                </a:lnTo>
                <a:lnTo>
                  <a:pt x="1896571" y="3877559"/>
                </a:lnTo>
                <a:lnTo>
                  <a:pt x="1847628" y="3872749"/>
                </a:lnTo>
                <a:lnTo>
                  <a:pt x="1799027" y="3866904"/>
                </a:lnTo>
                <a:lnTo>
                  <a:pt x="1750781" y="3860035"/>
                </a:lnTo>
                <a:lnTo>
                  <a:pt x="1702903" y="3852156"/>
                </a:lnTo>
                <a:lnTo>
                  <a:pt x="1655406" y="3843277"/>
                </a:lnTo>
                <a:lnTo>
                  <a:pt x="1608304" y="3833412"/>
                </a:lnTo>
                <a:lnTo>
                  <a:pt x="1561610" y="3822572"/>
                </a:lnTo>
                <a:lnTo>
                  <a:pt x="1515336" y="3810770"/>
                </a:lnTo>
                <a:lnTo>
                  <a:pt x="1469496" y="3798017"/>
                </a:lnTo>
                <a:lnTo>
                  <a:pt x="1424102" y="3784327"/>
                </a:lnTo>
                <a:lnTo>
                  <a:pt x="1379169" y="3769711"/>
                </a:lnTo>
                <a:lnTo>
                  <a:pt x="1334710" y="3754181"/>
                </a:lnTo>
                <a:lnTo>
                  <a:pt x="1290736" y="3737749"/>
                </a:lnTo>
                <a:lnTo>
                  <a:pt x="1247262" y="3720428"/>
                </a:lnTo>
                <a:lnTo>
                  <a:pt x="1204301" y="3702230"/>
                </a:lnTo>
                <a:lnTo>
                  <a:pt x="1161865" y="3683167"/>
                </a:lnTo>
                <a:lnTo>
                  <a:pt x="1119968" y="3663252"/>
                </a:lnTo>
                <a:lnTo>
                  <a:pt x="1078623" y="3642495"/>
                </a:lnTo>
                <a:lnTo>
                  <a:pt x="1037844" y="3620911"/>
                </a:lnTo>
                <a:lnTo>
                  <a:pt x="997642" y="3598510"/>
                </a:lnTo>
                <a:lnTo>
                  <a:pt x="958032" y="3575304"/>
                </a:lnTo>
                <a:lnTo>
                  <a:pt x="919027" y="3551307"/>
                </a:lnTo>
                <a:lnTo>
                  <a:pt x="880639" y="3526531"/>
                </a:lnTo>
                <a:lnTo>
                  <a:pt x="842882" y="3500986"/>
                </a:lnTo>
                <a:lnTo>
                  <a:pt x="805768" y="3474687"/>
                </a:lnTo>
                <a:lnTo>
                  <a:pt x="769312" y="3447644"/>
                </a:lnTo>
                <a:lnTo>
                  <a:pt x="733526" y="3419870"/>
                </a:lnTo>
                <a:lnTo>
                  <a:pt x="698424" y="3391377"/>
                </a:lnTo>
                <a:lnTo>
                  <a:pt x="664018" y="3362178"/>
                </a:lnTo>
                <a:lnTo>
                  <a:pt x="630321" y="3332284"/>
                </a:lnTo>
                <a:lnTo>
                  <a:pt x="597347" y="3301708"/>
                </a:lnTo>
                <a:lnTo>
                  <a:pt x="565109" y="3270462"/>
                </a:lnTo>
                <a:lnTo>
                  <a:pt x="533620" y="3238558"/>
                </a:lnTo>
                <a:lnTo>
                  <a:pt x="502893" y="3206008"/>
                </a:lnTo>
                <a:lnTo>
                  <a:pt x="472941" y="3172824"/>
                </a:lnTo>
                <a:lnTo>
                  <a:pt x="443778" y="3139019"/>
                </a:lnTo>
                <a:lnTo>
                  <a:pt x="415416" y="3104605"/>
                </a:lnTo>
                <a:lnTo>
                  <a:pt x="387869" y="3069594"/>
                </a:lnTo>
                <a:lnTo>
                  <a:pt x="361149" y="3033998"/>
                </a:lnTo>
                <a:lnTo>
                  <a:pt x="335270" y="2997829"/>
                </a:lnTo>
                <a:lnTo>
                  <a:pt x="310246" y="2961099"/>
                </a:lnTo>
                <a:lnTo>
                  <a:pt x="286088" y="2923822"/>
                </a:lnTo>
                <a:lnTo>
                  <a:pt x="262811" y="2886008"/>
                </a:lnTo>
                <a:lnTo>
                  <a:pt x="240427" y="2847670"/>
                </a:lnTo>
                <a:lnTo>
                  <a:pt x="218950" y="2808820"/>
                </a:lnTo>
                <a:lnTo>
                  <a:pt x="198392" y="2769471"/>
                </a:lnTo>
                <a:lnTo>
                  <a:pt x="178767" y="2729634"/>
                </a:lnTo>
                <a:lnTo>
                  <a:pt x="160089" y="2689322"/>
                </a:lnTo>
                <a:lnTo>
                  <a:pt x="142369" y="2648547"/>
                </a:lnTo>
                <a:lnTo>
                  <a:pt x="125621" y="2607321"/>
                </a:lnTo>
                <a:lnTo>
                  <a:pt x="109859" y="2565656"/>
                </a:lnTo>
                <a:lnTo>
                  <a:pt x="95095" y="2523565"/>
                </a:lnTo>
                <a:lnTo>
                  <a:pt x="81343" y="2481059"/>
                </a:lnTo>
                <a:lnTo>
                  <a:pt x="68615" y="2438151"/>
                </a:lnTo>
                <a:lnTo>
                  <a:pt x="56926" y="2394853"/>
                </a:lnTo>
                <a:lnTo>
                  <a:pt x="46287" y="2351177"/>
                </a:lnTo>
                <a:lnTo>
                  <a:pt x="36712" y="2307135"/>
                </a:lnTo>
                <a:lnTo>
                  <a:pt x="28215" y="2262740"/>
                </a:lnTo>
                <a:lnTo>
                  <a:pt x="20808" y="2218004"/>
                </a:lnTo>
                <a:lnTo>
                  <a:pt x="14505" y="2172938"/>
                </a:lnTo>
                <a:lnTo>
                  <a:pt x="9318" y="2127556"/>
                </a:lnTo>
                <a:lnTo>
                  <a:pt x="5261" y="2081868"/>
                </a:lnTo>
                <a:lnTo>
                  <a:pt x="2347" y="2035888"/>
                </a:lnTo>
                <a:lnTo>
                  <a:pt x="588" y="1989628"/>
                </a:lnTo>
                <a:lnTo>
                  <a:pt x="0" y="194310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" name="Google Shape;532;p7"/>
          <p:cNvSpPr txBox="1"/>
          <p:nvPr/>
        </p:nvSpPr>
        <p:spPr>
          <a:xfrm>
            <a:off x="7818328" y="2896021"/>
            <a:ext cx="1207245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Neuron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575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2391" y="714023"/>
            <a:ext cx="7323177" cy="48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Artificial </a:t>
            </a:r>
            <a:r>
              <a:rPr lang="en-US" sz="3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Neuron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09" y="1434260"/>
            <a:ext cx="4091692" cy="2799559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155" y="1446344"/>
            <a:ext cx="4069825" cy="278459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511022" y="677970"/>
            <a:ext cx="3708066" cy="5616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Biological Neuron 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6588041" y="2434037"/>
            <a:ext cx="833883" cy="5616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vs. </a:t>
            </a:r>
            <a:endParaRPr lang="en-US" dirty="0"/>
          </a:p>
        </p:txBody>
      </p:sp>
      <p:sp>
        <p:nvSpPr>
          <p:cNvPr id="8" name="Text 2"/>
          <p:cNvSpPr/>
          <p:nvPr/>
        </p:nvSpPr>
        <p:spPr>
          <a:xfrm>
            <a:off x="1653303" y="4623015"/>
            <a:ext cx="6575703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Cell body processes signals</a:t>
            </a: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1653303" y="4928410"/>
            <a:ext cx="6575703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Dendrites receive inputs</a:t>
            </a:r>
            <a:endParaRPr lang="en-US" dirty="0"/>
          </a:p>
        </p:txBody>
      </p:sp>
      <p:sp>
        <p:nvSpPr>
          <p:cNvPr id="11" name="Text 4"/>
          <p:cNvSpPr/>
          <p:nvPr/>
        </p:nvSpPr>
        <p:spPr>
          <a:xfrm>
            <a:off x="1653303" y="5233805"/>
            <a:ext cx="6575703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Axon transmits output</a:t>
            </a:r>
            <a:endParaRPr lang="en-US" dirty="0"/>
          </a:p>
        </p:txBody>
      </p:sp>
      <p:sp>
        <p:nvSpPr>
          <p:cNvPr id="12" name="Text 5"/>
          <p:cNvSpPr/>
          <p:nvPr/>
        </p:nvSpPr>
        <p:spPr>
          <a:xfrm>
            <a:off x="1653303" y="5539201"/>
            <a:ext cx="6575703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Synapses connect neurons</a:t>
            </a:r>
            <a:endParaRPr lang="en-US" dirty="0"/>
          </a:p>
        </p:txBody>
      </p:sp>
      <p:sp>
        <p:nvSpPr>
          <p:cNvPr id="13" name="Text 6"/>
          <p:cNvSpPr/>
          <p:nvPr/>
        </p:nvSpPr>
        <p:spPr>
          <a:xfrm>
            <a:off x="1653303" y="5844596"/>
            <a:ext cx="6575703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Fires when input exceeds threshold</a:t>
            </a: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8424155" y="4623014"/>
            <a:ext cx="6575703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Inputs multiplied by weights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8424155" y="4928409"/>
            <a:ext cx="6575703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Weighted sum calculated</a:t>
            </a: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8424155" y="5233804"/>
            <a:ext cx="6575703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Activation function applied</a:t>
            </a: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8424155" y="5539200"/>
            <a:ext cx="6575703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Output signal generated</a:t>
            </a: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8424155" y="5844595"/>
            <a:ext cx="6575703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Simplified computational model</a:t>
            </a: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547808" y="6691098"/>
            <a:ext cx="13533596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artificial neuron is a mathematical abstraction inspired by biological neurons, designed to be simple yet powerful </a:t>
            </a:r>
            <a:endParaRPr lang="en-US" dirty="0" smtClean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0" indent="0" algn="l">
              <a:lnSpc>
                <a:spcPts val="1950"/>
              </a:lnSpc>
              <a:buNone/>
            </a:pPr>
            <a:r>
              <a:rPr lang="en-US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when </a:t>
            </a:r>
            <a:r>
              <a:rPr lang="en-US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connected </a:t>
            </a:r>
            <a:r>
              <a:rPr lang="en-US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 a network.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74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378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8545" y="3233857"/>
            <a:ext cx="6959203" cy="65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a Neural Network?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738545" y="4209693"/>
            <a:ext cx="13153311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neural network is a collection of interconnected </a:t>
            </a:r>
            <a:r>
              <a:rPr lang="en-US" sz="2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nodes</a:t>
            </a: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(artificial neurons) linked by </a:t>
            </a:r>
            <a:r>
              <a:rPr lang="en-US" sz="2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weighted connections</a:t>
            </a:r>
            <a:r>
              <a:rPr lang="en-US" sz="2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Each node performs simple mathematical operations, but together they can solve remarkably complex problems.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670" y="619720"/>
            <a:ext cx="9192101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Exploring the Landscape of Modern Neural Networks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88670" y="1492806"/>
            <a:ext cx="13053060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400" b="1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Basic Architectures</a:t>
            </a:r>
          </a:p>
          <a:p>
            <a:pPr marL="342900" indent="-342900">
              <a:buSzPct val="100000"/>
              <a:buChar char="•"/>
            </a:pPr>
            <a:endParaRPr lang="en-US" sz="2000" b="1" dirty="0" smtClean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800100" lvl="1" indent="-342900">
              <a:buSzPct val="100000"/>
              <a:buChar char="•"/>
            </a:pPr>
            <a:r>
              <a:rPr lang="en-US" sz="2000" b="1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SLP → MLP</a:t>
            </a:r>
          </a:p>
          <a:p>
            <a:pPr marL="800100" lvl="1" indent="-342900">
              <a:buSzPct val="100000"/>
              <a:buChar char="•"/>
            </a:pPr>
            <a:endParaRPr lang="en-US" sz="2000" b="1" dirty="0" smtClean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800100" lvl="1" indent="-342900">
              <a:buSzPct val="100000"/>
              <a:buChar char="•"/>
            </a:pPr>
            <a:r>
              <a:rPr lang="en-US" sz="2000" b="1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CNNs (Convolutional Neural Networks) → Vision tasks</a:t>
            </a:r>
          </a:p>
          <a:p>
            <a:pPr marL="800100" lvl="1" indent="-342900">
              <a:buSzPct val="100000"/>
              <a:buChar char="•"/>
            </a:pPr>
            <a:endParaRPr lang="en-US" sz="2000" b="1" dirty="0" smtClean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800100" lvl="1" indent="-342900">
              <a:buSzPct val="100000"/>
              <a:buChar char="•"/>
            </a:pPr>
            <a:r>
              <a:rPr lang="en-US" sz="2000" b="1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RNNs (Recurrent Neural Networks) → Sequential data (time series, NLP)</a:t>
            </a:r>
          </a:p>
          <a:p>
            <a:pPr marL="800100" lvl="1" indent="-342900">
              <a:buSzPct val="100000"/>
              <a:buChar char="•"/>
            </a:pPr>
            <a:endParaRPr lang="en-US" sz="2000" b="1" dirty="0" smtClean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800100" lvl="1" indent="-342900">
              <a:buSzPct val="100000"/>
              <a:buChar char="•"/>
            </a:pPr>
            <a:r>
              <a:rPr lang="en-US" sz="2000" b="1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GNNs (Graph Neural Networks) → Graph-structured data</a:t>
            </a:r>
          </a:p>
          <a:p>
            <a:pPr marL="342900" indent="-342900">
              <a:buSzPct val="100000"/>
              <a:buChar char="•"/>
            </a:pPr>
            <a:endParaRPr lang="en-US" sz="2000" b="1" dirty="0" smtClean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2400" b="1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Advanced &amp; Generative Models</a:t>
            </a:r>
          </a:p>
          <a:p>
            <a:pPr marL="342900" indent="-342900">
              <a:buSzPct val="100000"/>
              <a:buChar char="•"/>
            </a:pPr>
            <a:endParaRPr lang="en-US" sz="2000" b="1" dirty="0" smtClean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800100" lvl="1" indent="-342900">
              <a:buSzPct val="100000"/>
              <a:buChar char="•"/>
            </a:pPr>
            <a:r>
              <a:rPr lang="en-US" sz="2000" b="1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GANs (Generative Adversarial Networks) → Image generation, synthesis</a:t>
            </a:r>
          </a:p>
          <a:p>
            <a:pPr marL="800100" lvl="1" indent="-342900">
              <a:buSzPct val="100000"/>
              <a:buChar char="•"/>
            </a:pPr>
            <a:endParaRPr lang="en-US" sz="2000" b="1" dirty="0" smtClean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800100" lvl="1" indent="-342900">
              <a:buSzPct val="100000"/>
              <a:buChar char="•"/>
            </a:pPr>
            <a:r>
              <a:rPr lang="en-US" sz="2000" b="1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Transformers → Language modeling, attention-based tasks (e.g., BERT, GPT)</a:t>
            </a:r>
          </a:p>
          <a:p>
            <a:pPr marL="342900" indent="-342900">
              <a:buSzPct val="100000"/>
              <a:buChar char="•"/>
            </a:pPr>
            <a:endParaRPr lang="en-US" sz="2000" b="1" dirty="0" smtClean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2400" b="1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Large Language Models (LLMs)</a:t>
            </a:r>
          </a:p>
          <a:p>
            <a:pPr marL="342900" indent="-342900">
              <a:buSzPct val="100000"/>
              <a:buChar char="•"/>
            </a:pPr>
            <a:endParaRPr lang="en-US" sz="2000" b="1" dirty="0" smtClean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800100" lvl="1" indent="-342900">
              <a:buSzPct val="100000"/>
              <a:buChar char="•"/>
            </a:pPr>
            <a:r>
              <a:rPr lang="en-US" sz="2000" b="1" dirty="0" err="1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ChatGPT</a:t>
            </a:r>
            <a:r>
              <a:rPr lang="en-US" sz="2000" b="1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GPT-4, etc. → Built on Transformer architecture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93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6131"/>
            <a:ext cx="72154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Neural Networks Functions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2065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561636"/>
            <a:ext cx="4196358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1187024" y="309205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000" b="1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Supervised Learning</a:t>
            </a:r>
          </a:p>
        </p:txBody>
      </p:sp>
      <p:sp>
        <p:nvSpPr>
          <p:cNvPr id="7" name="Text 5"/>
          <p:cNvSpPr/>
          <p:nvPr/>
        </p:nvSpPr>
        <p:spPr>
          <a:xfrm>
            <a:off x="793790" y="447448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Regression → Predict continuous values (e.g., price, </a:t>
            </a:r>
            <a:r>
              <a:rPr lang="en-US" b="1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temperature)</a:t>
            </a:r>
            <a:endParaRPr lang="en-US" b="1" dirty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18171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b="1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Classification → Predict discrete labels (e.g., spam/not spam, image class)</a:t>
            </a:r>
          </a:p>
        </p:txBody>
      </p:sp>
      <p:sp>
        <p:nvSpPr>
          <p:cNvPr id="9" name="Text 7"/>
          <p:cNvSpPr/>
          <p:nvPr/>
        </p:nvSpPr>
        <p:spPr>
          <a:xfrm>
            <a:off x="5216962" y="32065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561636"/>
            <a:ext cx="4196358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1" name="Text 9"/>
          <p:cNvSpPr/>
          <p:nvPr/>
        </p:nvSpPr>
        <p:spPr>
          <a:xfrm>
            <a:off x="5613976" y="373594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labels</a:t>
            </a:r>
          </a:p>
        </p:txBody>
      </p:sp>
      <p:sp>
        <p:nvSpPr>
          <p:cNvPr id="12" name="Text 10"/>
          <p:cNvSpPr/>
          <p:nvPr/>
        </p:nvSpPr>
        <p:spPr>
          <a:xfrm>
            <a:off x="5216962" y="429732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b="1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Clustering → Group similar data (e.g., customer segments)</a:t>
            </a:r>
            <a:endParaRPr lang="en-US" b="1" dirty="0"/>
          </a:p>
        </p:txBody>
      </p:sp>
      <p:sp>
        <p:nvSpPr>
          <p:cNvPr id="13" name="Text 11"/>
          <p:cNvSpPr/>
          <p:nvPr/>
        </p:nvSpPr>
        <p:spPr>
          <a:xfrm>
            <a:off x="5216962" y="510242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b="1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Dimensionality Reduction → Simplify data (e.g., PCA)</a:t>
            </a:r>
            <a:endParaRPr lang="en-US" b="1" dirty="0"/>
          </a:p>
        </p:txBody>
      </p:sp>
      <p:sp>
        <p:nvSpPr>
          <p:cNvPr id="15" name="Text 13"/>
          <p:cNvSpPr/>
          <p:nvPr/>
        </p:nvSpPr>
        <p:spPr>
          <a:xfrm>
            <a:off x="9640133" y="320659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0133" y="3561636"/>
            <a:ext cx="4196358" cy="3048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7" name="Text 15"/>
          <p:cNvSpPr/>
          <p:nvPr/>
        </p:nvSpPr>
        <p:spPr>
          <a:xfrm>
            <a:off x="9640133" y="373594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650" b="1" dirty="0" smtClean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</a:t>
            </a:r>
            <a:r>
              <a:rPr lang="en-US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Learn from interaction</a:t>
            </a:r>
          </a:p>
        </p:txBody>
      </p:sp>
      <p:sp>
        <p:nvSpPr>
          <p:cNvPr id="18" name="Text 16"/>
          <p:cNvSpPr/>
          <p:nvPr/>
        </p:nvSpPr>
        <p:spPr>
          <a:xfrm>
            <a:off x="9640133" y="4297323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b="1" dirty="0" smtClean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Agent-Environment Loop → Maximize reward (e.g., game playing, robotics)</a:t>
            </a:r>
            <a:endParaRPr lang="en-US" b="1" dirty="0"/>
          </a:p>
        </p:txBody>
      </p:sp>
      <p:sp>
        <p:nvSpPr>
          <p:cNvPr id="20" name="Rectangle 19"/>
          <p:cNvSpPr/>
          <p:nvPr/>
        </p:nvSpPr>
        <p:spPr>
          <a:xfrm>
            <a:off x="1020604" y="3605347"/>
            <a:ext cx="1653017" cy="477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300"/>
              </a:lnSpc>
            </a:pPr>
            <a:r>
              <a:rPr lang="en-US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Labeled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13976" y="3121879"/>
            <a:ext cx="31117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Unsupervised Learning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49577" y="3143282"/>
            <a:ext cx="32848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Reinforcement Learning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43863" y="1087041"/>
            <a:ext cx="6731556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Single Layer Perceptron (SLP)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143863" y="1955721"/>
            <a:ext cx="7829074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simplest form of neural network, consisting of just an input layer connected directly to an output layer with no hidden layers in between.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143863" y="2767965"/>
            <a:ext cx="422553" cy="422553"/>
          </a:xfrm>
          <a:prstGeom prst="roundRect">
            <a:avLst>
              <a:gd name="adj" fmla="val 6669"/>
            </a:avLst>
          </a:prstGeom>
          <a:solidFill>
            <a:srgbClr val="F9F7F7"/>
          </a:solidFill>
          <a:ln/>
        </p:spPr>
      </p:sp>
      <p:sp>
        <p:nvSpPr>
          <p:cNvPr id="6" name="Text 3"/>
          <p:cNvSpPr/>
          <p:nvPr/>
        </p:nvSpPr>
        <p:spPr>
          <a:xfrm>
            <a:off x="6754178" y="2832497"/>
            <a:ext cx="3402330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Direct Input-Output Mapping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754178" y="3238619"/>
            <a:ext cx="7218759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Information flows directly from inputs to outputs through weighted connections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43863" y="3914775"/>
            <a:ext cx="422553" cy="422553"/>
          </a:xfrm>
          <a:prstGeom prst="roundRect">
            <a:avLst>
              <a:gd name="adj" fmla="val 6669"/>
            </a:avLst>
          </a:prstGeom>
          <a:solidFill>
            <a:srgbClr val="F9F7F7"/>
          </a:solidFill>
          <a:ln/>
        </p:spPr>
      </p:sp>
      <p:sp>
        <p:nvSpPr>
          <p:cNvPr id="9" name="Text 6"/>
          <p:cNvSpPr/>
          <p:nvPr/>
        </p:nvSpPr>
        <p:spPr>
          <a:xfrm>
            <a:off x="6754178" y="3979307"/>
            <a:ext cx="2368868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Linear Classification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754178" y="4385429"/>
            <a:ext cx="7218759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Best suited for problems where data can be separated by a straight line or plane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43863" y="5061585"/>
            <a:ext cx="422553" cy="422553"/>
          </a:xfrm>
          <a:prstGeom prst="roundRect">
            <a:avLst>
              <a:gd name="adj" fmla="val 6669"/>
            </a:avLst>
          </a:prstGeom>
          <a:solidFill>
            <a:srgbClr val="F9F7F7"/>
          </a:solidFill>
          <a:ln/>
        </p:spPr>
      </p:sp>
      <p:sp>
        <p:nvSpPr>
          <p:cNvPr id="12" name="Text 9"/>
          <p:cNvSpPr/>
          <p:nvPr/>
        </p:nvSpPr>
        <p:spPr>
          <a:xfrm>
            <a:off x="6754178" y="5126117"/>
            <a:ext cx="234815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Simple Learning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754178" y="5532239"/>
            <a:ext cx="7218759" cy="300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Weights start random and adjust through training to minimize prediction errors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143863" y="6043970"/>
            <a:ext cx="7829074" cy="1098471"/>
          </a:xfrm>
          <a:prstGeom prst="roundRect">
            <a:avLst>
              <a:gd name="adj" fmla="val 2565"/>
            </a:avLst>
          </a:prstGeom>
          <a:solidFill>
            <a:srgbClr val="EDD5C4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625" y="6327696"/>
            <a:ext cx="234791" cy="18776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54178" y="6278642"/>
            <a:ext cx="7030998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Limitation:</a:t>
            </a:r>
            <a:r>
              <a:rPr lang="en-US" sz="14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Single layer perceptrons can only solve linearly separable problems—they cannot learn XOR or other non-linear patterns.</a:t>
            </a:r>
            <a:endParaRPr lang="en-US" sz="145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5956101" cy="822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2652641"/>
            <a:ext cx="5505450" cy="24905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821" y="518984"/>
            <a:ext cx="9838481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41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0320" y="1309206"/>
            <a:ext cx="5603558" cy="43509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02" y="2033195"/>
            <a:ext cx="6448016" cy="36270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31321" y="6071526"/>
            <a:ext cx="3049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Single</a:t>
            </a:r>
            <a:r>
              <a:rPr lang="en-US" dirty="0" smtClean="0"/>
              <a:t> </a:t>
            </a:r>
            <a:r>
              <a:rPr lang="en-US" b="1" dirty="0" smtClean="0"/>
              <a:t>Layer</a:t>
            </a:r>
            <a:r>
              <a:rPr lang="en-US" dirty="0" smtClean="0"/>
              <a:t> </a:t>
            </a:r>
            <a:r>
              <a:rPr lang="en-US" b="1" dirty="0" smtClean="0"/>
              <a:t>Perceptron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743201" y="6133651"/>
            <a:ext cx="2863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Linear Regression</a:t>
            </a:r>
            <a:endParaRPr lang="en-US" b="1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9163878" y="2033195"/>
            <a:ext cx="3061252" cy="2697831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359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191" y="1425644"/>
            <a:ext cx="10038521" cy="564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97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3F9C-9D23-F020-9CFF-33EDD7374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64" y="915176"/>
            <a:ext cx="12618257" cy="1590840"/>
          </a:xfrm>
        </p:spPr>
        <p:txBody>
          <a:bodyPr/>
          <a:lstStyle/>
          <a:p>
            <a:r>
              <a:rPr lang="en-MY" dirty="0"/>
              <a:t>Single Layer Perceptron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010" y="2126705"/>
            <a:ext cx="7659444" cy="38418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816" y="4620533"/>
            <a:ext cx="4220164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440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7712379"/>
                  </p:ext>
                </p:extLst>
              </p:nvPr>
            </p:nvGraphicFramePr>
            <p:xfrm>
              <a:off x="522515" y="762000"/>
              <a:ext cx="4963884" cy="33386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74056">
                      <a:extLst>
                        <a:ext uri="{9D8B030D-6E8A-4147-A177-3AD203B41FA5}">
                          <a16:colId xmlns:a16="http://schemas.microsoft.com/office/drawing/2014/main" val="3459366153"/>
                        </a:ext>
                      </a:extLst>
                    </a:gridCol>
                    <a:gridCol w="566058">
                      <a:extLst>
                        <a:ext uri="{9D8B030D-6E8A-4147-A177-3AD203B41FA5}">
                          <a16:colId xmlns:a16="http://schemas.microsoft.com/office/drawing/2014/main" val="2709754414"/>
                        </a:ext>
                      </a:extLst>
                    </a:gridCol>
                    <a:gridCol w="580571">
                      <a:extLst>
                        <a:ext uri="{9D8B030D-6E8A-4147-A177-3AD203B41FA5}">
                          <a16:colId xmlns:a16="http://schemas.microsoft.com/office/drawing/2014/main" val="3948890881"/>
                        </a:ext>
                      </a:extLst>
                    </a:gridCol>
                    <a:gridCol w="841829">
                      <a:extLst>
                        <a:ext uri="{9D8B030D-6E8A-4147-A177-3AD203B41FA5}">
                          <a16:colId xmlns:a16="http://schemas.microsoft.com/office/drawing/2014/main" val="1652248437"/>
                        </a:ext>
                      </a:extLst>
                    </a:gridCol>
                    <a:gridCol w="682171">
                      <a:extLst>
                        <a:ext uri="{9D8B030D-6E8A-4147-A177-3AD203B41FA5}">
                          <a16:colId xmlns:a16="http://schemas.microsoft.com/office/drawing/2014/main" val="3566653956"/>
                        </a:ext>
                      </a:extLst>
                    </a:gridCol>
                    <a:gridCol w="667657">
                      <a:extLst>
                        <a:ext uri="{9D8B030D-6E8A-4147-A177-3AD203B41FA5}">
                          <a16:colId xmlns:a16="http://schemas.microsoft.com/office/drawing/2014/main" val="2894923978"/>
                        </a:ext>
                      </a:extLst>
                    </a:gridCol>
                    <a:gridCol w="551542">
                      <a:extLst>
                        <a:ext uri="{9D8B030D-6E8A-4147-A177-3AD203B41FA5}">
                          <a16:colId xmlns:a16="http://schemas.microsoft.com/office/drawing/2014/main" val="31799226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Samples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x1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x2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……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 smtClean="0"/>
                            <a:t>xm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 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^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20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Yes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2821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1048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4687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42884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300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687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kth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7720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30564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7712379"/>
                  </p:ext>
                </p:extLst>
              </p:nvPr>
            </p:nvGraphicFramePr>
            <p:xfrm>
              <a:off x="522515" y="762000"/>
              <a:ext cx="4963884" cy="33386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74056">
                      <a:extLst>
                        <a:ext uri="{9D8B030D-6E8A-4147-A177-3AD203B41FA5}">
                          <a16:colId xmlns:a16="http://schemas.microsoft.com/office/drawing/2014/main" val="3459366153"/>
                        </a:ext>
                      </a:extLst>
                    </a:gridCol>
                    <a:gridCol w="566058">
                      <a:extLst>
                        <a:ext uri="{9D8B030D-6E8A-4147-A177-3AD203B41FA5}">
                          <a16:colId xmlns:a16="http://schemas.microsoft.com/office/drawing/2014/main" val="2709754414"/>
                        </a:ext>
                      </a:extLst>
                    </a:gridCol>
                    <a:gridCol w="580571">
                      <a:extLst>
                        <a:ext uri="{9D8B030D-6E8A-4147-A177-3AD203B41FA5}">
                          <a16:colId xmlns:a16="http://schemas.microsoft.com/office/drawing/2014/main" val="3948890881"/>
                        </a:ext>
                      </a:extLst>
                    </a:gridCol>
                    <a:gridCol w="841829">
                      <a:extLst>
                        <a:ext uri="{9D8B030D-6E8A-4147-A177-3AD203B41FA5}">
                          <a16:colId xmlns:a16="http://schemas.microsoft.com/office/drawing/2014/main" val="1652248437"/>
                        </a:ext>
                      </a:extLst>
                    </a:gridCol>
                    <a:gridCol w="682171">
                      <a:extLst>
                        <a:ext uri="{9D8B030D-6E8A-4147-A177-3AD203B41FA5}">
                          <a16:colId xmlns:a16="http://schemas.microsoft.com/office/drawing/2014/main" val="3566653956"/>
                        </a:ext>
                      </a:extLst>
                    </a:gridCol>
                    <a:gridCol w="667657">
                      <a:extLst>
                        <a:ext uri="{9D8B030D-6E8A-4147-A177-3AD203B41FA5}">
                          <a16:colId xmlns:a16="http://schemas.microsoft.com/office/drawing/2014/main" val="2894923978"/>
                        </a:ext>
                      </a:extLst>
                    </a:gridCol>
                    <a:gridCol w="551542">
                      <a:extLst>
                        <a:ext uri="{9D8B030D-6E8A-4147-A177-3AD203B41FA5}">
                          <a16:colId xmlns:a16="http://schemas.microsoft.com/office/drawing/2014/main" val="3179922633"/>
                        </a:ext>
                      </a:extLst>
                    </a:gridCol>
                  </a:tblGrid>
                  <a:tr h="37192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Samples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x1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x2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……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 smtClean="0"/>
                            <a:t>xm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 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96703" t="-8197" r="-3297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20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92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88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Yes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2821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1048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4687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42884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300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.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68796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kth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07720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305649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086" y="555707"/>
            <a:ext cx="6792686" cy="354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6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373" y="503487"/>
            <a:ext cx="10138702" cy="706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74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1FAB-F325-E9D5-5E4C-D4046F06D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About Weights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A0DF2-2BE2-17A6-C3FF-42DD2D0EE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It is randomly initialized </a:t>
            </a:r>
            <a:r>
              <a:rPr lang="en-MY" dirty="0" err="1"/>
              <a:t>i.e</a:t>
            </a:r>
            <a:r>
              <a:rPr lang="en-MY" dirty="0"/>
              <a:t> it is assigned a random number.</a:t>
            </a:r>
          </a:p>
          <a:p>
            <a:r>
              <a:rPr lang="en-MY" dirty="0"/>
              <a:t>The weights is what the algorithm will LEARN.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24066A-79B1-A82B-0BAC-0B77BD9F4048}"/>
                  </a:ext>
                </a:extLst>
              </p14:cNvPr>
              <p14:cNvContentPartPr/>
              <p14:nvPr/>
            </p14:nvContentPartPr>
            <p14:xfrm>
              <a:off x="11827544" y="4004629"/>
              <a:ext cx="36288" cy="6048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24066A-79B1-A82B-0BAC-0B77BD9F40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24310" y="4002277"/>
                <a:ext cx="42755" cy="127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454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4101" y="333256"/>
            <a:ext cx="3109555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Activation Functions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878" y="972860"/>
            <a:ext cx="9848850" cy="65865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51" y="1452885"/>
            <a:ext cx="10872345" cy="546226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6259" y="0"/>
            <a:ext cx="2934141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30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129020" y="2309871"/>
                <a:ext cx="12631949" cy="2880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200" dirty="0" smtClean="0"/>
                  <a:t>Input weights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200" dirty="0" smtClean="0"/>
                  <a:t>Calculate summations </a:t>
                </a:r>
                <a:r>
                  <a:rPr lang="en-US" sz="3200" dirty="0"/>
                  <a:t>from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3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= </m:t>
                    </m:r>
                    <m:nary>
                      <m:naryPr>
                        <m:chr m:val="∑"/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err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32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3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m:rPr>
                        <m:lit/>
                      </m:rP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32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200" dirty="0" smtClean="0"/>
                  <a:t>Calculate </a:t>
                </a:r>
                <a:r>
                  <a:rPr lang="en-US" sz="3200" dirty="0"/>
                  <a:t>activation function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3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3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den>
                    </m:f>
                    <m:r>
                      <m:rPr>
                        <m:lit/>
                      </m:rP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32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200" dirty="0" smtClean="0"/>
                  <a:t>Calculate </a:t>
                </a:r>
                <a:r>
                  <a:rPr lang="en-US" sz="3200" dirty="0"/>
                  <a:t>output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3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32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m:rPr>
                        <m:lit/>
                      </m:rP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32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3200" dirty="0" smtClean="0"/>
                  <a:t> </a:t>
                </a:r>
                <a:r>
                  <a:rPr lang="en-US" sz="3200" dirty="0"/>
                  <a:t>Calculate the error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3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^</m:t>
                        </m:r>
                      </m:sup>
                    </m:sSup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lit/>
                      </m:rP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020" y="2309871"/>
                <a:ext cx="12631949" cy="2880660"/>
              </a:xfrm>
              <a:prstGeom prst="rect">
                <a:avLst/>
              </a:prstGeom>
              <a:blipFill>
                <a:blip r:embed="rId3"/>
                <a:stretch>
                  <a:fillRect l="-1110" t="-2754" b="-2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129021" y="906825"/>
            <a:ext cx="22168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 smtClean="0"/>
              <a:t>Recap so far</a:t>
            </a:r>
            <a:endParaRPr 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1204542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4094" y="470654"/>
            <a:ext cx="7948613" cy="1067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Backpropagation: How Neural Networks Learn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084094" y="1794034"/>
            <a:ext cx="7948613" cy="546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Backpropagation is the core algorithm that enables neural networks to learn from mistakes and improve their predictions over time.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276142" y="2532817"/>
            <a:ext cx="22860" cy="3829883"/>
          </a:xfrm>
          <a:prstGeom prst="roundRect">
            <a:avLst>
              <a:gd name="adj" fmla="val 112071"/>
            </a:avLst>
          </a:prstGeom>
          <a:solidFill>
            <a:srgbClr val="D8D4D4"/>
          </a:solidFill>
          <a:ln/>
        </p:spPr>
      </p:sp>
      <p:sp>
        <p:nvSpPr>
          <p:cNvPr id="6" name="Shape 3"/>
          <p:cNvSpPr/>
          <p:nvPr/>
        </p:nvSpPr>
        <p:spPr>
          <a:xfrm>
            <a:off x="6445389" y="2713434"/>
            <a:ext cx="512326" cy="22860"/>
          </a:xfrm>
          <a:prstGeom prst="roundRect">
            <a:avLst>
              <a:gd name="adj" fmla="val 112071"/>
            </a:avLst>
          </a:prstGeom>
          <a:solidFill>
            <a:srgbClr val="D8D4D4"/>
          </a:solidFill>
          <a:ln/>
        </p:spPr>
      </p:sp>
      <p:sp>
        <p:nvSpPr>
          <p:cNvPr id="7" name="Shape 4"/>
          <p:cNvSpPr/>
          <p:nvPr/>
        </p:nvSpPr>
        <p:spPr>
          <a:xfrm>
            <a:off x="6084034" y="2532817"/>
            <a:ext cx="384215" cy="38421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6148030" y="2564785"/>
            <a:ext cx="256103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130177" y="2591514"/>
            <a:ext cx="2134910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Forward Pass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130177" y="2960727"/>
            <a:ext cx="6902529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Input data flows through network to generate predictions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45389" y="3756303"/>
            <a:ext cx="512326" cy="22860"/>
          </a:xfrm>
          <a:prstGeom prst="roundRect">
            <a:avLst>
              <a:gd name="adj" fmla="val 112071"/>
            </a:avLst>
          </a:prstGeom>
          <a:solidFill>
            <a:srgbClr val="D8D4D4"/>
          </a:solidFill>
          <a:ln/>
        </p:spPr>
      </p:sp>
      <p:sp>
        <p:nvSpPr>
          <p:cNvPr id="12" name="Shape 9"/>
          <p:cNvSpPr/>
          <p:nvPr/>
        </p:nvSpPr>
        <p:spPr>
          <a:xfrm>
            <a:off x="6084034" y="3575685"/>
            <a:ext cx="384215" cy="38421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6148030" y="3607653"/>
            <a:ext cx="256103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130177" y="3634383"/>
            <a:ext cx="2134910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Compute Error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130177" y="4003596"/>
            <a:ext cx="6902529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 predictions with actual target values to calculate loss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45389" y="4799171"/>
            <a:ext cx="512326" cy="22860"/>
          </a:xfrm>
          <a:prstGeom prst="roundRect">
            <a:avLst>
              <a:gd name="adj" fmla="val 112071"/>
            </a:avLst>
          </a:prstGeom>
          <a:solidFill>
            <a:srgbClr val="D8D4D4"/>
          </a:solidFill>
          <a:ln/>
        </p:spPr>
      </p:sp>
      <p:sp>
        <p:nvSpPr>
          <p:cNvPr id="17" name="Shape 14"/>
          <p:cNvSpPr/>
          <p:nvPr/>
        </p:nvSpPr>
        <p:spPr>
          <a:xfrm>
            <a:off x="6084034" y="4618553"/>
            <a:ext cx="384215" cy="38421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8" name="Text 15"/>
          <p:cNvSpPr/>
          <p:nvPr/>
        </p:nvSpPr>
        <p:spPr>
          <a:xfrm>
            <a:off x="6148030" y="4650522"/>
            <a:ext cx="256103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130177" y="4677251"/>
            <a:ext cx="2134910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Backward Pass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7130177" y="5046464"/>
            <a:ext cx="6902529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Propagate error signal backward through network using chain rule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45389" y="5842040"/>
            <a:ext cx="512326" cy="22860"/>
          </a:xfrm>
          <a:prstGeom prst="roundRect">
            <a:avLst>
              <a:gd name="adj" fmla="val 112071"/>
            </a:avLst>
          </a:prstGeom>
          <a:solidFill>
            <a:srgbClr val="D8D4D4"/>
          </a:solidFill>
          <a:ln/>
        </p:spPr>
      </p:sp>
      <p:sp>
        <p:nvSpPr>
          <p:cNvPr id="22" name="Shape 19"/>
          <p:cNvSpPr/>
          <p:nvPr/>
        </p:nvSpPr>
        <p:spPr>
          <a:xfrm>
            <a:off x="6084034" y="5661422"/>
            <a:ext cx="384215" cy="384215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23" name="Text 20"/>
          <p:cNvSpPr/>
          <p:nvPr/>
        </p:nvSpPr>
        <p:spPr>
          <a:xfrm>
            <a:off x="6148030" y="5693390"/>
            <a:ext cx="256103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130177" y="5720120"/>
            <a:ext cx="2134910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Update Weights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7130177" y="6089333"/>
            <a:ext cx="6902529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Adjust connection weights to minimize error for future predictions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40197" y="6746796"/>
            <a:ext cx="7692509" cy="820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beauty of backpropagation lies in its use of the </a:t>
            </a:r>
            <a:r>
              <a:rPr lang="en-US" sz="13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chain rule</a:t>
            </a: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from calculus to efficiently compute how each weight contributes to the overall error, enabling precise adjustments throughout the entire network.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084094" y="6554748"/>
            <a:ext cx="22860" cy="1204198"/>
          </a:xfrm>
          <a:prstGeom prst="rect">
            <a:avLst/>
          </a:prstGeom>
          <a:solidFill>
            <a:srgbClr val="3E2513"/>
          </a:solidFill>
          <a:ln/>
        </p:spPr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6920" y="5509172"/>
            <a:ext cx="1908213" cy="591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180" y="385167"/>
            <a:ext cx="7516535" cy="43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Gradient Descent: The Optimization Engine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0180" y="1172885"/>
            <a:ext cx="3260288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Navigating the Error Landscape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0180" y="1575554"/>
            <a:ext cx="7353657" cy="671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Gradient descent is the optimization technique that determines </a:t>
            </a:r>
            <a:r>
              <a:rPr lang="en-US" sz="1400" i="1" dirty="0">
                <a:solidFill>
                  <a:srgbClr val="FF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</a:t>
            </a:r>
            <a:r>
              <a:rPr lang="en-US" sz="1400" dirty="0">
                <a:solidFill>
                  <a:srgbClr val="FF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weights should be updated during backpropagation. Think of it as hiking down a mountain in fog—you can only see the slope beneath your feet and must decide which direction leads downward.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90180" y="2687606"/>
            <a:ext cx="7353657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algorithm calculates the </a:t>
            </a:r>
            <a:r>
              <a:rPr lang="en-US" sz="1400" b="1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gradient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(slope) of the error function and adjusts weights in the direction that reduces error most rapidly.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167" y="3135519"/>
            <a:ext cx="5954554" cy="40094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198" y="3880205"/>
            <a:ext cx="6755011" cy="1387554"/>
          </a:xfrm>
          <a:prstGeom prst="roundRect">
            <a:avLst>
              <a:gd name="adj" fmla="val 1514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910233" y="3990397"/>
            <a:ext cx="1750814" cy="21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Learning Rate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0233" y="4293172"/>
            <a:ext cx="6474976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Controls step size during weight updates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0233" y="4601068"/>
            <a:ext cx="6474976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Too small: Slow convergence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0233" y="4873959"/>
            <a:ext cx="6474976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Too large: May overshoot minimum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198" y="5710492"/>
            <a:ext cx="6755011" cy="1387554"/>
          </a:xfrm>
          <a:prstGeom prst="roundRect">
            <a:avLst>
              <a:gd name="adj" fmla="val 1514"/>
            </a:avLst>
          </a:prstGeom>
          <a:solidFill>
            <a:srgbClr val="F9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770215" y="5850510"/>
            <a:ext cx="1750814" cy="21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Iterative Process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0215" y="6153285"/>
            <a:ext cx="6474976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Repeatedly adjusts weights across many training examples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0215" y="6461181"/>
            <a:ext cx="6474976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Each iteration improves predictions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0215" y="6734072"/>
            <a:ext cx="6474976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Continues until error stabilizes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0189" y="7475755"/>
            <a:ext cx="13650039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By combining backpropagation with gradient descent, neural networks progressively minimize prediction errors and learn to recognize patterns in data.</a:t>
            </a:r>
            <a:endParaRPr lang="en-US" sz="14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487" y="254593"/>
            <a:ext cx="3537914" cy="27470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0415" y="696635"/>
            <a:ext cx="7136963" cy="619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Multi-Layer Perceptron (MLP)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180415" y="1613773"/>
            <a:ext cx="7755969" cy="95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workhorse of neural networks, MLPs add one or more </a:t>
            </a:r>
            <a:r>
              <a:rPr lang="en-US" sz="1550" b="1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hidden layers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between input and output, enabling them to learn complex, non-linear relationships in data.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415" y="2788682"/>
            <a:ext cx="991553" cy="11897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70207" y="2986921"/>
            <a:ext cx="247888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Input Layer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7370207" y="3415665"/>
            <a:ext cx="6566178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Receives raw data features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0415" y="3978473"/>
            <a:ext cx="991553" cy="11897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70207" y="4176713"/>
            <a:ext cx="247888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Hidden Layer(s)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7370207" y="4605457"/>
            <a:ext cx="6566178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Extracts and transforms features progressively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0415" y="5168265"/>
            <a:ext cx="991553" cy="11897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70207" y="5366504"/>
            <a:ext cx="2478881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Output Layer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7370207" y="5795248"/>
            <a:ext cx="6566178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Produces final predictions or classifications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180415" y="6581061"/>
            <a:ext cx="7755969" cy="95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Each hidden layer allows the network to learn increasingly abstract representations. MLPs use </a:t>
            </a: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backpropagation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to adjust weights throughout all layers, making them capable of approximating virtually any continuous function.</a:t>
            </a:r>
            <a:endParaRPr lang="en-US" sz="15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947" y="1729666"/>
            <a:ext cx="8712174" cy="62464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78735"/>
          <a:stretch/>
        </p:blipFill>
        <p:spPr>
          <a:xfrm>
            <a:off x="206114" y="0"/>
            <a:ext cx="10877550" cy="140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2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383" y="251896"/>
            <a:ext cx="11269363" cy="761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45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180" y="385167"/>
            <a:ext cx="7516535" cy="43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US" sz="3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Applications of Neural Networks</a:t>
            </a:r>
          </a:p>
        </p:txBody>
      </p:sp>
      <p:sp>
        <p:nvSpPr>
          <p:cNvPr id="3" name="Text 1"/>
          <p:cNvSpPr/>
          <p:nvPr/>
        </p:nvSpPr>
        <p:spPr>
          <a:xfrm>
            <a:off x="299680" y="2315885"/>
            <a:ext cx="3260288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Classification</a:t>
            </a:r>
            <a:r>
              <a:rPr lang="en-US" sz="2400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– e.g., spam detection, image recognition</a:t>
            </a: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Clustering</a:t>
            </a:r>
            <a:r>
              <a:rPr lang="en-US" sz="2400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– e.g., customer segmentation</a:t>
            </a: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Function Approximation </a:t>
            </a:r>
            <a:r>
              <a:rPr lang="en-US" sz="2400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– e.g., curve fitting</a:t>
            </a: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Prediction</a:t>
            </a:r>
            <a:r>
              <a:rPr lang="en-US" sz="2400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– e.g., stock prices, weather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757" y="1190387"/>
            <a:ext cx="5038963" cy="503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9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1"/>
          <p:cNvSpPr txBox="1">
            <a:spLocks noGrp="1"/>
          </p:cNvSpPr>
          <p:nvPr>
            <p:ph type="title"/>
          </p:nvPr>
        </p:nvSpPr>
        <p:spPr>
          <a:xfrm>
            <a:off x="1021423" y="1119572"/>
            <a:ext cx="12587040" cy="828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990" rIns="0" bIns="0" anchor="t" anchorCtr="0">
            <a:spAutoFit/>
          </a:bodyPr>
          <a:lstStyle/>
          <a:p>
            <a:pPr marL="15240"/>
            <a:r>
              <a:rPr lang="en-US" sz="5280" b="0">
                <a:latin typeface="Calibri"/>
                <a:ea typeface="Calibri"/>
                <a:cs typeface="Calibri"/>
                <a:sym typeface="Calibri"/>
              </a:rPr>
              <a:t>Types of networks</a:t>
            </a:r>
            <a:endParaRPr sz="528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1" name="Google Shape;581;p11"/>
          <p:cNvGrpSpPr/>
          <p:nvPr/>
        </p:nvGrpSpPr>
        <p:grpSpPr>
          <a:xfrm>
            <a:off x="2311733" y="2273428"/>
            <a:ext cx="5116412" cy="3018128"/>
            <a:chOff x="376237" y="1371600"/>
            <a:chExt cx="3205772" cy="2515107"/>
          </a:xfrm>
        </p:grpSpPr>
        <p:sp>
          <p:nvSpPr>
            <p:cNvPr id="582" name="Google Shape;582;p11"/>
            <p:cNvSpPr/>
            <p:nvPr/>
          </p:nvSpPr>
          <p:spPr>
            <a:xfrm>
              <a:off x="1981200" y="1371600"/>
              <a:ext cx="487045" cy="440055"/>
            </a:xfrm>
            <a:custGeom>
              <a:avLst/>
              <a:gdLst/>
              <a:ahLst/>
              <a:cxnLst/>
              <a:rect l="l" t="t" r="r" b="b"/>
              <a:pathLst>
                <a:path w="487044" h="440055" extrusionOk="0">
                  <a:moveTo>
                    <a:pt x="243458" y="0"/>
                  </a:moveTo>
                  <a:lnTo>
                    <a:pt x="194383" y="4472"/>
                  </a:lnTo>
                  <a:lnTo>
                    <a:pt x="148679" y="17297"/>
                  </a:lnTo>
                  <a:lnTo>
                    <a:pt x="107323" y="37591"/>
                  </a:lnTo>
                  <a:lnTo>
                    <a:pt x="71294" y="64468"/>
                  </a:lnTo>
                  <a:lnTo>
                    <a:pt x="41569" y="97042"/>
                  </a:lnTo>
                  <a:lnTo>
                    <a:pt x="19127" y="134427"/>
                  </a:lnTo>
                  <a:lnTo>
                    <a:pt x="4944" y="175738"/>
                  </a:lnTo>
                  <a:lnTo>
                    <a:pt x="0" y="220090"/>
                  </a:lnTo>
                  <a:lnTo>
                    <a:pt x="4944" y="264401"/>
                  </a:lnTo>
                  <a:lnTo>
                    <a:pt x="19127" y="305681"/>
                  </a:lnTo>
                  <a:lnTo>
                    <a:pt x="41569" y="343043"/>
                  </a:lnTo>
                  <a:lnTo>
                    <a:pt x="71294" y="375602"/>
                  </a:lnTo>
                  <a:lnTo>
                    <a:pt x="107323" y="402469"/>
                  </a:lnTo>
                  <a:lnTo>
                    <a:pt x="148679" y="422759"/>
                  </a:lnTo>
                  <a:lnTo>
                    <a:pt x="194383" y="435583"/>
                  </a:lnTo>
                  <a:lnTo>
                    <a:pt x="243458" y="440054"/>
                  </a:lnTo>
                  <a:lnTo>
                    <a:pt x="292539" y="435583"/>
                  </a:lnTo>
                  <a:lnTo>
                    <a:pt x="338258" y="422759"/>
                  </a:lnTo>
                  <a:lnTo>
                    <a:pt x="379634" y="402469"/>
                  </a:lnTo>
                  <a:lnTo>
                    <a:pt x="415686" y="375602"/>
                  </a:lnTo>
                  <a:lnTo>
                    <a:pt x="445434" y="343043"/>
                  </a:lnTo>
                  <a:lnTo>
                    <a:pt x="467897" y="305681"/>
                  </a:lnTo>
                  <a:lnTo>
                    <a:pt x="482094" y="264401"/>
                  </a:lnTo>
                  <a:lnTo>
                    <a:pt x="487044" y="220090"/>
                  </a:lnTo>
                  <a:lnTo>
                    <a:pt x="482094" y="175738"/>
                  </a:lnTo>
                  <a:lnTo>
                    <a:pt x="467897" y="134427"/>
                  </a:lnTo>
                  <a:lnTo>
                    <a:pt x="445434" y="97042"/>
                  </a:lnTo>
                  <a:lnTo>
                    <a:pt x="415686" y="64468"/>
                  </a:lnTo>
                  <a:lnTo>
                    <a:pt x="379634" y="37591"/>
                  </a:lnTo>
                  <a:lnTo>
                    <a:pt x="338258" y="17297"/>
                  </a:lnTo>
                  <a:lnTo>
                    <a:pt x="292539" y="4472"/>
                  </a:lnTo>
                  <a:lnTo>
                    <a:pt x="2434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1981200" y="1371600"/>
              <a:ext cx="487045" cy="440055"/>
            </a:xfrm>
            <a:custGeom>
              <a:avLst/>
              <a:gdLst/>
              <a:ahLst/>
              <a:cxnLst/>
              <a:rect l="l" t="t" r="r" b="b"/>
              <a:pathLst>
                <a:path w="487044" h="440055" extrusionOk="0">
                  <a:moveTo>
                    <a:pt x="0" y="220090"/>
                  </a:moveTo>
                  <a:lnTo>
                    <a:pt x="4944" y="175738"/>
                  </a:lnTo>
                  <a:lnTo>
                    <a:pt x="19127" y="134427"/>
                  </a:lnTo>
                  <a:lnTo>
                    <a:pt x="41569" y="97042"/>
                  </a:lnTo>
                  <a:lnTo>
                    <a:pt x="71294" y="64468"/>
                  </a:lnTo>
                  <a:lnTo>
                    <a:pt x="107323" y="37591"/>
                  </a:lnTo>
                  <a:lnTo>
                    <a:pt x="148679" y="17297"/>
                  </a:lnTo>
                  <a:lnTo>
                    <a:pt x="194383" y="4472"/>
                  </a:lnTo>
                  <a:lnTo>
                    <a:pt x="243458" y="0"/>
                  </a:lnTo>
                  <a:lnTo>
                    <a:pt x="292539" y="4472"/>
                  </a:lnTo>
                  <a:lnTo>
                    <a:pt x="338258" y="17297"/>
                  </a:lnTo>
                  <a:lnTo>
                    <a:pt x="379634" y="37591"/>
                  </a:lnTo>
                  <a:lnTo>
                    <a:pt x="415686" y="64468"/>
                  </a:lnTo>
                  <a:lnTo>
                    <a:pt x="445434" y="97042"/>
                  </a:lnTo>
                  <a:lnTo>
                    <a:pt x="467897" y="134427"/>
                  </a:lnTo>
                  <a:lnTo>
                    <a:pt x="482094" y="175738"/>
                  </a:lnTo>
                  <a:lnTo>
                    <a:pt x="487044" y="220090"/>
                  </a:lnTo>
                  <a:lnTo>
                    <a:pt x="482094" y="264401"/>
                  </a:lnTo>
                  <a:lnTo>
                    <a:pt x="467897" y="305681"/>
                  </a:lnTo>
                  <a:lnTo>
                    <a:pt x="445434" y="343043"/>
                  </a:lnTo>
                  <a:lnTo>
                    <a:pt x="415686" y="375602"/>
                  </a:lnTo>
                  <a:lnTo>
                    <a:pt x="379634" y="402469"/>
                  </a:lnTo>
                  <a:lnTo>
                    <a:pt x="338258" y="422759"/>
                  </a:lnTo>
                  <a:lnTo>
                    <a:pt x="292539" y="435583"/>
                  </a:lnTo>
                  <a:lnTo>
                    <a:pt x="243458" y="440054"/>
                  </a:lnTo>
                  <a:lnTo>
                    <a:pt x="194383" y="435583"/>
                  </a:lnTo>
                  <a:lnTo>
                    <a:pt x="148679" y="422759"/>
                  </a:lnTo>
                  <a:lnTo>
                    <a:pt x="107323" y="402469"/>
                  </a:lnTo>
                  <a:lnTo>
                    <a:pt x="71294" y="375602"/>
                  </a:lnTo>
                  <a:lnTo>
                    <a:pt x="41569" y="343043"/>
                  </a:lnTo>
                  <a:lnTo>
                    <a:pt x="19127" y="305681"/>
                  </a:lnTo>
                  <a:lnTo>
                    <a:pt x="4944" y="264401"/>
                  </a:lnTo>
                  <a:lnTo>
                    <a:pt x="0" y="22009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584" name="Google Shape;584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76237" y="1555432"/>
              <a:ext cx="148678" cy="1352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11"/>
            <p:cNvSpPr/>
            <p:nvPr/>
          </p:nvSpPr>
          <p:spPr>
            <a:xfrm>
              <a:off x="520153" y="1584959"/>
              <a:ext cx="1948180" cy="918210"/>
            </a:xfrm>
            <a:custGeom>
              <a:avLst/>
              <a:gdLst/>
              <a:ahLst/>
              <a:cxnLst/>
              <a:rect l="l" t="t" r="r" b="b"/>
              <a:pathLst>
                <a:path w="1948180" h="918210" extrusionOk="0">
                  <a:moveTo>
                    <a:pt x="1461046" y="38100"/>
                  </a:moveTo>
                  <a:lnTo>
                    <a:pt x="1448346" y="31750"/>
                  </a:lnTo>
                  <a:lnTo>
                    <a:pt x="1384846" y="0"/>
                  </a:lnTo>
                  <a:lnTo>
                    <a:pt x="1384846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1384846" y="44450"/>
                  </a:lnTo>
                  <a:lnTo>
                    <a:pt x="1384846" y="76200"/>
                  </a:lnTo>
                  <a:lnTo>
                    <a:pt x="1448346" y="44450"/>
                  </a:lnTo>
                  <a:lnTo>
                    <a:pt x="1461046" y="38100"/>
                  </a:lnTo>
                  <a:close/>
                </a:path>
                <a:path w="1948180" h="918210" extrusionOk="0">
                  <a:moveTo>
                    <a:pt x="1948091" y="698246"/>
                  </a:moveTo>
                  <a:lnTo>
                    <a:pt x="1943138" y="653897"/>
                  </a:lnTo>
                  <a:lnTo>
                    <a:pt x="1928939" y="612584"/>
                  </a:lnTo>
                  <a:lnTo>
                    <a:pt x="1906473" y="575208"/>
                  </a:lnTo>
                  <a:lnTo>
                    <a:pt x="1876729" y="542632"/>
                  </a:lnTo>
                  <a:lnTo>
                    <a:pt x="1840674" y="515747"/>
                  </a:lnTo>
                  <a:lnTo>
                    <a:pt x="1799297" y="495465"/>
                  </a:lnTo>
                  <a:lnTo>
                    <a:pt x="1753577" y="482638"/>
                  </a:lnTo>
                  <a:lnTo>
                    <a:pt x="1704505" y="478155"/>
                  </a:lnTo>
                  <a:lnTo>
                    <a:pt x="1655419" y="482638"/>
                  </a:lnTo>
                  <a:lnTo>
                    <a:pt x="1609725" y="495465"/>
                  </a:lnTo>
                  <a:lnTo>
                    <a:pt x="1568361" y="515747"/>
                  </a:lnTo>
                  <a:lnTo>
                    <a:pt x="1532331" y="542632"/>
                  </a:lnTo>
                  <a:lnTo>
                    <a:pt x="1502613" y="575208"/>
                  </a:lnTo>
                  <a:lnTo>
                    <a:pt x="1480172" y="612584"/>
                  </a:lnTo>
                  <a:lnTo>
                    <a:pt x="1465986" y="653897"/>
                  </a:lnTo>
                  <a:lnTo>
                    <a:pt x="1461046" y="698246"/>
                  </a:lnTo>
                  <a:lnTo>
                    <a:pt x="1465986" y="742556"/>
                  </a:lnTo>
                  <a:lnTo>
                    <a:pt x="1480172" y="783844"/>
                  </a:lnTo>
                  <a:lnTo>
                    <a:pt x="1502613" y="821207"/>
                  </a:lnTo>
                  <a:lnTo>
                    <a:pt x="1532331" y="853770"/>
                  </a:lnTo>
                  <a:lnTo>
                    <a:pt x="1568361" y="880630"/>
                  </a:lnTo>
                  <a:lnTo>
                    <a:pt x="1609725" y="900925"/>
                  </a:lnTo>
                  <a:lnTo>
                    <a:pt x="1655419" y="913739"/>
                  </a:lnTo>
                  <a:lnTo>
                    <a:pt x="1704505" y="918210"/>
                  </a:lnTo>
                  <a:lnTo>
                    <a:pt x="1753577" y="913739"/>
                  </a:lnTo>
                  <a:lnTo>
                    <a:pt x="1799297" y="900925"/>
                  </a:lnTo>
                  <a:lnTo>
                    <a:pt x="1840674" y="880630"/>
                  </a:lnTo>
                  <a:lnTo>
                    <a:pt x="1876729" y="853770"/>
                  </a:lnTo>
                  <a:lnTo>
                    <a:pt x="1906473" y="821207"/>
                  </a:lnTo>
                  <a:lnTo>
                    <a:pt x="1928939" y="783844"/>
                  </a:lnTo>
                  <a:lnTo>
                    <a:pt x="1943138" y="742556"/>
                  </a:lnTo>
                  <a:lnTo>
                    <a:pt x="1948091" y="6982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1981200" y="2063115"/>
              <a:ext cx="487045" cy="440055"/>
            </a:xfrm>
            <a:custGeom>
              <a:avLst/>
              <a:gdLst/>
              <a:ahLst/>
              <a:cxnLst/>
              <a:rect l="l" t="t" r="r" b="b"/>
              <a:pathLst>
                <a:path w="487044" h="440055" extrusionOk="0">
                  <a:moveTo>
                    <a:pt x="0" y="220090"/>
                  </a:moveTo>
                  <a:lnTo>
                    <a:pt x="4944" y="175738"/>
                  </a:lnTo>
                  <a:lnTo>
                    <a:pt x="19127" y="134427"/>
                  </a:lnTo>
                  <a:lnTo>
                    <a:pt x="41569" y="97042"/>
                  </a:lnTo>
                  <a:lnTo>
                    <a:pt x="71294" y="64468"/>
                  </a:lnTo>
                  <a:lnTo>
                    <a:pt x="107323" y="37591"/>
                  </a:lnTo>
                  <a:lnTo>
                    <a:pt x="148679" y="17297"/>
                  </a:lnTo>
                  <a:lnTo>
                    <a:pt x="194383" y="4472"/>
                  </a:lnTo>
                  <a:lnTo>
                    <a:pt x="243458" y="0"/>
                  </a:lnTo>
                  <a:lnTo>
                    <a:pt x="292539" y="4472"/>
                  </a:lnTo>
                  <a:lnTo>
                    <a:pt x="338258" y="17297"/>
                  </a:lnTo>
                  <a:lnTo>
                    <a:pt x="379634" y="37591"/>
                  </a:lnTo>
                  <a:lnTo>
                    <a:pt x="415686" y="64468"/>
                  </a:lnTo>
                  <a:lnTo>
                    <a:pt x="445434" y="97042"/>
                  </a:lnTo>
                  <a:lnTo>
                    <a:pt x="467897" y="134427"/>
                  </a:lnTo>
                  <a:lnTo>
                    <a:pt x="482094" y="175738"/>
                  </a:lnTo>
                  <a:lnTo>
                    <a:pt x="487044" y="220090"/>
                  </a:lnTo>
                  <a:lnTo>
                    <a:pt x="482094" y="264401"/>
                  </a:lnTo>
                  <a:lnTo>
                    <a:pt x="467897" y="305681"/>
                  </a:lnTo>
                  <a:lnTo>
                    <a:pt x="445434" y="343043"/>
                  </a:lnTo>
                  <a:lnTo>
                    <a:pt x="415686" y="375602"/>
                  </a:lnTo>
                  <a:lnTo>
                    <a:pt x="379634" y="402469"/>
                  </a:lnTo>
                  <a:lnTo>
                    <a:pt x="338258" y="422759"/>
                  </a:lnTo>
                  <a:lnTo>
                    <a:pt x="292539" y="435583"/>
                  </a:lnTo>
                  <a:lnTo>
                    <a:pt x="243458" y="440055"/>
                  </a:lnTo>
                  <a:lnTo>
                    <a:pt x="194383" y="435583"/>
                  </a:lnTo>
                  <a:lnTo>
                    <a:pt x="148679" y="422759"/>
                  </a:lnTo>
                  <a:lnTo>
                    <a:pt x="107323" y="402469"/>
                  </a:lnTo>
                  <a:lnTo>
                    <a:pt x="71294" y="375602"/>
                  </a:lnTo>
                  <a:lnTo>
                    <a:pt x="41569" y="343043"/>
                  </a:lnTo>
                  <a:lnTo>
                    <a:pt x="19127" y="305681"/>
                  </a:lnTo>
                  <a:lnTo>
                    <a:pt x="4944" y="264401"/>
                  </a:lnTo>
                  <a:lnTo>
                    <a:pt x="0" y="22009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587" name="Google Shape;587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76237" y="2184082"/>
              <a:ext cx="148678" cy="1352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11"/>
            <p:cNvSpPr/>
            <p:nvPr/>
          </p:nvSpPr>
          <p:spPr>
            <a:xfrm>
              <a:off x="517855" y="1617090"/>
              <a:ext cx="1950720" cy="1577975"/>
            </a:xfrm>
            <a:custGeom>
              <a:avLst/>
              <a:gdLst/>
              <a:ahLst/>
              <a:cxnLst/>
              <a:rect l="l" t="t" r="r" b="b"/>
              <a:pathLst>
                <a:path w="1950720" h="1577975" extrusionOk="0">
                  <a:moveTo>
                    <a:pt x="1463344" y="571754"/>
                  </a:moveTo>
                  <a:lnTo>
                    <a:pt x="1447863" y="554736"/>
                  </a:lnTo>
                  <a:lnTo>
                    <a:pt x="1406067" y="508762"/>
                  </a:lnTo>
                  <a:lnTo>
                    <a:pt x="1394587" y="538340"/>
                  </a:lnTo>
                  <a:lnTo>
                    <a:pt x="4584" y="0"/>
                  </a:lnTo>
                  <a:lnTo>
                    <a:pt x="0" y="11938"/>
                  </a:lnTo>
                  <a:lnTo>
                    <a:pt x="1390002" y="550151"/>
                  </a:lnTo>
                  <a:lnTo>
                    <a:pt x="1378508" y="579755"/>
                  </a:lnTo>
                  <a:lnTo>
                    <a:pt x="1463344" y="571754"/>
                  </a:lnTo>
                  <a:close/>
                </a:path>
                <a:path w="1950720" h="1577975" extrusionOk="0">
                  <a:moveTo>
                    <a:pt x="1950389" y="1357630"/>
                  </a:moveTo>
                  <a:lnTo>
                    <a:pt x="1945436" y="1313281"/>
                  </a:lnTo>
                  <a:lnTo>
                    <a:pt x="1931238" y="1271968"/>
                  </a:lnTo>
                  <a:lnTo>
                    <a:pt x="1908771" y="1234592"/>
                  </a:lnTo>
                  <a:lnTo>
                    <a:pt x="1879028" y="1202016"/>
                  </a:lnTo>
                  <a:lnTo>
                    <a:pt x="1842973" y="1175131"/>
                  </a:lnTo>
                  <a:lnTo>
                    <a:pt x="1801596" y="1154849"/>
                  </a:lnTo>
                  <a:lnTo>
                    <a:pt x="1755876" y="1142022"/>
                  </a:lnTo>
                  <a:lnTo>
                    <a:pt x="1706803" y="1137539"/>
                  </a:lnTo>
                  <a:lnTo>
                    <a:pt x="1657718" y="1142022"/>
                  </a:lnTo>
                  <a:lnTo>
                    <a:pt x="1612023" y="1154849"/>
                  </a:lnTo>
                  <a:lnTo>
                    <a:pt x="1570659" y="1175131"/>
                  </a:lnTo>
                  <a:lnTo>
                    <a:pt x="1534629" y="1202016"/>
                  </a:lnTo>
                  <a:lnTo>
                    <a:pt x="1504911" y="1234592"/>
                  </a:lnTo>
                  <a:lnTo>
                    <a:pt x="1482471" y="1271968"/>
                  </a:lnTo>
                  <a:lnTo>
                    <a:pt x="1468285" y="1313281"/>
                  </a:lnTo>
                  <a:lnTo>
                    <a:pt x="1463344" y="1357630"/>
                  </a:lnTo>
                  <a:lnTo>
                    <a:pt x="1468285" y="1401940"/>
                  </a:lnTo>
                  <a:lnTo>
                    <a:pt x="1482471" y="1443228"/>
                  </a:lnTo>
                  <a:lnTo>
                    <a:pt x="1504911" y="1480591"/>
                  </a:lnTo>
                  <a:lnTo>
                    <a:pt x="1534629" y="1513141"/>
                  </a:lnTo>
                  <a:lnTo>
                    <a:pt x="1570659" y="1540014"/>
                  </a:lnTo>
                  <a:lnTo>
                    <a:pt x="1612023" y="1560309"/>
                  </a:lnTo>
                  <a:lnTo>
                    <a:pt x="1657718" y="1573123"/>
                  </a:lnTo>
                  <a:lnTo>
                    <a:pt x="1706803" y="1577594"/>
                  </a:lnTo>
                  <a:lnTo>
                    <a:pt x="1755876" y="1573123"/>
                  </a:lnTo>
                  <a:lnTo>
                    <a:pt x="1801596" y="1560309"/>
                  </a:lnTo>
                  <a:lnTo>
                    <a:pt x="1842973" y="1540014"/>
                  </a:lnTo>
                  <a:lnTo>
                    <a:pt x="1879028" y="1513141"/>
                  </a:lnTo>
                  <a:lnTo>
                    <a:pt x="1908771" y="1480591"/>
                  </a:lnTo>
                  <a:lnTo>
                    <a:pt x="1931238" y="1443228"/>
                  </a:lnTo>
                  <a:lnTo>
                    <a:pt x="1945436" y="1401940"/>
                  </a:lnTo>
                  <a:lnTo>
                    <a:pt x="1950389" y="13576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1981200" y="2754630"/>
              <a:ext cx="487045" cy="440055"/>
            </a:xfrm>
            <a:custGeom>
              <a:avLst/>
              <a:gdLst/>
              <a:ahLst/>
              <a:cxnLst/>
              <a:rect l="l" t="t" r="r" b="b"/>
              <a:pathLst>
                <a:path w="487044" h="440055" extrusionOk="0">
                  <a:moveTo>
                    <a:pt x="0" y="220091"/>
                  </a:moveTo>
                  <a:lnTo>
                    <a:pt x="4944" y="175738"/>
                  </a:lnTo>
                  <a:lnTo>
                    <a:pt x="19127" y="134427"/>
                  </a:lnTo>
                  <a:lnTo>
                    <a:pt x="41569" y="97042"/>
                  </a:lnTo>
                  <a:lnTo>
                    <a:pt x="71294" y="64468"/>
                  </a:lnTo>
                  <a:lnTo>
                    <a:pt x="107323" y="37591"/>
                  </a:lnTo>
                  <a:lnTo>
                    <a:pt x="148679" y="17297"/>
                  </a:lnTo>
                  <a:lnTo>
                    <a:pt x="194383" y="4472"/>
                  </a:lnTo>
                  <a:lnTo>
                    <a:pt x="243458" y="0"/>
                  </a:lnTo>
                  <a:lnTo>
                    <a:pt x="292539" y="4472"/>
                  </a:lnTo>
                  <a:lnTo>
                    <a:pt x="338258" y="17297"/>
                  </a:lnTo>
                  <a:lnTo>
                    <a:pt x="379634" y="37591"/>
                  </a:lnTo>
                  <a:lnTo>
                    <a:pt x="415686" y="64468"/>
                  </a:lnTo>
                  <a:lnTo>
                    <a:pt x="445434" y="97042"/>
                  </a:lnTo>
                  <a:lnTo>
                    <a:pt x="467897" y="134427"/>
                  </a:lnTo>
                  <a:lnTo>
                    <a:pt x="482094" y="175738"/>
                  </a:lnTo>
                  <a:lnTo>
                    <a:pt x="487044" y="220091"/>
                  </a:lnTo>
                  <a:lnTo>
                    <a:pt x="482094" y="264401"/>
                  </a:lnTo>
                  <a:lnTo>
                    <a:pt x="467897" y="305681"/>
                  </a:lnTo>
                  <a:lnTo>
                    <a:pt x="445434" y="343043"/>
                  </a:lnTo>
                  <a:lnTo>
                    <a:pt x="415686" y="375602"/>
                  </a:lnTo>
                  <a:lnTo>
                    <a:pt x="379634" y="402469"/>
                  </a:lnTo>
                  <a:lnTo>
                    <a:pt x="338258" y="422759"/>
                  </a:lnTo>
                  <a:lnTo>
                    <a:pt x="292539" y="435583"/>
                  </a:lnTo>
                  <a:lnTo>
                    <a:pt x="243458" y="440055"/>
                  </a:lnTo>
                  <a:lnTo>
                    <a:pt x="194383" y="435583"/>
                  </a:lnTo>
                  <a:lnTo>
                    <a:pt x="148679" y="422759"/>
                  </a:lnTo>
                  <a:lnTo>
                    <a:pt x="107323" y="402469"/>
                  </a:lnTo>
                  <a:lnTo>
                    <a:pt x="71294" y="375602"/>
                  </a:lnTo>
                  <a:lnTo>
                    <a:pt x="41569" y="343043"/>
                  </a:lnTo>
                  <a:lnTo>
                    <a:pt x="19127" y="305681"/>
                  </a:lnTo>
                  <a:lnTo>
                    <a:pt x="4944" y="264401"/>
                  </a:lnTo>
                  <a:lnTo>
                    <a:pt x="0" y="220091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590" name="Google Shape;590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76237" y="2875597"/>
              <a:ext cx="148678" cy="1352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p11"/>
            <p:cNvSpPr/>
            <p:nvPr/>
          </p:nvSpPr>
          <p:spPr>
            <a:xfrm>
              <a:off x="515785" y="1618487"/>
              <a:ext cx="1952625" cy="2268220"/>
            </a:xfrm>
            <a:custGeom>
              <a:avLst/>
              <a:gdLst/>
              <a:ahLst/>
              <a:cxnLst/>
              <a:rect l="l" t="t" r="r" b="b"/>
              <a:pathLst>
                <a:path w="1952625" h="2268220" extrusionOk="0">
                  <a:moveTo>
                    <a:pt x="1465414" y="1387602"/>
                  </a:moveTo>
                  <a:lnTo>
                    <a:pt x="1451178" y="1348613"/>
                  </a:lnTo>
                  <a:lnTo>
                    <a:pt x="1436204" y="1307592"/>
                  </a:lnTo>
                  <a:lnTo>
                    <a:pt x="1414399" y="1330617"/>
                  </a:lnTo>
                  <a:lnTo>
                    <a:pt x="8724" y="0"/>
                  </a:lnTo>
                  <a:lnTo>
                    <a:pt x="0" y="9144"/>
                  </a:lnTo>
                  <a:lnTo>
                    <a:pt x="1405686" y="1339811"/>
                  </a:lnTo>
                  <a:lnTo>
                    <a:pt x="1383880" y="1362837"/>
                  </a:lnTo>
                  <a:lnTo>
                    <a:pt x="1465414" y="1387602"/>
                  </a:lnTo>
                  <a:close/>
                </a:path>
                <a:path w="1952625" h="2268220" extrusionOk="0">
                  <a:moveTo>
                    <a:pt x="1952459" y="2047748"/>
                  </a:moveTo>
                  <a:lnTo>
                    <a:pt x="1947506" y="2003399"/>
                  </a:lnTo>
                  <a:lnTo>
                    <a:pt x="1933308" y="1962086"/>
                  </a:lnTo>
                  <a:lnTo>
                    <a:pt x="1910842" y="1924710"/>
                  </a:lnTo>
                  <a:lnTo>
                    <a:pt x="1881098" y="1892134"/>
                  </a:lnTo>
                  <a:lnTo>
                    <a:pt x="1845043" y="1865249"/>
                  </a:lnTo>
                  <a:lnTo>
                    <a:pt x="1803666" y="1844967"/>
                  </a:lnTo>
                  <a:lnTo>
                    <a:pt x="1757946" y="1832140"/>
                  </a:lnTo>
                  <a:lnTo>
                    <a:pt x="1708873" y="1827657"/>
                  </a:lnTo>
                  <a:lnTo>
                    <a:pt x="1659788" y="1832140"/>
                  </a:lnTo>
                  <a:lnTo>
                    <a:pt x="1614093" y="1844967"/>
                  </a:lnTo>
                  <a:lnTo>
                    <a:pt x="1572729" y="1865249"/>
                  </a:lnTo>
                  <a:lnTo>
                    <a:pt x="1536700" y="1892134"/>
                  </a:lnTo>
                  <a:lnTo>
                    <a:pt x="1506982" y="1924710"/>
                  </a:lnTo>
                  <a:lnTo>
                    <a:pt x="1484541" y="1962086"/>
                  </a:lnTo>
                  <a:lnTo>
                    <a:pt x="1470355" y="2003399"/>
                  </a:lnTo>
                  <a:lnTo>
                    <a:pt x="1465414" y="2047748"/>
                  </a:lnTo>
                  <a:lnTo>
                    <a:pt x="1470355" y="2092058"/>
                  </a:lnTo>
                  <a:lnTo>
                    <a:pt x="1484541" y="2133346"/>
                  </a:lnTo>
                  <a:lnTo>
                    <a:pt x="1506982" y="2170709"/>
                  </a:lnTo>
                  <a:lnTo>
                    <a:pt x="1536700" y="2203259"/>
                  </a:lnTo>
                  <a:lnTo>
                    <a:pt x="1572729" y="2230132"/>
                  </a:lnTo>
                  <a:lnTo>
                    <a:pt x="1614093" y="2250427"/>
                  </a:lnTo>
                  <a:lnTo>
                    <a:pt x="1659788" y="2263241"/>
                  </a:lnTo>
                  <a:lnTo>
                    <a:pt x="1708873" y="2267712"/>
                  </a:lnTo>
                  <a:lnTo>
                    <a:pt x="1757946" y="2263241"/>
                  </a:lnTo>
                  <a:lnTo>
                    <a:pt x="1803666" y="2250427"/>
                  </a:lnTo>
                  <a:lnTo>
                    <a:pt x="1845043" y="2230132"/>
                  </a:lnTo>
                  <a:lnTo>
                    <a:pt x="1881098" y="2203259"/>
                  </a:lnTo>
                  <a:lnTo>
                    <a:pt x="1910842" y="2170709"/>
                  </a:lnTo>
                  <a:lnTo>
                    <a:pt x="1933308" y="2133346"/>
                  </a:lnTo>
                  <a:lnTo>
                    <a:pt x="1947506" y="2092058"/>
                  </a:lnTo>
                  <a:lnTo>
                    <a:pt x="1952459" y="20477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1981200" y="3446145"/>
              <a:ext cx="487045" cy="440055"/>
            </a:xfrm>
            <a:custGeom>
              <a:avLst/>
              <a:gdLst/>
              <a:ahLst/>
              <a:cxnLst/>
              <a:rect l="l" t="t" r="r" b="b"/>
              <a:pathLst>
                <a:path w="487044" h="440054" extrusionOk="0">
                  <a:moveTo>
                    <a:pt x="0" y="220090"/>
                  </a:moveTo>
                  <a:lnTo>
                    <a:pt x="4944" y="175738"/>
                  </a:lnTo>
                  <a:lnTo>
                    <a:pt x="19127" y="134427"/>
                  </a:lnTo>
                  <a:lnTo>
                    <a:pt x="41569" y="97042"/>
                  </a:lnTo>
                  <a:lnTo>
                    <a:pt x="71294" y="64468"/>
                  </a:lnTo>
                  <a:lnTo>
                    <a:pt x="107323" y="37591"/>
                  </a:lnTo>
                  <a:lnTo>
                    <a:pt x="148679" y="17297"/>
                  </a:lnTo>
                  <a:lnTo>
                    <a:pt x="194383" y="4472"/>
                  </a:lnTo>
                  <a:lnTo>
                    <a:pt x="243458" y="0"/>
                  </a:lnTo>
                  <a:lnTo>
                    <a:pt x="292539" y="4472"/>
                  </a:lnTo>
                  <a:lnTo>
                    <a:pt x="338258" y="17297"/>
                  </a:lnTo>
                  <a:lnTo>
                    <a:pt x="379634" y="37591"/>
                  </a:lnTo>
                  <a:lnTo>
                    <a:pt x="415686" y="64468"/>
                  </a:lnTo>
                  <a:lnTo>
                    <a:pt x="445434" y="97042"/>
                  </a:lnTo>
                  <a:lnTo>
                    <a:pt x="467897" y="134427"/>
                  </a:lnTo>
                  <a:lnTo>
                    <a:pt x="482094" y="175738"/>
                  </a:lnTo>
                  <a:lnTo>
                    <a:pt x="487044" y="220090"/>
                  </a:lnTo>
                  <a:lnTo>
                    <a:pt x="482094" y="264401"/>
                  </a:lnTo>
                  <a:lnTo>
                    <a:pt x="467897" y="305681"/>
                  </a:lnTo>
                  <a:lnTo>
                    <a:pt x="445434" y="343043"/>
                  </a:lnTo>
                  <a:lnTo>
                    <a:pt x="415686" y="375602"/>
                  </a:lnTo>
                  <a:lnTo>
                    <a:pt x="379634" y="402469"/>
                  </a:lnTo>
                  <a:lnTo>
                    <a:pt x="338258" y="422759"/>
                  </a:lnTo>
                  <a:lnTo>
                    <a:pt x="292539" y="435583"/>
                  </a:lnTo>
                  <a:lnTo>
                    <a:pt x="243458" y="440054"/>
                  </a:lnTo>
                  <a:lnTo>
                    <a:pt x="194383" y="435583"/>
                  </a:lnTo>
                  <a:lnTo>
                    <a:pt x="148679" y="422759"/>
                  </a:lnTo>
                  <a:lnTo>
                    <a:pt x="107323" y="402469"/>
                  </a:lnTo>
                  <a:lnTo>
                    <a:pt x="71294" y="375602"/>
                  </a:lnTo>
                  <a:lnTo>
                    <a:pt x="41569" y="343043"/>
                  </a:lnTo>
                  <a:lnTo>
                    <a:pt x="19127" y="305681"/>
                  </a:lnTo>
                  <a:lnTo>
                    <a:pt x="4944" y="264401"/>
                  </a:lnTo>
                  <a:lnTo>
                    <a:pt x="0" y="22009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593" name="Google Shape;593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76237" y="3567112"/>
              <a:ext cx="148678" cy="1352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11"/>
            <p:cNvSpPr/>
            <p:nvPr/>
          </p:nvSpPr>
          <p:spPr>
            <a:xfrm>
              <a:off x="514959" y="1584959"/>
              <a:ext cx="3067050" cy="2150745"/>
            </a:xfrm>
            <a:custGeom>
              <a:avLst/>
              <a:gdLst/>
              <a:ahLst/>
              <a:cxnLst/>
              <a:rect l="l" t="t" r="r" b="b"/>
              <a:pathLst>
                <a:path w="3067050" h="2150745" extrusionOk="0">
                  <a:moveTo>
                    <a:pt x="1458290" y="2116201"/>
                  </a:moveTo>
                  <a:lnTo>
                    <a:pt x="1402486" y="2116201"/>
                  </a:lnTo>
                  <a:lnTo>
                    <a:pt x="1389811" y="2116201"/>
                  </a:lnTo>
                  <a:lnTo>
                    <a:pt x="1388516" y="2147443"/>
                  </a:lnTo>
                  <a:lnTo>
                    <a:pt x="1458290" y="2116201"/>
                  </a:lnTo>
                  <a:close/>
                </a:path>
                <a:path w="3067050" h="2150745" extrusionOk="0">
                  <a:moveTo>
                    <a:pt x="1535836" y="1421130"/>
                  </a:moveTo>
                  <a:lnTo>
                    <a:pt x="1461287" y="1379982"/>
                  </a:lnTo>
                  <a:lnTo>
                    <a:pt x="1459953" y="1411732"/>
                  </a:lnTo>
                  <a:lnTo>
                    <a:pt x="1459369" y="1411719"/>
                  </a:lnTo>
                  <a:lnTo>
                    <a:pt x="1449108" y="1397635"/>
                  </a:lnTo>
                  <a:lnTo>
                    <a:pt x="1416075" y="1352296"/>
                  </a:lnTo>
                  <a:lnTo>
                    <a:pt x="1401470" y="1380502"/>
                  </a:lnTo>
                  <a:lnTo>
                    <a:pt x="1395615" y="1377492"/>
                  </a:lnTo>
                  <a:lnTo>
                    <a:pt x="1395615" y="1391805"/>
                  </a:lnTo>
                  <a:lnTo>
                    <a:pt x="1393685" y="1395539"/>
                  </a:lnTo>
                  <a:lnTo>
                    <a:pt x="1393685" y="1445475"/>
                  </a:lnTo>
                  <a:lnTo>
                    <a:pt x="1094714" y="1574101"/>
                  </a:lnTo>
                  <a:lnTo>
                    <a:pt x="1082738" y="1557096"/>
                  </a:lnTo>
                  <a:lnTo>
                    <a:pt x="1082738" y="1579257"/>
                  </a:lnTo>
                  <a:lnTo>
                    <a:pt x="980617" y="1623199"/>
                  </a:lnTo>
                  <a:lnTo>
                    <a:pt x="968006" y="1610728"/>
                  </a:lnTo>
                  <a:lnTo>
                    <a:pt x="968006" y="1628622"/>
                  </a:lnTo>
                  <a:lnTo>
                    <a:pt x="735952" y="1728457"/>
                  </a:lnTo>
                  <a:lnTo>
                    <a:pt x="720890" y="1720684"/>
                  </a:lnTo>
                  <a:lnTo>
                    <a:pt x="720890" y="1734947"/>
                  </a:lnTo>
                  <a:lnTo>
                    <a:pt x="40779" y="2027555"/>
                  </a:lnTo>
                  <a:lnTo>
                    <a:pt x="508355" y="1625193"/>
                  </a:lnTo>
                  <a:lnTo>
                    <a:pt x="720890" y="1734947"/>
                  </a:lnTo>
                  <a:lnTo>
                    <a:pt x="720890" y="1720684"/>
                  </a:lnTo>
                  <a:lnTo>
                    <a:pt x="518680" y="1616290"/>
                  </a:lnTo>
                  <a:lnTo>
                    <a:pt x="752360" y="1415211"/>
                  </a:lnTo>
                  <a:lnTo>
                    <a:pt x="968006" y="1628622"/>
                  </a:lnTo>
                  <a:lnTo>
                    <a:pt x="968006" y="1610728"/>
                  </a:lnTo>
                  <a:lnTo>
                    <a:pt x="762038" y="1406880"/>
                  </a:lnTo>
                  <a:lnTo>
                    <a:pt x="774446" y="1396212"/>
                  </a:lnTo>
                  <a:lnTo>
                    <a:pt x="959154" y="1403781"/>
                  </a:lnTo>
                  <a:lnTo>
                    <a:pt x="1082738" y="1579257"/>
                  </a:lnTo>
                  <a:lnTo>
                    <a:pt x="1082738" y="1557096"/>
                  </a:lnTo>
                  <a:lnTo>
                    <a:pt x="975233" y="1404442"/>
                  </a:lnTo>
                  <a:lnTo>
                    <a:pt x="1383233" y="1421180"/>
                  </a:lnTo>
                  <a:lnTo>
                    <a:pt x="1393685" y="1445475"/>
                  </a:lnTo>
                  <a:lnTo>
                    <a:pt x="1393685" y="1395539"/>
                  </a:lnTo>
                  <a:lnTo>
                    <a:pt x="1386852" y="1408734"/>
                  </a:lnTo>
                  <a:lnTo>
                    <a:pt x="966063" y="1391424"/>
                  </a:lnTo>
                  <a:lnTo>
                    <a:pt x="949985" y="1368602"/>
                  </a:lnTo>
                  <a:lnTo>
                    <a:pt x="949985" y="1390764"/>
                  </a:lnTo>
                  <a:lnTo>
                    <a:pt x="788479" y="1384122"/>
                  </a:lnTo>
                  <a:lnTo>
                    <a:pt x="886129" y="1300099"/>
                  </a:lnTo>
                  <a:lnTo>
                    <a:pt x="949985" y="1390764"/>
                  </a:lnTo>
                  <a:lnTo>
                    <a:pt x="949985" y="1368602"/>
                  </a:lnTo>
                  <a:lnTo>
                    <a:pt x="895845" y="1291742"/>
                  </a:lnTo>
                  <a:lnTo>
                    <a:pt x="1010577" y="1193012"/>
                  </a:lnTo>
                  <a:lnTo>
                    <a:pt x="1395615" y="1391805"/>
                  </a:lnTo>
                  <a:lnTo>
                    <a:pt x="1395615" y="1377492"/>
                  </a:lnTo>
                  <a:lnTo>
                    <a:pt x="1020953" y="1184071"/>
                  </a:lnTo>
                  <a:lnTo>
                    <a:pt x="1412646" y="847013"/>
                  </a:lnTo>
                  <a:lnTo>
                    <a:pt x="1433347" y="871093"/>
                  </a:lnTo>
                  <a:lnTo>
                    <a:pt x="1450924" y="829056"/>
                  </a:lnTo>
                  <a:lnTo>
                    <a:pt x="1466240" y="792480"/>
                  </a:lnTo>
                  <a:lnTo>
                    <a:pt x="1383690" y="813308"/>
                  </a:lnTo>
                  <a:lnTo>
                    <a:pt x="1404315" y="837323"/>
                  </a:lnTo>
                  <a:lnTo>
                    <a:pt x="1008722" y="1177759"/>
                  </a:lnTo>
                  <a:lnTo>
                    <a:pt x="998347" y="1172413"/>
                  </a:lnTo>
                  <a:lnTo>
                    <a:pt x="998347" y="1186688"/>
                  </a:lnTo>
                  <a:lnTo>
                    <a:pt x="888466" y="1281252"/>
                  </a:lnTo>
                  <a:lnTo>
                    <a:pt x="878738" y="1267447"/>
                  </a:lnTo>
                  <a:lnTo>
                    <a:pt x="878738" y="1289621"/>
                  </a:lnTo>
                  <a:lnTo>
                    <a:pt x="769823" y="1383360"/>
                  </a:lnTo>
                  <a:lnTo>
                    <a:pt x="755777" y="1382788"/>
                  </a:lnTo>
                  <a:lnTo>
                    <a:pt x="755777" y="1395437"/>
                  </a:lnTo>
                  <a:lnTo>
                    <a:pt x="752944" y="1397876"/>
                  </a:lnTo>
                  <a:lnTo>
                    <a:pt x="750265" y="1395209"/>
                  </a:lnTo>
                  <a:lnTo>
                    <a:pt x="755777" y="1395437"/>
                  </a:lnTo>
                  <a:lnTo>
                    <a:pt x="755777" y="1382788"/>
                  </a:lnTo>
                  <a:lnTo>
                    <a:pt x="743254" y="1382268"/>
                  </a:lnTo>
                  <a:lnTo>
                    <a:pt x="743254" y="1406220"/>
                  </a:lnTo>
                  <a:lnTo>
                    <a:pt x="506476" y="1609991"/>
                  </a:lnTo>
                  <a:lnTo>
                    <a:pt x="496138" y="1604657"/>
                  </a:lnTo>
                  <a:lnTo>
                    <a:pt x="496138" y="1618881"/>
                  </a:lnTo>
                  <a:lnTo>
                    <a:pt x="42278" y="2009470"/>
                  </a:lnTo>
                  <a:lnTo>
                    <a:pt x="372389" y="1554975"/>
                  </a:lnTo>
                  <a:lnTo>
                    <a:pt x="496138" y="1618881"/>
                  </a:lnTo>
                  <a:lnTo>
                    <a:pt x="496138" y="1604657"/>
                  </a:lnTo>
                  <a:lnTo>
                    <a:pt x="379895" y="1544637"/>
                  </a:lnTo>
                  <a:lnTo>
                    <a:pt x="496011" y="1384782"/>
                  </a:lnTo>
                  <a:lnTo>
                    <a:pt x="731367" y="1394434"/>
                  </a:lnTo>
                  <a:lnTo>
                    <a:pt x="743254" y="1406220"/>
                  </a:lnTo>
                  <a:lnTo>
                    <a:pt x="743254" y="1382268"/>
                  </a:lnTo>
                  <a:lnTo>
                    <a:pt x="736930" y="1382001"/>
                  </a:lnTo>
                  <a:lnTo>
                    <a:pt x="718019" y="1363294"/>
                  </a:lnTo>
                  <a:lnTo>
                    <a:pt x="718019" y="1381226"/>
                  </a:lnTo>
                  <a:lnTo>
                    <a:pt x="504952" y="1372476"/>
                  </a:lnTo>
                  <a:lnTo>
                    <a:pt x="590346" y="1254887"/>
                  </a:lnTo>
                  <a:lnTo>
                    <a:pt x="718019" y="1381226"/>
                  </a:lnTo>
                  <a:lnTo>
                    <a:pt x="718019" y="1363294"/>
                  </a:lnTo>
                  <a:lnTo>
                    <a:pt x="597928" y="1244447"/>
                  </a:lnTo>
                  <a:lnTo>
                    <a:pt x="724357" y="1070394"/>
                  </a:lnTo>
                  <a:lnTo>
                    <a:pt x="878738" y="1289621"/>
                  </a:lnTo>
                  <a:lnTo>
                    <a:pt x="878738" y="1267447"/>
                  </a:lnTo>
                  <a:lnTo>
                    <a:pt x="732282" y="1059484"/>
                  </a:lnTo>
                  <a:lnTo>
                    <a:pt x="737654" y="1052080"/>
                  </a:lnTo>
                  <a:lnTo>
                    <a:pt x="998347" y="1186688"/>
                  </a:lnTo>
                  <a:lnTo>
                    <a:pt x="998347" y="1172413"/>
                  </a:lnTo>
                  <a:lnTo>
                    <a:pt x="750570" y="1044486"/>
                  </a:lnTo>
                  <a:lnTo>
                    <a:pt x="1398701" y="765619"/>
                  </a:lnTo>
                  <a:lnTo>
                    <a:pt x="1411249" y="794766"/>
                  </a:lnTo>
                  <a:lnTo>
                    <a:pt x="1449946" y="748919"/>
                  </a:lnTo>
                  <a:lnTo>
                    <a:pt x="1466240" y="729615"/>
                  </a:lnTo>
                  <a:lnTo>
                    <a:pt x="1381150" y="724789"/>
                  </a:lnTo>
                  <a:lnTo>
                    <a:pt x="1393685" y="753960"/>
                  </a:lnTo>
                  <a:lnTo>
                    <a:pt x="754418" y="1029004"/>
                  </a:lnTo>
                  <a:lnTo>
                    <a:pt x="1012913" y="673100"/>
                  </a:lnTo>
                  <a:lnTo>
                    <a:pt x="1390040" y="673100"/>
                  </a:lnTo>
                  <a:lnTo>
                    <a:pt x="1390040" y="704850"/>
                  </a:lnTo>
                  <a:lnTo>
                    <a:pt x="1453540" y="673100"/>
                  </a:lnTo>
                  <a:lnTo>
                    <a:pt x="1466240" y="666750"/>
                  </a:lnTo>
                  <a:lnTo>
                    <a:pt x="1453540" y="660400"/>
                  </a:lnTo>
                  <a:lnTo>
                    <a:pt x="1390040" y="628650"/>
                  </a:lnTo>
                  <a:lnTo>
                    <a:pt x="1390040" y="660400"/>
                  </a:lnTo>
                  <a:lnTo>
                    <a:pt x="1022146" y="660400"/>
                  </a:lnTo>
                  <a:lnTo>
                    <a:pt x="1424838" y="105981"/>
                  </a:lnTo>
                  <a:lnTo>
                    <a:pt x="1435252" y="117475"/>
                  </a:lnTo>
                  <a:lnTo>
                    <a:pt x="1437576" y="111493"/>
                  </a:lnTo>
                  <a:lnTo>
                    <a:pt x="1452270" y="122174"/>
                  </a:lnTo>
                  <a:lnTo>
                    <a:pt x="1458315" y="85725"/>
                  </a:lnTo>
                  <a:lnTo>
                    <a:pt x="1466240" y="38100"/>
                  </a:lnTo>
                  <a:lnTo>
                    <a:pt x="1411185" y="34988"/>
                  </a:lnTo>
                  <a:lnTo>
                    <a:pt x="1411185" y="103124"/>
                  </a:lnTo>
                  <a:lnTo>
                    <a:pt x="1006449" y="660400"/>
                  </a:lnTo>
                  <a:lnTo>
                    <a:pt x="997216" y="660400"/>
                  </a:lnTo>
                  <a:lnTo>
                    <a:pt x="997216" y="673100"/>
                  </a:lnTo>
                  <a:lnTo>
                    <a:pt x="733780" y="1035824"/>
                  </a:lnTo>
                  <a:lnTo>
                    <a:pt x="716635" y="1026972"/>
                  </a:lnTo>
                  <a:lnTo>
                    <a:pt x="716635" y="1059434"/>
                  </a:lnTo>
                  <a:lnTo>
                    <a:pt x="588822" y="1235430"/>
                  </a:lnTo>
                  <a:lnTo>
                    <a:pt x="581240" y="1227937"/>
                  </a:lnTo>
                  <a:lnTo>
                    <a:pt x="581240" y="1245870"/>
                  </a:lnTo>
                  <a:lnTo>
                    <a:pt x="489737" y="1371841"/>
                  </a:lnTo>
                  <a:lnTo>
                    <a:pt x="480796" y="1371485"/>
                  </a:lnTo>
                  <a:lnTo>
                    <a:pt x="480796" y="1384160"/>
                  </a:lnTo>
                  <a:lnTo>
                    <a:pt x="368515" y="1538757"/>
                  </a:lnTo>
                  <a:lnTo>
                    <a:pt x="33489" y="1365796"/>
                  </a:lnTo>
                  <a:lnTo>
                    <a:pt x="480796" y="1384160"/>
                  </a:lnTo>
                  <a:lnTo>
                    <a:pt x="480796" y="1371485"/>
                  </a:lnTo>
                  <a:lnTo>
                    <a:pt x="33362" y="1353070"/>
                  </a:lnTo>
                  <a:lnTo>
                    <a:pt x="490728" y="1156284"/>
                  </a:lnTo>
                  <a:lnTo>
                    <a:pt x="581240" y="1245870"/>
                  </a:lnTo>
                  <a:lnTo>
                    <a:pt x="581240" y="1227937"/>
                  </a:lnTo>
                  <a:lnTo>
                    <a:pt x="503364" y="1150848"/>
                  </a:lnTo>
                  <a:lnTo>
                    <a:pt x="716457" y="1059167"/>
                  </a:lnTo>
                  <a:lnTo>
                    <a:pt x="716635" y="1059434"/>
                  </a:lnTo>
                  <a:lnTo>
                    <a:pt x="716635" y="1026972"/>
                  </a:lnTo>
                  <a:lnTo>
                    <a:pt x="708990" y="1023010"/>
                  </a:lnTo>
                  <a:lnTo>
                    <a:pt x="708990" y="1048550"/>
                  </a:lnTo>
                  <a:lnTo>
                    <a:pt x="493623" y="1141209"/>
                  </a:lnTo>
                  <a:lnTo>
                    <a:pt x="480974" y="1128699"/>
                  </a:lnTo>
                  <a:lnTo>
                    <a:pt x="480974" y="1146644"/>
                  </a:lnTo>
                  <a:lnTo>
                    <a:pt x="37871" y="1337284"/>
                  </a:lnTo>
                  <a:lnTo>
                    <a:pt x="370205" y="1037005"/>
                  </a:lnTo>
                  <a:lnTo>
                    <a:pt x="480974" y="1146644"/>
                  </a:lnTo>
                  <a:lnTo>
                    <a:pt x="480974" y="1128699"/>
                  </a:lnTo>
                  <a:lnTo>
                    <a:pt x="379691" y="1028433"/>
                  </a:lnTo>
                  <a:lnTo>
                    <a:pt x="493204" y="925855"/>
                  </a:lnTo>
                  <a:lnTo>
                    <a:pt x="696518" y="1030833"/>
                  </a:lnTo>
                  <a:lnTo>
                    <a:pt x="708990" y="1048550"/>
                  </a:lnTo>
                  <a:lnTo>
                    <a:pt x="708990" y="1023010"/>
                  </a:lnTo>
                  <a:lnTo>
                    <a:pt x="705256" y="1021080"/>
                  </a:lnTo>
                  <a:lnTo>
                    <a:pt x="680745" y="986282"/>
                  </a:lnTo>
                  <a:lnTo>
                    <a:pt x="680745" y="1008430"/>
                  </a:lnTo>
                  <a:lnTo>
                    <a:pt x="503237" y="916800"/>
                  </a:lnTo>
                  <a:lnTo>
                    <a:pt x="572274" y="854417"/>
                  </a:lnTo>
                  <a:lnTo>
                    <a:pt x="680745" y="1008430"/>
                  </a:lnTo>
                  <a:lnTo>
                    <a:pt x="680745" y="986282"/>
                  </a:lnTo>
                  <a:lnTo>
                    <a:pt x="581812" y="845807"/>
                  </a:lnTo>
                  <a:lnTo>
                    <a:pt x="772947" y="673100"/>
                  </a:lnTo>
                  <a:lnTo>
                    <a:pt x="997216" y="673100"/>
                  </a:lnTo>
                  <a:lnTo>
                    <a:pt x="997216" y="660400"/>
                  </a:lnTo>
                  <a:lnTo>
                    <a:pt x="786993" y="660400"/>
                  </a:lnTo>
                  <a:lnTo>
                    <a:pt x="1409103" y="98298"/>
                  </a:lnTo>
                  <a:lnTo>
                    <a:pt x="1411185" y="103124"/>
                  </a:lnTo>
                  <a:lnTo>
                    <a:pt x="1411185" y="34988"/>
                  </a:lnTo>
                  <a:lnTo>
                    <a:pt x="1403248" y="34531"/>
                  </a:lnTo>
                  <a:lnTo>
                    <a:pt x="1403248" y="86499"/>
                  </a:lnTo>
                  <a:lnTo>
                    <a:pt x="768083" y="660400"/>
                  </a:lnTo>
                  <a:lnTo>
                    <a:pt x="754024" y="660400"/>
                  </a:lnTo>
                  <a:lnTo>
                    <a:pt x="754024" y="673100"/>
                  </a:lnTo>
                  <a:lnTo>
                    <a:pt x="574446" y="835367"/>
                  </a:lnTo>
                  <a:lnTo>
                    <a:pt x="564921" y="821842"/>
                  </a:lnTo>
                  <a:lnTo>
                    <a:pt x="564921" y="843978"/>
                  </a:lnTo>
                  <a:lnTo>
                    <a:pt x="491197" y="910577"/>
                  </a:lnTo>
                  <a:lnTo>
                    <a:pt x="481164" y="905408"/>
                  </a:lnTo>
                  <a:lnTo>
                    <a:pt x="481164" y="919645"/>
                  </a:lnTo>
                  <a:lnTo>
                    <a:pt x="370662" y="1019492"/>
                  </a:lnTo>
                  <a:lnTo>
                    <a:pt x="39166" y="691400"/>
                  </a:lnTo>
                  <a:lnTo>
                    <a:pt x="481164" y="919645"/>
                  </a:lnTo>
                  <a:lnTo>
                    <a:pt x="481164" y="905408"/>
                  </a:lnTo>
                  <a:lnTo>
                    <a:pt x="31216" y="673100"/>
                  </a:lnTo>
                  <a:lnTo>
                    <a:pt x="444588" y="673100"/>
                  </a:lnTo>
                  <a:lnTo>
                    <a:pt x="564921" y="843978"/>
                  </a:lnTo>
                  <a:lnTo>
                    <a:pt x="564921" y="821842"/>
                  </a:lnTo>
                  <a:lnTo>
                    <a:pt x="460184" y="673100"/>
                  </a:lnTo>
                  <a:lnTo>
                    <a:pt x="754024" y="673100"/>
                  </a:lnTo>
                  <a:lnTo>
                    <a:pt x="754024" y="660400"/>
                  </a:lnTo>
                  <a:lnTo>
                    <a:pt x="451231" y="660400"/>
                  </a:lnTo>
                  <a:lnTo>
                    <a:pt x="435648" y="638276"/>
                  </a:lnTo>
                  <a:lnTo>
                    <a:pt x="435648" y="660400"/>
                  </a:lnTo>
                  <a:lnTo>
                    <a:pt x="36029" y="660400"/>
                  </a:lnTo>
                  <a:lnTo>
                    <a:pt x="342722" y="528447"/>
                  </a:lnTo>
                  <a:lnTo>
                    <a:pt x="435648" y="660400"/>
                  </a:lnTo>
                  <a:lnTo>
                    <a:pt x="435648" y="638276"/>
                  </a:lnTo>
                  <a:lnTo>
                    <a:pt x="354685" y="523303"/>
                  </a:lnTo>
                  <a:lnTo>
                    <a:pt x="1390865" y="77482"/>
                  </a:lnTo>
                  <a:lnTo>
                    <a:pt x="1403248" y="86499"/>
                  </a:lnTo>
                  <a:lnTo>
                    <a:pt x="1403248" y="34531"/>
                  </a:lnTo>
                  <a:lnTo>
                    <a:pt x="1381150" y="33274"/>
                  </a:lnTo>
                  <a:lnTo>
                    <a:pt x="1392097" y="58762"/>
                  </a:lnTo>
                  <a:lnTo>
                    <a:pt x="1384198" y="60960"/>
                  </a:lnTo>
                  <a:lnTo>
                    <a:pt x="1387817" y="64973"/>
                  </a:lnTo>
                  <a:lnTo>
                    <a:pt x="347205" y="512686"/>
                  </a:lnTo>
                  <a:lnTo>
                    <a:pt x="10375" y="34417"/>
                  </a:lnTo>
                  <a:lnTo>
                    <a:pt x="0" y="41783"/>
                  </a:lnTo>
                  <a:lnTo>
                    <a:pt x="335254" y="517829"/>
                  </a:lnTo>
                  <a:lnTo>
                    <a:pt x="2679" y="660908"/>
                  </a:lnTo>
                  <a:lnTo>
                    <a:pt x="5168" y="666762"/>
                  </a:lnTo>
                  <a:lnTo>
                    <a:pt x="711" y="671322"/>
                  </a:lnTo>
                  <a:lnTo>
                    <a:pt x="361175" y="1028065"/>
                  </a:lnTo>
                  <a:lnTo>
                    <a:pt x="927" y="1353566"/>
                  </a:lnTo>
                  <a:lnTo>
                    <a:pt x="5181" y="1358265"/>
                  </a:lnTo>
                  <a:lnTo>
                    <a:pt x="2273" y="1363853"/>
                  </a:lnTo>
                  <a:lnTo>
                    <a:pt x="361010" y="1549095"/>
                  </a:lnTo>
                  <a:lnTo>
                    <a:pt x="50" y="2046097"/>
                  </a:lnTo>
                  <a:lnTo>
                    <a:pt x="5181" y="2049780"/>
                  </a:lnTo>
                  <a:lnTo>
                    <a:pt x="4914" y="2056130"/>
                  </a:lnTo>
                  <a:lnTo>
                    <a:pt x="1389837" y="2115667"/>
                  </a:lnTo>
                  <a:lnTo>
                    <a:pt x="1402511" y="2115667"/>
                  </a:lnTo>
                  <a:lnTo>
                    <a:pt x="1459509" y="2115667"/>
                  </a:lnTo>
                  <a:lnTo>
                    <a:pt x="1466240" y="2112645"/>
                  </a:lnTo>
                  <a:lnTo>
                    <a:pt x="1458950" y="2064385"/>
                  </a:lnTo>
                  <a:lnTo>
                    <a:pt x="1453540" y="2028444"/>
                  </a:lnTo>
                  <a:lnTo>
                    <a:pt x="1440764" y="2037422"/>
                  </a:lnTo>
                  <a:lnTo>
                    <a:pt x="1438935" y="2032000"/>
                  </a:lnTo>
                  <a:lnTo>
                    <a:pt x="1426248" y="2044801"/>
                  </a:lnTo>
                  <a:lnTo>
                    <a:pt x="1413471" y="2026666"/>
                  </a:lnTo>
                  <a:lnTo>
                    <a:pt x="1413471" y="2048840"/>
                  </a:lnTo>
                  <a:lnTo>
                    <a:pt x="1412544" y="2050618"/>
                  </a:lnTo>
                  <a:lnTo>
                    <a:pt x="1405877" y="2044026"/>
                  </a:lnTo>
                  <a:lnTo>
                    <a:pt x="1405877" y="2061933"/>
                  </a:lnTo>
                  <a:lnTo>
                    <a:pt x="1395730" y="2069058"/>
                  </a:lnTo>
                  <a:lnTo>
                    <a:pt x="1390980" y="2066607"/>
                  </a:lnTo>
                  <a:lnTo>
                    <a:pt x="1390980" y="2087968"/>
                  </a:lnTo>
                  <a:lnTo>
                    <a:pt x="1390789" y="2092629"/>
                  </a:lnTo>
                  <a:lnTo>
                    <a:pt x="1385481" y="2102878"/>
                  </a:lnTo>
                  <a:lnTo>
                    <a:pt x="33248" y="2044636"/>
                  </a:lnTo>
                  <a:lnTo>
                    <a:pt x="735495" y="1742490"/>
                  </a:lnTo>
                  <a:lnTo>
                    <a:pt x="1390637" y="2080755"/>
                  </a:lnTo>
                  <a:lnTo>
                    <a:pt x="1385341" y="2086102"/>
                  </a:lnTo>
                  <a:lnTo>
                    <a:pt x="1390980" y="2087968"/>
                  </a:lnTo>
                  <a:lnTo>
                    <a:pt x="1390980" y="2066607"/>
                  </a:lnTo>
                  <a:lnTo>
                    <a:pt x="750557" y="1736001"/>
                  </a:lnTo>
                  <a:lnTo>
                    <a:pt x="977734" y="1638261"/>
                  </a:lnTo>
                  <a:lnTo>
                    <a:pt x="1405877" y="2061933"/>
                  </a:lnTo>
                  <a:lnTo>
                    <a:pt x="1405877" y="2044026"/>
                  </a:lnTo>
                  <a:lnTo>
                    <a:pt x="990358" y="1632826"/>
                  </a:lnTo>
                  <a:lnTo>
                    <a:pt x="1090206" y="1589874"/>
                  </a:lnTo>
                  <a:lnTo>
                    <a:pt x="1413471" y="2048840"/>
                  </a:lnTo>
                  <a:lnTo>
                    <a:pt x="1413471" y="2026666"/>
                  </a:lnTo>
                  <a:lnTo>
                    <a:pt x="1102194" y="1584718"/>
                  </a:lnTo>
                  <a:lnTo>
                    <a:pt x="1398701" y="1457134"/>
                  </a:lnTo>
                  <a:lnTo>
                    <a:pt x="1411249" y="1486281"/>
                  </a:lnTo>
                  <a:lnTo>
                    <a:pt x="1449946" y="1440434"/>
                  </a:lnTo>
                  <a:lnTo>
                    <a:pt x="1459204" y="1429461"/>
                  </a:lnTo>
                  <a:lnTo>
                    <a:pt x="1458112" y="1456055"/>
                  </a:lnTo>
                  <a:lnTo>
                    <a:pt x="1527632" y="1424813"/>
                  </a:lnTo>
                  <a:lnTo>
                    <a:pt x="1472082" y="1424813"/>
                  </a:lnTo>
                  <a:lnTo>
                    <a:pt x="1463128" y="1424813"/>
                  </a:lnTo>
                  <a:lnTo>
                    <a:pt x="1463548" y="1424305"/>
                  </a:lnTo>
                  <a:lnTo>
                    <a:pt x="1472095" y="1424305"/>
                  </a:lnTo>
                  <a:lnTo>
                    <a:pt x="1528787" y="1424305"/>
                  </a:lnTo>
                  <a:lnTo>
                    <a:pt x="1535836" y="1421130"/>
                  </a:lnTo>
                  <a:close/>
                </a:path>
                <a:path w="3067050" h="2150745" extrusionOk="0">
                  <a:moveTo>
                    <a:pt x="3066440" y="2112645"/>
                  </a:moveTo>
                  <a:lnTo>
                    <a:pt x="3053740" y="2106295"/>
                  </a:lnTo>
                  <a:lnTo>
                    <a:pt x="2990240" y="2074545"/>
                  </a:lnTo>
                  <a:lnTo>
                    <a:pt x="2990240" y="2106295"/>
                  </a:lnTo>
                  <a:lnTo>
                    <a:pt x="1953285" y="2106295"/>
                  </a:lnTo>
                  <a:lnTo>
                    <a:pt x="1953285" y="2118995"/>
                  </a:lnTo>
                  <a:lnTo>
                    <a:pt x="2990240" y="2118995"/>
                  </a:lnTo>
                  <a:lnTo>
                    <a:pt x="2990240" y="2150745"/>
                  </a:lnTo>
                  <a:lnTo>
                    <a:pt x="3053740" y="2118995"/>
                  </a:lnTo>
                  <a:lnTo>
                    <a:pt x="3066440" y="2112645"/>
                  </a:lnTo>
                  <a:close/>
                </a:path>
                <a:path w="3067050" h="2150745" extrusionOk="0">
                  <a:moveTo>
                    <a:pt x="3066440" y="1421130"/>
                  </a:moveTo>
                  <a:lnTo>
                    <a:pt x="3053740" y="1414780"/>
                  </a:lnTo>
                  <a:lnTo>
                    <a:pt x="2990240" y="1383030"/>
                  </a:lnTo>
                  <a:lnTo>
                    <a:pt x="2990240" y="1414780"/>
                  </a:lnTo>
                  <a:lnTo>
                    <a:pt x="1953285" y="1414780"/>
                  </a:lnTo>
                  <a:lnTo>
                    <a:pt x="1953285" y="1427480"/>
                  </a:lnTo>
                  <a:lnTo>
                    <a:pt x="2990240" y="1427480"/>
                  </a:lnTo>
                  <a:lnTo>
                    <a:pt x="2990240" y="1459230"/>
                  </a:lnTo>
                  <a:lnTo>
                    <a:pt x="3053740" y="1427480"/>
                  </a:lnTo>
                  <a:lnTo>
                    <a:pt x="3066440" y="1421130"/>
                  </a:lnTo>
                  <a:close/>
                </a:path>
                <a:path w="3067050" h="2150745" extrusionOk="0">
                  <a:moveTo>
                    <a:pt x="3066440" y="729615"/>
                  </a:moveTo>
                  <a:lnTo>
                    <a:pt x="3053740" y="723265"/>
                  </a:lnTo>
                  <a:lnTo>
                    <a:pt x="2990240" y="691515"/>
                  </a:lnTo>
                  <a:lnTo>
                    <a:pt x="2990240" y="723265"/>
                  </a:lnTo>
                  <a:lnTo>
                    <a:pt x="1953285" y="723265"/>
                  </a:lnTo>
                  <a:lnTo>
                    <a:pt x="1953285" y="735965"/>
                  </a:lnTo>
                  <a:lnTo>
                    <a:pt x="2990240" y="735965"/>
                  </a:lnTo>
                  <a:lnTo>
                    <a:pt x="2990240" y="767715"/>
                  </a:lnTo>
                  <a:lnTo>
                    <a:pt x="3053740" y="735965"/>
                  </a:lnTo>
                  <a:lnTo>
                    <a:pt x="3066440" y="729615"/>
                  </a:lnTo>
                  <a:close/>
                </a:path>
                <a:path w="3067050" h="2150745" extrusionOk="0">
                  <a:moveTo>
                    <a:pt x="3066440" y="38100"/>
                  </a:moveTo>
                  <a:lnTo>
                    <a:pt x="3053740" y="31750"/>
                  </a:lnTo>
                  <a:lnTo>
                    <a:pt x="2990240" y="0"/>
                  </a:lnTo>
                  <a:lnTo>
                    <a:pt x="2990240" y="31750"/>
                  </a:lnTo>
                  <a:lnTo>
                    <a:pt x="1953285" y="31750"/>
                  </a:lnTo>
                  <a:lnTo>
                    <a:pt x="1953285" y="44450"/>
                  </a:lnTo>
                  <a:lnTo>
                    <a:pt x="2990240" y="44450"/>
                  </a:lnTo>
                  <a:lnTo>
                    <a:pt x="2990240" y="76200"/>
                  </a:lnTo>
                  <a:lnTo>
                    <a:pt x="3053740" y="44450"/>
                  </a:lnTo>
                  <a:lnTo>
                    <a:pt x="3066440" y="381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595" name="Google Shape;59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22187" y="2542032"/>
            <a:ext cx="4486276" cy="266319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11"/>
          <p:cNvSpPr txBox="1"/>
          <p:nvPr/>
        </p:nvSpPr>
        <p:spPr>
          <a:xfrm>
            <a:off x="2986433" y="5856961"/>
            <a:ext cx="4018320" cy="90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40" rIns="0" bIns="0" anchor="t" anchorCtr="0">
            <a:spAutoFit/>
          </a:bodyPr>
          <a:lstStyle/>
          <a:p>
            <a:pPr marL="607313" marR="6096" indent="-592835" defTabSz="1097280">
              <a:buClr>
                <a:srgbClr val="000000"/>
              </a:buClr>
            </a:pPr>
            <a:r>
              <a:rPr lang="en-US" sz="2880" b="1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Inputs and  Single Layer</a:t>
            </a:r>
            <a:endParaRPr sz="2880"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1"/>
          <p:cNvSpPr txBox="1"/>
          <p:nvPr/>
        </p:nvSpPr>
        <p:spPr>
          <a:xfrm>
            <a:off x="9311399" y="5948401"/>
            <a:ext cx="4018320" cy="901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40" rIns="0" bIns="0" anchor="t" anchorCtr="0">
            <a:spAutoFit/>
          </a:bodyPr>
          <a:lstStyle/>
          <a:p>
            <a:pPr marL="1064513" marR="6096" indent="-1050036" defTabSz="1097280">
              <a:buClr>
                <a:srgbClr val="000000"/>
              </a:buClr>
            </a:pPr>
            <a:r>
              <a:rPr lang="en-US" sz="2880" b="1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Inputs </a:t>
            </a:r>
            <a:r>
              <a:rPr lang="en-US" sz="2880" b="1" kern="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880" b="1" kern="0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muliple</a:t>
            </a:r>
            <a:r>
              <a:rPr lang="en-US" sz="2880" b="1" kern="0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80" b="1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layers</a:t>
            </a:r>
            <a:endParaRPr sz="2880"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839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2"/>
          <p:cNvSpPr txBox="1">
            <a:spLocks noGrp="1"/>
          </p:cNvSpPr>
          <p:nvPr>
            <p:ph type="title"/>
          </p:nvPr>
        </p:nvSpPr>
        <p:spPr>
          <a:xfrm>
            <a:off x="1021423" y="1119572"/>
            <a:ext cx="12587040" cy="828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990" rIns="0" bIns="0" anchor="t" anchorCtr="0">
            <a:spAutoFit/>
          </a:bodyPr>
          <a:lstStyle/>
          <a:p>
            <a:pPr marL="15240"/>
            <a:r>
              <a:rPr lang="en-US" sz="5280" b="0">
                <a:latin typeface="Calibri"/>
                <a:ea typeface="Calibri"/>
                <a:cs typeface="Calibri"/>
                <a:sym typeface="Calibri"/>
              </a:rPr>
              <a:t>Types of Networks – Contd.</a:t>
            </a:r>
            <a:endParaRPr sz="528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3" name="Google Shape;603;p12"/>
          <p:cNvGrpSpPr/>
          <p:nvPr/>
        </p:nvGrpSpPr>
        <p:grpSpPr>
          <a:xfrm>
            <a:off x="2442800" y="1909268"/>
            <a:ext cx="8400064" cy="4674716"/>
            <a:chOff x="1519237" y="1591056"/>
            <a:chExt cx="5263198" cy="3895597"/>
          </a:xfrm>
        </p:grpSpPr>
        <p:sp>
          <p:nvSpPr>
            <p:cNvPr id="604" name="Google Shape;604;p12"/>
            <p:cNvSpPr/>
            <p:nvPr/>
          </p:nvSpPr>
          <p:spPr>
            <a:xfrm>
              <a:off x="4000500" y="1981200"/>
              <a:ext cx="753745" cy="613410"/>
            </a:xfrm>
            <a:custGeom>
              <a:avLst/>
              <a:gdLst/>
              <a:ahLst/>
              <a:cxnLst/>
              <a:rect l="l" t="t" r="r" b="b"/>
              <a:pathLst>
                <a:path w="753745" h="613410" extrusionOk="0">
                  <a:moveTo>
                    <a:pt x="376809" y="0"/>
                  </a:moveTo>
                  <a:lnTo>
                    <a:pt x="325695" y="2799"/>
                  </a:lnTo>
                  <a:lnTo>
                    <a:pt x="276665" y="10953"/>
                  </a:lnTo>
                  <a:lnTo>
                    <a:pt x="230171" y="24098"/>
                  </a:lnTo>
                  <a:lnTo>
                    <a:pt x="186661" y="41867"/>
                  </a:lnTo>
                  <a:lnTo>
                    <a:pt x="146586" y="63896"/>
                  </a:lnTo>
                  <a:lnTo>
                    <a:pt x="110394" y="89820"/>
                  </a:lnTo>
                  <a:lnTo>
                    <a:pt x="78537" y="119274"/>
                  </a:lnTo>
                  <a:lnTo>
                    <a:pt x="51463" y="151892"/>
                  </a:lnTo>
                  <a:lnTo>
                    <a:pt x="29622" y="187309"/>
                  </a:lnTo>
                  <a:lnTo>
                    <a:pt x="13465" y="225160"/>
                  </a:lnTo>
                  <a:lnTo>
                    <a:pt x="3441" y="265080"/>
                  </a:lnTo>
                  <a:lnTo>
                    <a:pt x="0" y="306704"/>
                  </a:lnTo>
                  <a:lnTo>
                    <a:pt x="3441" y="348329"/>
                  </a:lnTo>
                  <a:lnTo>
                    <a:pt x="13465" y="388249"/>
                  </a:lnTo>
                  <a:lnTo>
                    <a:pt x="29622" y="426100"/>
                  </a:lnTo>
                  <a:lnTo>
                    <a:pt x="51463" y="461518"/>
                  </a:lnTo>
                  <a:lnTo>
                    <a:pt x="78537" y="494135"/>
                  </a:lnTo>
                  <a:lnTo>
                    <a:pt x="110394" y="523589"/>
                  </a:lnTo>
                  <a:lnTo>
                    <a:pt x="146586" y="549513"/>
                  </a:lnTo>
                  <a:lnTo>
                    <a:pt x="186661" y="571542"/>
                  </a:lnTo>
                  <a:lnTo>
                    <a:pt x="230171" y="589311"/>
                  </a:lnTo>
                  <a:lnTo>
                    <a:pt x="276665" y="602456"/>
                  </a:lnTo>
                  <a:lnTo>
                    <a:pt x="325695" y="610610"/>
                  </a:lnTo>
                  <a:lnTo>
                    <a:pt x="376809" y="613410"/>
                  </a:lnTo>
                  <a:lnTo>
                    <a:pt x="427952" y="610610"/>
                  </a:lnTo>
                  <a:lnTo>
                    <a:pt x="477005" y="602456"/>
                  </a:lnTo>
                  <a:lnTo>
                    <a:pt x="523519" y="589311"/>
                  </a:lnTo>
                  <a:lnTo>
                    <a:pt x="567045" y="571542"/>
                  </a:lnTo>
                  <a:lnTo>
                    <a:pt x="607133" y="549513"/>
                  </a:lnTo>
                  <a:lnTo>
                    <a:pt x="643334" y="523589"/>
                  </a:lnTo>
                  <a:lnTo>
                    <a:pt x="675198" y="494135"/>
                  </a:lnTo>
                  <a:lnTo>
                    <a:pt x="702277" y="461517"/>
                  </a:lnTo>
                  <a:lnTo>
                    <a:pt x="724120" y="426100"/>
                  </a:lnTo>
                  <a:lnTo>
                    <a:pt x="740278" y="388249"/>
                  </a:lnTo>
                  <a:lnTo>
                    <a:pt x="750303" y="348329"/>
                  </a:lnTo>
                  <a:lnTo>
                    <a:pt x="753745" y="306704"/>
                  </a:lnTo>
                  <a:lnTo>
                    <a:pt x="750303" y="265080"/>
                  </a:lnTo>
                  <a:lnTo>
                    <a:pt x="740278" y="225160"/>
                  </a:lnTo>
                  <a:lnTo>
                    <a:pt x="724120" y="187309"/>
                  </a:lnTo>
                  <a:lnTo>
                    <a:pt x="702277" y="151891"/>
                  </a:lnTo>
                  <a:lnTo>
                    <a:pt x="675198" y="119274"/>
                  </a:lnTo>
                  <a:lnTo>
                    <a:pt x="643334" y="89820"/>
                  </a:lnTo>
                  <a:lnTo>
                    <a:pt x="607133" y="63896"/>
                  </a:lnTo>
                  <a:lnTo>
                    <a:pt x="567045" y="41867"/>
                  </a:lnTo>
                  <a:lnTo>
                    <a:pt x="523519" y="24098"/>
                  </a:lnTo>
                  <a:lnTo>
                    <a:pt x="477005" y="10953"/>
                  </a:lnTo>
                  <a:lnTo>
                    <a:pt x="427952" y="2799"/>
                  </a:lnTo>
                  <a:lnTo>
                    <a:pt x="3768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2"/>
            <p:cNvSpPr/>
            <p:nvPr/>
          </p:nvSpPr>
          <p:spPr>
            <a:xfrm>
              <a:off x="4000500" y="1981200"/>
              <a:ext cx="753745" cy="613410"/>
            </a:xfrm>
            <a:custGeom>
              <a:avLst/>
              <a:gdLst/>
              <a:ahLst/>
              <a:cxnLst/>
              <a:rect l="l" t="t" r="r" b="b"/>
              <a:pathLst>
                <a:path w="753745" h="613410" extrusionOk="0">
                  <a:moveTo>
                    <a:pt x="0" y="306704"/>
                  </a:moveTo>
                  <a:lnTo>
                    <a:pt x="3441" y="265080"/>
                  </a:lnTo>
                  <a:lnTo>
                    <a:pt x="13465" y="225160"/>
                  </a:lnTo>
                  <a:lnTo>
                    <a:pt x="29622" y="187309"/>
                  </a:lnTo>
                  <a:lnTo>
                    <a:pt x="51463" y="151892"/>
                  </a:lnTo>
                  <a:lnTo>
                    <a:pt x="78537" y="119274"/>
                  </a:lnTo>
                  <a:lnTo>
                    <a:pt x="110394" y="89820"/>
                  </a:lnTo>
                  <a:lnTo>
                    <a:pt x="146586" y="63896"/>
                  </a:lnTo>
                  <a:lnTo>
                    <a:pt x="186661" y="41867"/>
                  </a:lnTo>
                  <a:lnTo>
                    <a:pt x="230171" y="24098"/>
                  </a:lnTo>
                  <a:lnTo>
                    <a:pt x="276665" y="10953"/>
                  </a:lnTo>
                  <a:lnTo>
                    <a:pt x="325695" y="2799"/>
                  </a:lnTo>
                  <a:lnTo>
                    <a:pt x="376809" y="0"/>
                  </a:lnTo>
                  <a:lnTo>
                    <a:pt x="427952" y="2799"/>
                  </a:lnTo>
                  <a:lnTo>
                    <a:pt x="477005" y="10953"/>
                  </a:lnTo>
                  <a:lnTo>
                    <a:pt x="523519" y="24098"/>
                  </a:lnTo>
                  <a:lnTo>
                    <a:pt x="567045" y="41867"/>
                  </a:lnTo>
                  <a:lnTo>
                    <a:pt x="607133" y="63896"/>
                  </a:lnTo>
                  <a:lnTo>
                    <a:pt x="643334" y="89820"/>
                  </a:lnTo>
                  <a:lnTo>
                    <a:pt x="675198" y="119274"/>
                  </a:lnTo>
                  <a:lnTo>
                    <a:pt x="702277" y="151891"/>
                  </a:lnTo>
                  <a:lnTo>
                    <a:pt x="724120" y="187309"/>
                  </a:lnTo>
                  <a:lnTo>
                    <a:pt x="740278" y="225160"/>
                  </a:lnTo>
                  <a:lnTo>
                    <a:pt x="750303" y="265080"/>
                  </a:lnTo>
                  <a:lnTo>
                    <a:pt x="753745" y="306704"/>
                  </a:lnTo>
                  <a:lnTo>
                    <a:pt x="750303" y="348329"/>
                  </a:lnTo>
                  <a:lnTo>
                    <a:pt x="740278" y="388249"/>
                  </a:lnTo>
                  <a:lnTo>
                    <a:pt x="724120" y="426100"/>
                  </a:lnTo>
                  <a:lnTo>
                    <a:pt x="702277" y="461517"/>
                  </a:lnTo>
                  <a:lnTo>
                    <a:pt x="675198" y="494135"/>
                  </a:lnTo>
                  <a:lnTo>
                    <a:pt x="643334" y="523589"/>
                  </a:lnTo>
                  <a:lnTo>
                    <a:pt x="607133" y="549513"/>
                  </a:lnTo>
                  <a:lnTo>
                    <a:pt x="567045" y="571542"/>
                  </a:lnTo>
                  <a:lnTo>
                    <a:pt x="523519" y="589311"/>
                  </a:lnTo>
                  <a:lnTo>
                    <a:pt x="477005" y="602456"/>
                  </a:lnTo>
                  <a:lnTo>
                    <a:pt x="427952" y="610610"/>
                  </a:lnTo>
                  <a:lnTo>
                    <a:pt x="376809" y="613410"/>
                  </a:lnTo>
                  <a:lnTo>
                    <a:pt x="325695" y="610610"/>
                  </a:lnTo>
                  <a:lnTo>
                    <a:pt x="276665" y="602456"/>
                  </a:lnTo>
                  <a:lnTo>
                    <a:pt x="230171" y="589311"/>
                  </a:lnTo>
                  <a:lnTo>
                    <a:pt x="186661" y="571542"/>
                  </a:lnTo>
                  <a:lnTo>
                    <a:pt x="146586" y="549513"/>
                  </a:lnTo>
                  <a:lnTo>
                    <a:pt x="110394" y="523589"/>
                  </a:lnTo>
                  <a:lnTo>
                    <a:pt x="78537" y="494135"/>
                  </a:lnTo>
                  <a:lnTo>
                    <a:pt x="51463" y="461518"/>
                  </a:lnTo>
                  <a:lnTo>
                    <a:pt x="29622" y="426100"/>
                  </a:lnTo>
                  <a:lnTo>
                    <a:pt x="13465" y="388249"/>
                  </a:lnTo>
                  <a:lnTo>
                    <a:pt x="3441" y="348329"/>
                  </a:lnTo>
                  <a:lnTo>
                    <a:pt x="0" y="3067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06" name="Google Shape;606;p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19237" y="2239327"/>
              <a:ext cx="224917" cy="184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12"/>
            <p:cNvSpPr/>
            <p:nvPr/>
          </p:nvSpPr>
          <p:spPr>
            <a:xfrm>
              <a:off x="1739392" y="2293619"/>
              <a:ext cx="3014980" cy="1264920"/>
            </a:xfrm>
            <a:custGeom>
              <a:avLst/>
              <a:gdLst/>
              <a:ahLst/>
              <a:cxnLst/>
              <a:rect l="l" t="t" r="r" b="b"/>
              <a:pathLst>
                <a:path w="3014979" h="1264920" extrusionOk="0">
                  <a:moveTo>
                    <a:pt x="2261108" y="38100"/>
                  </a:moveTo>
                  <a:lnTo>
                    <a:pt x="2248408" y="31750"/>
                  </a:lnTo>
                  <a:lnTo>
                    <a:pt x="2184908" y="0"/>
                  </a:lnTo>
                  <a:lnTo>
                    <a:pt x="2184908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2184908" y="44450"/>
                  </a:lnTo>
                  <a:lnTo>
                    <a:pt x="2184908" y="76200"/>
                  </a:lnTo>
                  <a:lnTo>
                    <a:pt x="2248408" y="44450"/>
                  </a:lnTo>
                  <a:lnTo>
                    <a:pt x="2261108" y="38100"/>
                  </a:lnTo>
                  <a:close/>
                </a:path>
                <a:path w="3014979" h="1264920" extrusionOk="0">
                  <a:moveTo>
                    <a:pt x="3014853" y="958215"/>
                  </a:moveTo>
                  <a:lnTo>
                    <a:pt x="3011411" y="916597"/>
                  </a:lnTo>
                  <a:lnTo>
                    <a:pt x="3001378" y="876681"/>
                  </a:lnTo>
                  <a:lnTo>
                    <a:pt x="2985224" y="838822"/>
                  </a:lnTo>
                  <a:lnTo>
                    <a:pt x="2963380" y="803402"/>
                  </a:lnTo>
                  <a:lnTo>
                    <a:pt x="2936303" y="770788"/>
                  </a:lnTo>
                  <a:lnTo>
                    <a:pt x="2904439" y="741337"/>
                  </a:lnTo>
                  <a:lnTo>
                    <a:pt x="2868231" y="715416"/>
                  </a:lnTo>
                  <a:lnTo>
                    <a:pt x="2828150" y="693381"/>
                  </a:lnTo>
                  <a:lnTo>
                    <a:pt x="2784627" y="675614"/>
                  </a:lnTo>
                  <a:lnTo>
                    <a:pt x="2738107" y="662470"/>
                  </a:lnTo>
                  <a:lnTo>
                    <a:pt x="2689060" y="654316"/>
                  </a:lnTo>
                  <a:lnTo>
                    <a:pt x="2637917" y="651510"/>
                  </a:lnTo>
                  <a:lnTo>
                    <a:pt x="2586799" y="654316"/>
                  </a:lnTo>
                  <a:lnTo>
                    <a:pt x="2537764" y="662470"/>
                  </a:lnTo>
                  <a:lnTo>
                    <a:pt x="2491270" y="675614"/>
                  </a:lnTo>
                  <a:lnTo>
                    <a:pt x="2447760" y="693381"/>
                  </a:lnTo>
                  <a:lnTo>
                    <a:pt x="2407691" y="715416"/>
                  </a:lnTo>
                  <a:lnTo>
                    <a:pt x="2371496" y="741337"/>
                  </a:lnTo>
                  <a:lnTo>
                    <a:pt x="2339644" y="770788"/>
                  </a:lnTo>
                  <a:lnTo>
                    <a:pt x="2312568" y="803402"/>
                  </a:lnTo>
                  <a:lnTo>
                    <a:pt x="2290724" y="838822"/>
                  </a:lnTo>
                  <a:lnTo>
                    <a:pt x="2274570" y="876681"/>
                  </a:lnTo>
                  <a:lnTo>
                    <a:pt x="2264537" y="916597"/>
                  </a:lnTo>
                  <a:lnTo>
                    <a:pt x="2261108" y="958215"/>
                  </a:lnTo>
                  <a:lnTo>
                    <a:pt x="2264537" y="999845"/>
                  </a:lnTo>
                  <a:lnTo>
                    <a:pt x="2274570" y="1039761"/>
                  </a:lnTo>
                  <a:lnTo>
                    <a:pt x="2290724" y="1077620"/>
                  </a:lnTo>
                  <a:lnTo>
                    <a:pt x="2312568" y="1113028"/>
                  </a:lnTo>
                  <a:lnTo>
                    <a:pt x="2339644" y="1145654"/>
                  </a:lnTo>
                  <a:lnTo>
                    <a:pt x="2371496" y="1175105"/>
                  </a:lnTo>
                  <a:lnTo>
                    <a:pt x="2407691" y="1201026"/>
                  </a:lnTo>
                  <a:lnTo>
                    <a:pt x="2447760" y="1223060"/>
                  </a:lnTo>
                  <a:lnTo>
                    <a:pt x="2491270" y="1240828"/>
                  </a:lnTo>
                  <a:lnTo>
                    <a:pt x="2537764" y="1253972"/>
                  </a:lnTo>
                  <a:lnTo>
                    <a:pt x="2586799" y="1262126"/>
                  </a:lnTo>
                  <a:lnTo>
                    <a:pt x="2637917" y="1264920"/>
                  </a:lnTo>
                  <a:lnTo>
                    <a:pt x="2689060" y="1262126"/>
                  </a:lnTo>
                  <a:lnTo>
                    <a:pt x="2738107" y="1253972"/>
                  </a:lnTo>
                  <a:lnTo>
                    <a:pt x="2784627" y="1240828"/>
                  </a:lnTo>
                  <a:lnTo>
                    <a:pt x="2828150" y="1223060"/>
                  </a:lnTo>
                  <a:lnTo>
                    <a:pt x="2868231" y="1201026"/>
                  </a:lnTo>
                  <a:lnTo>
                    <a:pt x="2904439" y="1175105"/>
                  </a:lnTo>
                  <a:lnTo>
                    <a:pt x="2936303" y="1145654"/>
                  </a:lnTo>
                  <a:lnTo>
                    <a:pt x="2963380" y="1113028"/>
                  </a:lnTo>
                  <a:lnTo>
                    <a:pt x="2985224" y="1077620"/>
                  </a:lnTo>
                  <a:lnTo>
                    <a:pt x="3001378" y="1039761"/>
                  </a:lnTo>
                  <a:lnTo>
                    <a:pt x="3011411" y="999845"/>
                  </a:lnTo>
                  <a:lnTo>
                    <a:pt x="3014853" y="9582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12"/>
            <p:cNvSpPr/>
            <p:nvPr/>
          </p:nvSpPr>
          <p:spPr>
            <a:xfrm>
              <a:off x="4000500" y="2945130"/>
              <a:ext cx="753745" cy="613410"/>
            </a:xfrm>
            <a:custGeom>
              <a:avLst/>
              <a:gdLst/>
              <a:ahLst/>
              <a:cxnLst/>
              <a:rect l="l" t="t" r="r" b="b"/>
              <a:pathLst>
                <a:path w="753745" h="613410" extrusionOk="0">
                  <a:moveTo>
                    <a:pt x="0" y="306705"/>
                  </a:moveTo>
                  <a:lnTo>
                    <a:pt x="3441" y="265080"/>
                  </a:lnTo>
                  <a:lnTo>
                    <a:pt x="13465" y="225160"/>
                  </a:lnTo>
                  <a:lnTo>
                    <a:pt x="29622" y="187309"/>
                  </a:lnTo>
                  <a:lnTo>
                    <a:pt x="51463" y="151892"/>
                  </a:lnTo>
                  <a:lnTo>
                    <a:pt x="78537" y="119274"/>
                  </a:lnTo>
                  <a:lnTo>
                    <a:pt x="110394" y="89820"/>
                  </a:lnTo>
                  <a:lnTo>
                    <a:pt x="146586" y="63896"/>
                  </a:lnTo>
                  <a:lnTo>
                    <a:pt x="186661" y="41867"/>
                  </a:lnTo>
                  <a:lnTo>
                    <a:pt x="230171" y="24098"/>
                  </a:lnTo>
                  <a:lnTo>
                    <a:pt x="276665" y="10953"/>
                  </a:lnTo>
                  <a:lnTo>
                    <a:pt x="325695" y="2799"/>
                  </a:lnTo>
                  <a:lnTo>
                    <a:pt x="376809" y="0"/>
                  </a:lnTo>
                  <a:lnTo>
                    <a:pt x="427952" y="2799"/>
                  </a:lnTo>
                  <a:lnTo>
                    <a:pt x="477005" y="10953"/>
                  </a:lnTo>
                  <a:lnTo>
                    <a:pt x="523519" y="24098"/>
                  </a:lnTo>
                  <a:lnTo>
                    <a:pt x="567045" y="41867"/>
                  </a:lnTo>
                  <a:lnTo>
                    <a:pt x="607133" y="63896"/>
                  </a:lnTo>
                  <a:lnTo>
                    <a:pt x="643334" y="89820"/>
                  </a:lnTo>
                  <a:lnTo>
                    <a:pt x="675198" y="119274"/>
                  </a:lnTo>
                  <a:lnTo>
                    <a:pt x="702277" y="151891"/>
                  </a:lnTo>
                  <a:lnTo>
                    <a:pt x="724120" y="187309"/>
                  </a:lnTo>
                  <a:lnTo>
                    <a:pt x="740278" y="225160"/>
                  </a:lnTo>
                  <a:lnTo>
                    <a:pt x="750303" y="265080"/>
                  </a:lnTo>
                  <a:lnTo>
                    <a:pt x="753745" y="306705"/>
                  </a:lnTo>
                  <a:lnTo>
                    <a:pt x="750303" y="348329"/>
                  </a:lnTo>
                  <a:lnTo>
                    <a:pt x="740278" y="388249"/>
                  </a:lnTo>
                  <a:lnTo>
                    <a:pt x="724120" y="426100"/>
                  </a:lnTo>
                  <a:lnTo>
                    <a:pt x="702277" y="461517"/>
                  </a:lnTo>
                  <a:lnTo>
                    <a:pt x="675198" y="494135"/>
                  </a:lnTo>
                  <a:lnTo>
                    <a:pt x="643334" y="523589"/>
                  </a:lnTo>
                  <a:lnTo>
                    <a:pt x="607133" y="549513"/>
                  </a:lnTo>
                  <a:lnTo>
                    <a:pt x="567045" y="571542"/>
                  </a:lnTo>
                  <a:lnTo>
                    <a:pt x="523519" y="589311"/>
                  </a:lnTo>
                  <a:lnTo>
                    <a:pt x="477005" y="602456"/>
                  </a:lnTo>
                  <a:lnTo>
                    <a:pt x="427952" y="610610"/>
                  </a:lnTo>
                  <a:lnTo>
                    <a:pt x="376809" y="613410"/>
                  </a:lnTo>
                  <a:lnTo>
                    <a:pt x="325695" y="610610"/>
                  </a:lnTo>
                  <a:lnTo>
                    <a:pt x="276665" y="602456"/>
                  </a:lnTo>
                  <a:lnTo>
                    <a:pt x="230171" y="589311"/>
                  </a:lnTo>
                  <a:lnTo>
                    <a:pt x="186661" y="571542"/>
                  </a:lnTo>
                  <a:lnTo>
                    <a:pt x="146586" y="549513"/>
                  </a:lnTo>
                  <a:lnTo>
                    <a:pt x="110394" y="523589"/>
                  </a:lnTo>
                  <a:lnTo>
                    <a:pt x="78537" y="494135"/>
                  </a:lnTo>
                  <a:lnTo>
                    <a:pt x="51463" y="461518"/>
                  </a:lnTo>
                  <a:lnTo>
                    <a:pt x="29622" y="426100"/>
                  </a:lnTo>
                  <a:lnTo>
                    <a:pt x="13465" y="388249"/>
                  </a:lnTo>
                  <a:lnTo>
                    <a:pt x="3441" y="348329"/>
                  </a:lnTo>
                  <a:lnTo>
                    <a:pt x="0" y="306705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09" name="Google Shape;609;p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19237" y="3115627"/>
              <a:ext cx="224917" cy="184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" name="Google Shape;610;p12"/>
            <p:cNvSpPr/>
            <p:nvPr/>
          </p:nvSpPr>
          <p:spPr>
            <a:xfrm>
              <a:off x="1737233" y="2325750"/>
              <a:ext cx="3017520" cy="2197100"/>
            </a:xfrm>
            <a:custGeom>
              <a:avLst/>
              <a:gdLst/>
              <a:ahLst/>
              <a:cxnLst/>
              <a:rect l="l" t="t" r="r" b="b"/>
              <a:pathLst>
                <a:path w="3017520" h="2197100" extrusionOk="0">
                  <a:moveTo>
                    <a:pt x="2263267" y="794639"/>
                  </a:moveTo>
                  <a:lnTo>
                    <a:pt x="2248801" y="779780"/>
                  </a:lnTo>
                  <a:lnTo>
                    <a:pt x="2203831" y="733552"/>
                  </a:lnTo>
                  <a:lnTo>
                    <a:pt x="2193404" y="763549"/>
                  </a:lnTo>
                  <a:lnTo>
                    <a:pt x="4191" y="0"/>
                  </a:lnTo>
                  <a:lnTo>
                    <a:pt x="0" y="11938"/>
                  </a:lnTo>
                  <a:lnTo>
                    <a:pt x="2189213" y="775614"/>
                  </a:lnTo>
                  <a:lnTo>
                    <a:pt x="2178812" y="805561"/>
                  </a:lnTo>
                  <a:lnTo>
                    <a:pt x="2263267" y="794639"/>
                  </a:lnTo>
                  <a:close/>
                </a:path>
                <a:path w="3017520" h="2197100" extrusionOk="0">
                  <a:moveTo>
                    <a:pt x="3017012" y="1890014"/>
                  </a:moveTo>
                  <a:lnTo>
                    <a:pt x="3013570" y="1848396"/>
                  </a:lnTo>
                  <a:lnTo>
                    <a:pt x="3003537" y="1808480"/>
                  </a:lnTo>
                  <a:lnTo>
                    <a:pt x="2987383" y="1770621"/>
                  </a:lnTo>
                  <a:lnTo>
                    <a:pt x="2965539" y="1735201"/>
                  </a:lnTo>
                  <a:lnTo>
                    <a:pt x="2938462" y="1702587"/>
                  </a:lnTo>
                  <a:lnTo>
                    <a:pt x="2906598" y="1673136"/>
                  </a:lnTo>
                  <a:lnTo>
                    <a:pt x="2870390" y="1647215"/>
                  </a:lnTo>
                  <a:lnTo>
                    <a:pt x="2830309" y="1625180"/>
                  </a:lnTo>
                  <a:lnTo>
                    <a:pt x="2786786" y="1607413"/>
                  </a:lnTo>
                  <a:lnTo>
                    <a:pt x="2740266" y="1594269"/>
                  </a:lnTo>
                  <a:lnTo>
                    <a:pt x="2691219" y="1586115"/>
                  </a:lnTo>
                  <a:lnTo>
                    <a:pt x="2640076" y="1583309"/>
                  </a:lnTo>
                  <a:lnTo>
                    <a:pt x="2588958" y="1586115"/>
                  </a:lnTo>
                  <a:lnTo>
                    <a:pt x="2539923" y="1594269"/>
                  </a:lnTo>
                  <a:lnTo>
                    <a:pt x="2493429" y="1607413"/>
                  </a:lnTo>
                  <a:lnTo>
                    <a:pt x="2449919" y="1625180"/>
                  </a:lnTo>
                  <a:lnTo>
                    <a:pt x="2409850" y="1647215"/>
                  </a:lnTo>
                  <a:lnTo>
                    <a:pt x="2373655" y="1673136"/>
                  </a:lnTo>
                  <a:lnTo>
                    <a:pt x="2341803" y="1702587"/>
                  </a:lnTo>
                  <a:lnTo>
                    <a:pt x="2314727" y="1735213"/>
                  </a:lnTo>
                  <a:lnTo>
                    <a:pt x="2292883" y="1770621"/>
                  </a:lnTo>
                  <a:lnTo>
                    <a:pt x="2276729" y="1808480"/>
                  </a:lnTo>
                  <a:lnTo>
                    <a:pt x="2266696" y="1848396"/>
                  </a:lnTo>
                  <a:lnTo>
                    <a:pt x="2263267" y="1890014"/>
                  </a:lnTo>
                  <a:lnTo>
                    <a:pt x="2266696" y="1931644"/>
                  </a:lnTo>
                  <a:lnTo>
                    <a:pt x="2276729" y="1971560"/>
                  </a:lnTo>
                  <a:lnTo>
                    <a:pt x="2292883" y="2009419"/>
                  </a:lnTo>
                  <a:lnTo>
                    <a:pt x="2314727" y="2044827"/>
                  </a:lnTo>
                  <a:lnTo>
                    <a:pt x="2341803" y="2077453"/>
                  </a:lnTo>
                  <a:lnTo>
                    <a:pt x="2373655" y="2106904"/>
                  </a:lnTo>
                  <a:lnTo>
                    <a:pt x="2409850" y="2132825"/>
                  </a:lnTo>
                  <a:lnTo>
                    <a:pt x="2449919" y="2154859"/>
                  </a:lnTo>
                  <a:lnTo>
                    <a:pt x="2493429" y="2172627"/>
                  </a:lnTo>
                  <a:lnTo>
                    <a:pt x="2539923" y="2185771"/>
                  </a:lnTo>
                  <a:lnTo>
                    <a:pt x="2588958" y="2193925"/>
                  </a:lnTo>
                  <a:lnTo>
                    <a:pt x="2640076" y="2196719"/>
                  </a:lnTo>
                  <a:lnTo>
                    <a:pt x="2691219" y="2193925"/>
                  </a:lnTo>
                  <a:lnTo>
                    <a:pt x="2740266" y="2185771"/>
                  </a:lnTo>
                  <a:lnTo>
                    <a:pt x="2786786" y="2172627"/>
                  </a:lnTo>
                  <a:lnTo>
                    <a:pt x="2830309" y="2154859"/>
                  </a:lnTo>
                  <a:lnTo>
                    <a:pt x="2870390" y="2132825"/>
                  </a:lnTo>
                  <a:lnTo>
                    <a:pt x="2906598" y="2106904"/>
                  </a:lnTo>
                  <a:lnTo>
                    <a:pt x="2938462" y="2077453"/>
                  </a:lnTo>
                  <a:lnTo>
                    <a:pt x="2965539" y="2044827"/>
                  </a:lnTo>
                  <a:lnTo>
                    <a:pt x="2987383" y="2009419"/>
                  </a:lnTo>
                  <a:lnTo>
                    <a:pt x="3003537" y="1971560"/>
                  </a:lnTo>
                  <a:lnTo>
                    <a:pt x="3013570" y="1931644"/>
                  </a:lnTo>
                  <a:lnTo>
                    <a:pt x="3017012" y="18900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2"/>
            <p:cNvSpPr/>
            <p:nvPr/>
          </p:nvSpPr>
          <p:spPr>
            <a:xfrm>
              <a:off x="4000500" y="3909060"/>
              <a:ext cx="753745" cy="613410"/>
            </a:xfrm>
            <a:custGeom>
              <a:avLst/>
              <a:gdLst/>
              <a:ahLst/>
              <a:cxnLst/>
              <a:rect l="l" t="t" r="r" b="b"/>
              <a:pathLst>
                <a:path w="753745" h="613410" extrusionOk="0">
                  <a:moveTo>
                    <a:pt x="0" y="306704"/>
                  </a:moveTo>
                  <a:lnTo>
                    <a:pt x="3441" y="265080"/>
                  </a:lnTo>
                  <a:lnTo>
                    <a:pt x="13465" y="225160"/>
                  </a:lnTo>
                  <a:lnTo>
                    <a:pt x="29622" y="187309"/>
                  </a:lnTo>
                  <a:lnTo>
                    <a:pt x="51463" y="151892"/>
                  </a:lnTo>
                  <a:lnTo>
                    <a:pt x="78537" y="119274"/>
                  </a:lnTo>
                  <a:lnTo>
                    <a:pt x="110394" y="89820"/>
                  </a:lnTo>
                  <a:lnTo>
                    <a:pt x="146586" y="63896"/>
                  </a:lnTo>
                  <a:lnTo>
                    <a:pt x="186661" y="41867"/>
                  </a:lnTo>
                  <a:lnTo>
                    <a:pt x="230171" y="24098"/>
                  </a:lnTo>
                  <a:lnTo>
                    <a:pt x="276665" y="10953"/>
                  </a:lnTo>
                  <a:lnTo>
                    <a:pt x="325695" y="2799"/>
                  </a:lnTo>
                  <a:lnTo>
                    <a:pt x="376809" y="0"/>
                  </a:lnTo>
                  <a:lnTo>
                    <a:pt x="427952" y="2799"/>
                  </a:lnTo>
                  <a:lnTo>
                    <a:pt x="477005" y="10953"/>
                  </a:lnTo>
                  <a:lnTo>
                    <a:pt x="523519" y="24098"/>
                  </a:lnTo>
                  <a:lnTo>
                    <a:pt x="567045" y="41867"/>
                  </a:lnTo>
                  <a:lnTo>
                    <a:pt x="607133" y="63896"/>
                  </a:lnTo>
                  <a:lnTo>
                    <a:pt x="643334" y="89820"/>
                  </a:lnTo>
                  <a:lnTo>
                    <a:pt x="675198" y="119274"/>
                  </a:lnTo>
                  <a:lnTo>
                    <a:pt x="702277" y="151891"/>
                  </a:lnTo>
                  <a:lnTo>
                    <a:pt x="724120" y="187309"/>
                  </a:lnTo>
                  <a:lnTo>
                    <a:pt x="740278" y="225160"/>
                  </a:lnTo>
                  <a:lnTo>
                    <a:pt x="750303" y="265080"/>
                  </a:lnTo>
                  <a:lnTo>
                    <a:pt x="753745" y="306704"/>
                  </a:lnTo>
                  <a:lnTo>
                    <a:pt x="750303" y="348329"/>
                  </a:lnTo>
                  <a:lnTo>
                    <a:pt x="740278" y="388249"/>
                  </a:lnTo>
                  <a:lnTo>
                    <a:pt x="724120" y="426100"/>
                  </a:lnTo>
                  <a:lnTo>
                    <a:pt x="702277" y="461517"/>
                  </a:lnTo>
                  <a:lnTo>
                    <a:pt x="675198" y="494135"/>
                  </a:lnTo>
                  <a:lnTo>
                    <a:pt x="643334" y="523589"/>
                  </a:lnTo>
                  <a:lnTo>
                    <a:pt x="607133" y="549513"/>
                  </a:lnTo>
                  <a:lnTo>
                    <a:pt x="567045" y="571542"/>
                  </a:lnTo>
                  <a:lnTo>
                    <a:pt x="523519" y="589311"/>
                  </a:lnTo>
                  <a:lnTo>
                    <a:pt x="477005" y="602456"/>
                  </a:lnTo>
                  <a:lnTo>
                    <a:pt x="427952" y="610610"/>
                  </a:lnTo>
                  <a:lnTo>
                    <a:pt x="376809" y="613409"/>
                  </a:lnTo>
                  <a:lnTo>
                    <a:pt x="325695" y="610610"/>
                  </a:lnTo>
                  <a:lnTo>
                    <a:pt x="276665" y="602456"/>
                  </a:lnTo>
                  <a:lnTo>
                    <a:pt x="230171" y="589311"/>
                  </a:lnTo>
                  <a:lnTo>
                    <a:pt x="186661" y="571542"/>
                  </a:lnTo>
                  <a:lnTo>
                    <a:pt x="146586" y="549513"/>
                  </a:lnTo>
                  <a:lnTo>
                    <a:pt x="110394" y="523589"/>
                  </a:lnTo>
                  <a:lnTo>
                    <a:pt x="78537" y="494135"/>
                  </a:lnTo>
                  <a:lnTo>
                    <a:pt x="51463" y="461517"/>
                  </a:lnTo>
                  <a:lnTo>
                    <a:pt x="29622" y="426100"/>
                  </a:lnTo>
                  <a:lnTo>
                    <a:pt x="13465" y="388249"/>
                  </a:lnTo>
                  <a:lnTo>
                    <a:pt x="3441" y="348329"/>
                  </a:lnTo>
                  <a:lnTo>
                    <a:pt x="0" y="306704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12" name="Google Shape;612;p1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19237" y="4079557"/>
              <a:ext cx="224917" cy="184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12"/>
            <p:cNvSpPr/>
            <p:nvPr/>
          </p:nvSpPr>
          <p:spPr>
            <a:xfrm>
              <a:off x="1735201" y="2326893"/>
              <a:ext cx="3019425" cy="3159760"/>
            </a:xfrm>
            <a:custGeom>
              <a:avLst/>
              <a:gdLst/>
              <a:ahLst/>
              <a:cxnLst/>
              <a:rect l="l" t="t" r="r" b="b"/>
              <a:pathLst>
                <a:path w="3019425" h="3159760" extrusionOk="0">
                  <a:moveTo>
                    <a:pt x="2265299" y="1932686"/>
                  </a:moveTo>
                  <a:lnTo>
                    <a:pt x="2249894" y="1896364"/>
                  </a:lnTo>
                  <a:lnTo>
                    <a:pt x="2232025" y="1854200"/>
                  </a:lnTo>
                  <a:lnTo>
                    <a:pt x="2211387" y="1878444"/>
                  </a:lnTo>
                  <a:lnTo>
                    <a:pt x="8255" y="0"/>
                  </a:lnTo>
                  <a:lnTo>
                    <a:pt x="0" y="9652"/>
                  </a:lnTo>
                  <a:lnTo>
                    <a:pt x="2203158" y="1888109"/>
                  </a:lnTo>
                  <a:lnTo>
                    <a:pt x="2182622" y="1912239"/>
                  </a:lnTo>
                  <a:lnTo>
                    <a:pt x="2265299" y="1932686"/>
                  </a:lnTo>
                  <a:close/>
                </a:path>
                <a:path w="3019425" h="3159760" extrusionOk="0">
                  <a:moveTo>
                    <a:pt x="3019044" y="2852801"/>
                  </a:moveTo>
                  <a:lnTo>
                    <a:pt x="3015602" y="2811183"/>
                  </a:lnTo>
                  <a:lnTo>
                    <a:pt x="3005569" y="2771267"/>
                  </a:lnTo>
                  <a:lnTo>
                    <a:pt x="2989415" y="2733408"/>
                  </a:lnTo>
                  <a:lnTo>
                    <a:pt x="2967571" y="2697988"/>
                  </a:lnTo>
                  <a:lnTo>
                    <a:pt x="2940494" y="2665374"/>
                  </a:lnTo>
                  <a:lnTo>
                    <a:pt x="2908630" y="2635923"/>
                  </a:lnTo>
                  <a:lnTo>
                    <a:pt x="2872422" y="2610002"/>
                  </a:lnTo>
                  <a:lnTo>
                    <a:pt x="2832341" y="2587968"/>
                  </a:lnTo>
                  <a:lnTo>
                    <a:pt x="2788818" y="2570200"/>
                  </a:lnTo>
                  <a:lnTo>
                    <a:pt x="2742298" y="2557056"/>
                  </a:lnTo>
                  <a:lnTo>
                    <a:pt x="2693251" y="2548902"/>
                  </a:lnTo>
                  <a:lnTo>
                    <a:pt x="2642108" y="2546096"/>
                  </a:lnTo>
                  <a:lnTo>
                    <a:pt x="2590990" y="2548902"/>
                  </a:lnTo>
                  <a:lnTo>
                    <a:pt x="2541955" y="2557056"/>
                  </a:lnTo>
                  <a:lnTo>
                    <a:pt x="2495461" y="2570200"/>
                  </a:lnTo>
                  <a:lnTo>
                    <a:pt x="2451951" y="2587968"/>
                  </a:lnTo>
                  <a:lnTo>
                    <a:pt x="2411882" y="2610002"/>
                  </a:lnTo>
                  <a:lnTo>
                    <a:pt x="2375687" y="2635923"/>
                  </a:lnTo>
                  <a:lnTo>
                    <a:pt x="2343835" y="2665374"/>
                  </a:lnTo>
                  <a:lnTo>
                    <a:pt x="2316759" y="2697988"/>
                  </a:lnTo>
                  <a:lnTo>
                    <a:pt x="2294915" y="2733408"/>
                  </a:lnTo>
                  <a:lnTo>
                    <a:pt x="2278761" y="2771267"/>
                  </a:lnTo>
                  <a:lnTo>
                    <a:pt x="2268728" y="2811183"/>
                  </a:lnTo>
                  <a:lnTo>
                    <a:pt x="2265299" y="2852801"/>
                  </a:lnTo>
                  <a:lnTo>
                    <a:pt x="2268728" y="2894431"/>
                  </a:lnTo>
                  <a:lnTo>
                    <a:pt x="2278761" y="2934347"/>
                  </a:lnTo>
                  <a:lnTo>
                    <a:pt x="2294915" y="2972206"/>
                  </a:lnTo>
                  <a:lnTo>
                    <a:pt x="2316759" y="3007614"/>
                  </a:lnTo>
                  <a:lnTo>
                    <a:pt x="2343835" y="3040240"/>
                  </a:lnTo>
                  <a:lnTo>
                    <a:pt x="2375687" y="3069691"/>
                  </a:lnTo>
                  <a:lnTo>
                    <a:pt x="2411882" y="3095612"/>
                  </a:lnTo>
                  <a:lnTo>
                    <a:pt x="2451951" y="3117646"/>
                  </a:lnTo>
                  <a:lnTo>
                    <a:pt x="2495461" y="3135414"/>
                  </a:lnTo>
                  <a:lnTo>
                    <a:pt x="2541955" y="3148558"/>
                  </a:lnTo>
                  <a:lnTo>
                    <a:pt x="2590990" y="3156712"/>
                  </a:lnTo>
                  <a:lnTo>
                    <a:pt x="2642108" y="3159506"/>
                  </a:lnTo>
                  <a:lnTo>
                    <a:pt x="2693251" y="3156712"/>
                  </a:lnTo>
                  <a:lnTo>
                    <a:pt x="2742298" y="3148558"/>
                  </a:lnTo>
                  <a:lnTo>
                    <a:pt x="2788818" y="3135414"/>
                  </a:lnTo>
                  <a:lnTo>
                    <a:pt x="2832341" y="3117646"/>
                  </a:lnTo>
                  <a:lnTo>
                    <a:pt x="2872422" y="3095612"/>
                  </a:lnTo>
                  <a:lnTo>
                    <a:pt x="2908630" y="3069691"/>
                  </a:lnTo>
                  <a:lnTo>
                    <a:pt x="2940494" y="3040240"/>
                  </a:lnTo>
                  <a:lnTo>
                    <a:pt x="2967571" y="3007614"/>
                  </a:lnTo>
                  <a:lnTo>
                    <a:pt x="2989415" y="2972206"/>
                  </a:lnTo>
                  <a:lnTo>
                    <a:pt x="3005569" y="2934347"/>
                  </a:lnTo>
                  <a:lnTo>
                    <a:pt x="3015602" y="2894431"/>
                  </a:lnTo>
                  <a:lnTo>
                    <a:pt x="3019044" y="28528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2"/>
            <p:cNvSpPr/>
            <p:nvPr/>
          </p:nvSpPr>
          <p:spPr>
            <a:xfrm>
              <a:off x="4000500" y="4872990"/>
              <a:ext cx="753745" cy="613410"/>
            </a:xfrm>
            <a:custGeom>
              <a:avLst/>
              <a:gdLst/>
              <a:ahLst/>
              <a:cxnLst/>
              <a:rect l="l" t="t" r="r" b="b"/>
              <a:pathLst>
                <a:path w="753745" h="613410" extrusionOk="0">
                  <a:moveTo>
                    <a:pt x="0" y="306705"/>
                  </a:moveTo>
                  <a:lnTo>
                    <a:pt x="3441" y="265080"/>
                  </a:lnTo>
                  <a:lnTo>
                    <a:pt x="13465" y="225160"/>
                  </a:lnTo>
                  <a:lnTo>
                    <a:pt x="29622" y="187309"/>
                  </a:lnTo>
                  <a:lnTo>
                    <a:pt x="51463" y="151892"/>
                  </a:lnTo>
                  <a:lnTo>
                    <a:pt x="78537" y="119274"/>
                  </a:lnTo>
                  <a:lnTo>
                    <a:pt x="110394" y="89820"/>
                  </a:lnTo>
                  <a:lnTo>
                    <a:pt x="146586" y="63896"/>
                  </a:lnTo>
                  <a:lnTo>
                    <a:pt x="186661" y="41867"/>
                  </a:lnTo>
                  <a:lnTo>
                    <a:pt x="230171" y="24098"/>
                  </a:lnTo>
                  <a:lnTo>
                    <a:pt x="276665" y="10953"/>
                  </a:lnTo>
                  <a:lnTo>
                    <a:pt x="325695" y="2799"/>
                  </a:lnTo>
                  <a:lnTo>
                    <a:pt x="376809" y="0"/>
                  </a:lnTo>
                  <a:lnTo>
                    <a:pt x="427952" y="2799"/>
                  </a:lnTo>
                  <a:lnTo>
                    <a:pt x="477005" y="10953"/>
                  </a:lnTo>
                  <a:lnTo>
                    <a:pt x="523519" y="24098"/>
                  </a:lnTo>
                  <a:lnTo>
                    <a:pt x="567045" y="41867"/>
                  </a:lnTo>
                  <a:lnTo>
                    <a:pt x="607133" y="63896"/>
                  </a:lnTo>
                  <a:lnTo>
                    <a:pt x="643334" y="89820"/>
                  </a:lnTo>
                  <a:lnTo>
                    <a:pt x="675198" y="119274"/>
                  </a:lnTo>
                  <a:lnTo>
                    <a:pt x="702277" y="151892"/>
                  </a:lnTo>
                  <a:lnTo>
                    <a:pt x="724120" y="187309"/>
                  </a:lnTo>
                  <a:lnTo>
                    <a:pt x="740278" y="225160"/>
                  </a:lnTo>
                  <a:lnTo>
                    <a:pt x="750303" y="265080"/>
                  </a:lnTo>
                  <a:lnTo>
                    <a:pt x="753745" y="306705"/>
                  </a:lnTo>
                  <a:lnTo>
                    <a:pt x="750303" y="348329"/>
                  </a:lnTo>
                  <a:lnTo>
                    <a:pt x="740278" y="388249"/>
                  </a:lnTo>
                  <a:lnTo>
                    <a:pt x="724120" y="426100"/>
                  </a:lnTo>
                  <a:lnTo>
                    <a:pt x="702277" y="461518"/>
                  </a:lnTo>
                  <a:lnTo>
                    <a:pt x="675198" y="494135"/>
                  </a:lnTo>
                  <a:lnTo>
                    <a:pt x="643334" y="523589"/>
                  </a:lnTo>
                  <a:lnTo>
                    <a:pt x="607133" y="549513"/>
                  </a:lnTo>
                  <a:lnTo>
                    <a:pt x="567045" y="571542"/>
                  </a:lnTo>
                  <a:lnTo>
                    <a:pt x="523519" y="589311"/>
                  </a:lnTo>
                  <a:lnTo>
                    <a:pt x="477005" y="602456"/>
                  </a:lnTo>
                  <a:lnTo>
                    <a:pt x="427952" y="610610"/>
                  </a:lnTo>
                  <a:lnTo>
                    <a:pt x="376809" y="613410"/>
                  </a:lnTo>
                  <a:lnTo>
                    <a:pt x="325695" y="610610"/>
                  </a:lnTo>
                  <a:lnTo>
                    <a:pt x="276665" y="602456"/>
                  </a:lnTo>
                  <a:lnTo>
                    <a:pt x="230171" y="589311"/>
                  </a:lnTo>
                  <a:lnTo>
                    <a:pt x="186661" y="571542"/>
                  </a:lnTo>
                  <a:lnTo>
                    <a:pt x="146586" y="549513"/>
                  </a:lnTo>
                  <a:lnTo>
                    <a:pt x="110394" y="523589"/>
                  </a:lnTo>
                  <a:lnTo>
                    <a:pt x="78537" y="494135"/>
                  </a:lnTo>
                  <a:lnTo>
                    <a:pt x="51463" y="461518"/>
                  </a:lnTo>
                  <a:lnTo>
                    <a:pt x="29622" y="426100"/>
                  </a:lnTo>
                  <a:lnTo>
                    <a:pt x="13465" y="388249"/>
                  </a:lnTo>
                  <a:lnTo>
                    <a:pt x="3441" y="348329"/>
                  </a:lnTo>
                  <a:lnTo>
                    <a:pt x="0" y="306705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15" name="Google Shape;615;p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19237" y="5043487"/>
              <a:ext cx="224917" cy="184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12"/>
            <p:cNvSpPr/>
            <p:nvPr/>
          </p:nvSpPr>
          <p:spPr>
            <a:xfrm>
              <a:off x="1734312" y="2293619"/>
              <a:ext cx="4742815" cy="2967990"/>
            </a:xfrm>
            <a:custGeom>
              <a:avLst/>
              <a:gdLst/>
              <a:ahLst/>
              <a:cxnLst/>
              <a:rect l="l" t="t" r="r" b="b"/>
              <a:pathLst>
                <a:path w="4742815" h="2967990" extrusionOk="0">
                  <a:moveTo>
                    <a:pt x="2257501" y="2933839"/>
                  </a:moveTo>
                  <a:lnTo>
                    <a:pt x="2202434" y="2933839"/>
                  </a:lnTo>
                  <a:lnTo>
                    <a:pt x="2189784" y="2933839"/>
                  </a:lnTo>
                  <a:lnTo>
                    <a:pt x="2188591" y="2965069"/>
                  </a:lnTo>
                  <a:lnTo>
                    <a:pt x="2257501" y="2933839"/>
                  </a:lnTo>
                  <a:close/>
                </a:path>
                <a:path w="4742815" h="2967990" extrusionOk="0">
                  <a:moveTo>
                    <a:pt x="2365222" y="1969897"/>
                  </a:moveTo>
                  <a:lnTo>
                    <a:pt x="2310130" y="1969897"/>
                  </a:lnTo>
                  <a:lnTo>
                    <a:pt x="2297430" y="1969897"/>
                  </a:lnTo>
                  <a:lnTo>
                    <a:pt x="2296287" y="2001266"/>
                  </a:lnTo>
                  <a:lnTo>
                    <a:pt x="2365222" y="1969897"/>
                  </a:lnTo>
                  <a:close/>
                </a:path>
                <a:path w="4742815" h="2967990" extrusionOk="0">
                  <a:moveTo>
                    <a:pt x="2373884" y="1965960"/>
                  </a:moveTo>
                  <a:lnTo>
                    <a:pt x="2299081" y="1925066"/>
                  </a:lnTo>
                  <a:lnTo>
                    <a:pt x="2297912" y="1956854"/>
                  </a:lnTo>
                  <a:lnTo>
                    <a:pt x="2257742" y="1955368"/>
                  </a:lnTo>
                  <a:lnTo>
                    <a:pt x="2249500" y="1945005"/>
                  </a:lnTo>
                  <a:lnTo>
                    <a:pt x="2213102" y="1899285"/>
                  </a:lnTo>
                  <a:lnTo>
                    <a:pt x="2199716" y="1928063"/>
                  </a:lnTo>
                  <a:lnTo>
                    <a:pt x="2194344" y="1925574"/>
                  </a:lnTo>
                  <a:lnTo>
                    <a:pt x="2194344" y="1939594"/>
                  </a:lnTo>
                  <a:lnTo>
                    <a:pt x="2192820" y="1942884"/>
                  </a:lnTo>
                  <a:lnTo>
                    <a:pt x="2192820" y="1987588"/>
                  </a:lnTo>
                  <a:lnTo>
                    <a:pt x="1689811" y="2182520"/>
                  </a:lnTo>
                  <a:lnTo>
                    <a:pt x="1677454" y="2166721"/>
                  </a:lnTo>
                  <a:lnTo>
                    <a:pt x="1677454" y="2187308"/>
                  </a:lnTo>
                  <a:lnTo>
                    <a:pt x="1513738" y="2250757"/>
                  </a:lnTo>
                  <a:lnTo>
                    <a:pt x="1500454" y="2238921"/>
                  </a:lnTo>
                  <a:lnTo>
                    <a:pt x="1500454" y="2255901"/>
                  </a:lnTo>
                  <a:lnTo>
                    <a:pt x="1135761" y="2397239"/>
                  </a:lnTo>
                  <a:lnTo>
                    <a:pt x="1119466" y="2389670"/>
                  </a:lnTo>
                  <a:lnTo>
                    <a:pt x="1119466" y="2403551"/>
                  </a:lnTo>
                  <a:lnTo>
                    <a:pt x="43484" y="2820530"/>
                  </a:lnTo>
                  <a:lnTo>
                    <a:pt x="783196" y="2247163"/>
                  </a:lnTo>
                  <a:lnTo>
                    <a:pt x="1119466" y="2403551"/>
                  </a:lnTo>
                  <a:lnTo>
                    <a:pt x="1119466" y="2389670"/>
                  </a:lnTo>
                  <a:lnTo>
                    <a:pt x="794397" y="2238476"/>
                  </a:lnTo>
                  <a:lnTo>
                    <a:pt x="1161592" y="1953856"/>
                  </a:lnTo>
                  <a:lnTo>
                    <a:pt x="1500454" y="2255901"/>
                  </a:lnTo>
                  <a:lnTo>
                    <a:pt x="1500454" y="2238921"/>
                  </a:lnTo>
                  <a:lnTo>
                    <a:pt x="1171790" y="1945957"/>
                  </a:lnTo>
                  <a:lnTo>
                    <a:pt x="1194104" y="1928660"/>
                  </a:lnTo>
                  <a:lnTo>
                    <a:pt x="1483563" y="1939353"/>
                  </a:lnTo>
                  <a:lnTo>
                    <a:pt x="1677454" y="2187308"/>
                  </a:lnTo>
                  <a:lnTo>
                    <a:pt x="1677454" y="2166721"/>
                  </a:lnTo>
                  <a:lnTo>
                    <a:pt x="1500162" y="1939975"/>
                  </a:lnTo>
                  <a:lnTo>
                    <a:pt x="2182444" y="1965198"/>
                  </a:lnTo>
                  <a:lnTo>
                    <a:pt x="2180971" y="1968373"/>
                  </a:lnTo>
                  <a:lnTo>
                    <a:pt x="2185327" y="1968258"/>
                  </a:lnTo>
                  <a:lnTo>
                    <a:pt x="2192820" y="1987588"/>
                  </a:lnTo>
                  <a:lnTo>
                    <a:pt x="2192820" y="1942884"/>
                  </a:lnTo>
                  <a:lnTo>
                    <a:pt x="2188210" y="1952802"/>
                  </a:lnTo>
                  <a:lnTo>
                    <a:pt x="1489989" y="1926945"/>
                  </a:lnTo>
                  <a:lnTo>
                    <a:pt x="1473377" y="1905711"/>
                  </a:lnTo>
                  <a:lnTo>
                    <a:pt x="1473377" y="1926336"/>
                  </a:lnTo>
                  <a:lnTo>
                    <a:pt x="1209687" y="1916582"/>
                  </a:lnTo>
                  <a:lnTo>
                    <a:pt x="1369110" y="1793011"/>
                  </a:lnTo>
                  <a:lnTo>
                    <a:pt x="1473377" y="1926336"/>
                  </a:lnTo>
                  <a:lnTo>
                    <a:pt x="1473377" y="1905711"/>
                  </a:lnTo>
                  <a:lnTo>
                    <a:pt x="1379156" y="1785226"/>
                  </a:lnTo>
                  <a:lnTo>
                    <a:pt x="1560385" y="1644751"/>
                  </a:lnTo>
                  <a:lnTo>
                    <a:pt x="2194344" y="1939594"/>
                  </a:lnTo>
                  <a:lnTo>
                    <a:pt x="2194344" y="1925574"/>
                  </a:lnTo>
                  <a:lnTo>
                    <a:pt x="1571663" y="1636001"/>
                  </a:lnTo>
                  <a:lnTo>
                    <a:pt x="2209850" y="1141336"/>
                  </a:lnTo>
                  <a:lnTo>
                    <a:pt x="2229358" y="1166495"/>
                  </a:lnTo>
                  <a:lnTo>
                    <a:pt x="2249932" y="1123569"/>
                  </a:lnTo>
                  <a:lnTo>
                    <a:pt x="2266188" y="1089660"/>
                  </a:lnTo>
                  <a:lnTo>
                    <a:pt x="2182622" y="1106170"/>
                  </a:lnTo>
                  <a:lnTo>
                    <a:pt x="2202091" y="1131316"/>
                  </a:lnTo>
                  <a:lnTo>
                    <a:pt x="1558709" y="1629981"/>
                  </a:lnTo>
                  <a:lnTo>
                    <a:pt x="1547418" y="1624736"/>
                  </a:lnTo>
                  <a:lnTo>
                    <a:pt x="1547418" y="1638719"/>
                  </a:lnTo>
                  <a:lnTo>
                    <a:pt x="1371333" y="1775206"/>
                  </a:lnTo>
                  <a:lnTo>
                    <a:pt x="1361274" y="1762353"/>
                  </a:lnTo>
                  <a:lnTo>
                    <a:pt x="1361274" y="1782991"/>
                  </a:lnTo>
                  <a:lnTo>
                    <a:pt x="1189875" y="1915845"/>
                  </a:lnTo>
                  <a:lnTo>
                    <a:pt x="1174280" y="1915274"/>
                  </a:lnTo>
                  <a:lnTo>
                    <a:pt x="1174280" y="1927923"/>
                  </a:lnTo>
                  <a:lnTo>
                    <a:pt x="1162126" y="1937346"/>
                  </a:lnTo>
                  <a:lnTo>
                    <a:pt x="1151940" y="1928266"/>
                  </a:lnTo>
                  <a:lnTo>
                    <a:pt x="1151940" y="1945246"/>
                  </a:lnTo>
                  <a:lnTo>
                    <a:pt x="781405" y="2232431"/>
                  </a:lnTo>
                  <a:lnTo>
                    <a:pt x="770191" y="2227224"/>
                  </a:lnTo>
                  <a:lnTo>
                    <a:pt x="770191" y="2241118"/>
                  </a:lnTo>
                  <a:lnTo>
                    <a:pt x="44234" y="2803791"/>
                  </a:lnTo>
                  <a:lnTo>
                    <a:pt x="572198" y="2149030"/>
                  </a:lnTo>
                  <a:lnTo>
                    <a:pt x="770191" y="2241118"/>
                  </a:lnTo>
                  <a:lnTo>
                    <a:pt x="770191" y="2227224"/>
                  </a:lnTo>
                  <a:lnTo>
                    <a:pt x="580351" y="2138921"/>
                  </a:lnTo>
                  <a:lnTo>
                    <a:pt x="762762" y="1912708"/>
                  </a:lnTo>
                  <a:lnTo>
                    <a:pt x="1130706" y="1926310"/>
                  </a:lnTo>
                  <a:lnTo>
                    <a:pt x="1151940" y="1945246"/>
                  </a:lnTo>
                  <a:lnTo>
                    <a:pt x="1151940" y="1928266"/>
                  </a:lnTo>
                  <a:lnTo>
                    <a:pt x="1150581" y="1927047"/>
                  </a:lnTo>
                  <a:lnTo>
                    <a:pt x="1174280" y="1927923"/>
                  </a:lnTo>
                  <a:lnTo>
                    <a:pt x="1174280" y="1915274"/>
                  </a:lnTo>
                  <a:lnTo>
                    <a:pt x="1135773" y="1913839"/>
                  </a:lnTo>
                  <a:lnTo>
                    <a:pt x="1115898" y="1896135"/>
                  </a:lnTo>
                  <a:lnTo>
                    <a:pt x="1115898" y="1913102"/>
                  </a:lnTo>
                  <a:lnTo>
                    <a:pt x="772680" y="1900402"/>
                  </a:lnTo>
                  <a:lnTo>
                    <a:pt x="910247" y="1729803"/>
                  </a:lnTo>
                  <a:lnTo>
                    <a:pt x="1115898" y="1913102"/>
                  </a:lnTo>
                  <a:lnTo>
                    <a:pt x="1115898" y="1896135"/>
                  </a:lnTo>
                  <a:lnTo>
                    <a:pt x="918210" y="1719922"/>
                  </a:lnTo>
                  <a:lnTo>
                    <a:pt x="1118120" y="1472018"/>
                  </a:lnTo>
                  <a:lnTo>
                    <a:pt x="1361274" y="1782991"/>
                  </a:lnTo>
                  <a:lnTo>
                    <a:pt x="1361274" y="1762353"/>
                  </a:lnTo>
                  <a:lnTo>
                    <a:pt x="1126312" y="1461846"/>
                  </a:lnTo>
                  <a:lnTo>
                    <a:pt x="1137450" y="1448041"/>
                  </a:lnTo>
                  <a:lnTo>
                    <a:pt x="1547418" y="1638719"/>
                  </a:lnTo>
                  <a:lnTo>
                    <a:pt x="1547418" y="1624736"/>
                  </a:lnTo>
                  <a:lnTo>
                    <a:pt x="1151788" y="1440738"/>
                  </a:lnTo>
                  <a:lnTo>
                    <a:pt x="2197404" y="1035469"/>
                  </a:lnTo>
                  <a:lnTo>
                    <a:pt x="2208911" y="1065149"/>
                  </a:lnTo>
                  <a:lnTo>
                    <a:pt x="2250744" y="1019048"/>
                  </a:lnTo>
                  <a:lnTo>
                    <a:pt x="2266188" y="1002030"/>
                  </a:lnTo>
                  <a:lnTo>
                    <a:pt x="2181352" y="994029"/>
                  </a:lnTo>
                  <a:lnTo>
                    <a:pt x="2192820" y="1023658"/>
                  </a:lnTo>
                  <a:lnTo>
                    <a:pt x="1155496" y="1425663"/>
                  </a:lnTo>
                  <a:lnTo>
                    <a:pt x="1562633" y="920750"/>
                  </a:lnTo>
                  <a:lnTo>
                    <a:pt x="2189988" y="920750"/>
                  </a:lnTo>
                  <a:lnTo>
                    <a:pt x="2189988" y="952500"/>
                  </a:lnTo>
                  <a:lnTo>
                    <a:pt x="2253488" y="920750"/>
                  </a:lnTo>
                  <a:lnTo>
                    <a:pt x="2266188" y="914400"/>
                  </a:lnTo>
                  <a:lnTo>
                    <a:pt x="2253488" y="908050"/>
                  </a:lnTo>
                  <a:lnTo>
                    <a:pt x="2189988" y="876300"/>
                  </a:lnTo>
                  <a:lnTo>
                    <a:pt x="2189988" y="908050"/>
                  </a:lnTo>
                  <a:lnTo>
                    <a:pt x="1572869" y="908050"/>
                  </a:lnTo>
                  <a:lnTo>
                    <a:pt x="2221407" y="103784"/>
                  </a:lnTo>
                  <a:lnTo>
                    <a:pt x="2231136" y="115697"/>
                  </a:lnTo>
                  <a:lnTo>
                    <a:pt x="2233777" y="109829"/>
                  </a:lnTo>
                  <a:lnTo>
                    <a:pt x="2248027" y="121285"/>
                  </a:lnTo>
                  <a:lnTo>
                    <a:pt x="2256256" y="83566"/>
                  </a:lnTo>
                  <a:lnTo>
                    <a:pt x="2266188" y="38100"/>
                  </a:lnTo>
                  <a:lnTo>
                    <a:pt x="2208326" y="32651"/>
                  </a:lnTo>
                  <a:lnTo>
                    <a:pt x="2208326" y="99720"/>
                  </a:lnTo>
                  <a:lnTo>
                    <a:pt x="1556550" y="908050"/>
                  </a:lnTo>
                  <a:lnTo>
                    <a:pt x="1546301" y="908050"/>
                  </a:lnTo>
                  <a:lnTo>
                    <a:pt x="1546301" y="920750"/>
                  </a:lnTo>
                  <a:lnTo>
                    <a:pt x="1133779" y="1432369"/>
                  </a:lnTo>
                  <a:lnTo>
                    <a:pt x="1119403" y="1425689"/>
                  </a:lnTo>
                  <a:lnTo>
                    <a:pt x="1119403" y="1439646"/>
                  </a:lnTo>
                  <a:lnTo>
                    <a:pt x="1111389" y="1442745"/>
                  </a:lnTo>
                  <a:lnTo>
                    <a:pt x="1110094" y="1441094"/>
                  </a:lnTo>
                  <a:lnTo>
                    <a:pt x="1110094" y="1461744"/>
                  </a:lnTo>
                  <a:lnTo>
                    <a:pt x="908735" y="1711477"/>
                  </a:lnTo>
                  <a:lnTo>
                    <a:pt x="900760" y="1704378"/>
                  </a:lnTo>
                  <a:lnTo>
                    <a:pt x="900760" y="1721358"/>
                  </a:lnTo>
                  <a:lnTo>
                    <a:pt x="756869" y="1899818"/>
                  </a:lnTo>
                  <a:lnTo>
                    <a:pt x="746937" y="1899462"/>
                  </a:lnTo>
                  <a:lnTo>
                    <a:pt x="746937" y="1912124"/>
                  </a:lnTo>
                  <a:lnTo>
                    <a:pt x="568502" y="2133422"/>
                  </a:lnTo>
                  <a:lnTo>
                    <a:pt x="36182" y="1885848"/>
                  </a:lnTo>
                  <a:lnTo>
                    <a:pt x="746937" y="1912124"/>
                  </a:lnTo>
                  <a:lnTo>
                    <a:pt x="746937" y="1899462"/>
                  </a:lnTo>
                  <a:lnTo>
                    <a:pt x="36182" y="1873135"/>
                  </a:lnTo>
                  <a:lnTo>
                    <a:pt x="757440" y="1593583"/>
                  </a:lnTo>
                  <a:lnTo>
                    <a:pt x="900760" y="1721358"/>
                  </a:lnTo>
                  <a:lnTo>
                    <a:pt x="900760" y="1704378"/>
                  </a:lnTo>
                  <a:lnTo>
                    <a:pt x="770712" y="1588439"/>
                  </a:lnTo>
                  <a:lnTo>
                    <a:pt x="1107186" y="1458023"/>
                  </a:lnTo>
                  <a:lnTo>
                    <a:pt x="1110094" y="1461744"/>
                  </a:lnTo>
                  <a:lnTo>
                    <a:pt x="1110094" y="1441094"/>
                  </a:lnTo>
                  <a:lnTo>
                    <a:pt x="1103007" y="1432013"/>
                  </a:lnTo>
                  <a:lnTo>
                    <a:pt x="1119403" y="1439646"/>
                  </a:lnTo>
                  <a:lnTo>
                    <a:pt x="1119403" y="1425689"/>
                  </a:lnTo>
                  <a:lnTo>
                    <a:pt x="1098994" y="1416189"/>
                  </a:lnTo>
                  <a:lnTo>
                    <a:pt x="1098994" y="1447546"/>
                  </a:lnTo>
                  <a:lnTo>
                    <a:pt x="760031" y="1578914"/>
                  </a:lnTo>
                  <a:lnTo>
                    <a:pt x="746747" y="1567078"/>
                  </a:lnTo>
                  <a:lnTo>
                    <a:pt x="746747" y="1584058"/>
                  </a:lnTo>
                  <a:lnTo>
                    <a:pt x="40284" y="1857832"/>
                  </a:lnTo>
                  <a:lnTo>
                    <a:pt x="570128" y="1426616"/>
                  </a:lnTo>
                  <a:lnTo>
                    <a:pt x="746747" y="1584058"/>
                  </a:lnTo>
                  <a:lnTo>
                    <a:pt x="746747" y="1567078"/>
                  </a:lnTo>
                  <a:lnTo>
                    <a:pt x="580085" y="1418513"/>
                  </a:lnTo>
                  <a:lnTo>
                    <a:pt x="759688" y="1272349"/>
                  </a:lnTo>
                  <a:lnTo>
                    <a:pt x="1077633" y="1420215"/>
                  </a:lnTo>
                  <a:lnTo>
                    <a:pt x="1098994" y="1447546"/>
                  </a:lnTo>
                  <a:lnTo>
                    <a:pt x="1098994" y="1416189"/>
                  </a:lnTo>
                  <a:lnTo>
                    <a:pt x="1085837" y="1410055"/>
                  </a:lnTo>
                  <a:lnTo>
                    <a:pt x="1060475" y="1377632"/>
                  </a:lnTo>
                  <a:lnTo>
                    <a:pt x="1060475" y="1398270"/>
                  </a:lnTo>
                  <a:lnTo>
                    <a:pt x="770597" y="1263472"/>
                  </a:lnTo>
                  <a:lnTo>
                    <a:pt x="883323" y="1171727"/>
                  </a:lnTo>
                  <a:lnTo>
                    <a:pt x="1060475" y="1398270"/>
                  </a:lnTo>
                  <a:lnTo>
                    <a:pt x="1060475" y="1377632"/>
                  </a:lnTo>
                  <a:lnTo>
                    <a:pt x="893191" y="1163688"/>
                  </a:lnTo>
                  <a:lnTo>
                    <a:pt x="1191691" y="920750"/>
                  </a:lnTo>
                  <a:lnTo>
                    <a:pt x="1546301" y="920750"/>
                  </a:lnTo>
                  <a:lnTo>
                    <a:pt x="1546301" y="908050"/>
                  </a:lnTo>
                  <a:lnTo>
                    <a:pt x="1207287" y="908050"/>
                  </a:lnTo>
                  <a:lnTo>
                    <a:pt x="2206447" y="94881"/>
                  </a:lnTo>
                  <a:lnTo>
                    <a:pt x="2208326" y="99720"/>
                  </a:lnTo>
                  <a:lnTo>
                    <a:pt x="2208326" y="32651"/>
                  </a:lnTo>
                  <a:lnTo>
                    <a:pt x="2200757" y="31940"/>
                  </a:lnTo>
                  <a:lnTo>
                    <a:pt x="2200757" y="83235"/>
                  </a:lnTo>
                  <a:lnTo>
                    <a:pt x="1187208" y="908050"/>
                  </a:lnTo>
                  <a:lnTo>
                    <a:pt x="1171600" y="908050"/>
                  </a:lnTo>
                  <a:lnTo>
                    <a:pt x="1171600" y="920750"/>
                  </a:lnTo>
                  <a:lnTo>
                    <a:pt x="885367" y="1153693"/>
                  </a:lnTo>
                  <a:lnTo>
                    <a:pt x="875499" y="1141082"/>
                  </a:lnTo>
                  <a:lnTo>
                    <a:pt x="875499" y="1161719"/>
                  </a:lnTo>
                  <a:lnTo>
                    <a:pt x="757796" y="1257515"/>
                  </a:lnTo>
                  <a:lnTo>
                    <a:pt x="746887" y="1252448"/>
                  </a:lnTo>
                  <a:lnTo>
                    <a:pt x="746887" y="1266393"/>
                  </a:lnTo>
                  <a:lnTo>
                    <a:pt x="570471" y="1409954"/>
                  </a:lnTo>
                  <a:lnTo>
                    <a:pt x="41186" y="938161"/>
                  </a:lnTo>
                  <a:lnTo>
                    <a:pt x="746887" y="1266393"/>
                  </a:lnTo>
                  <a:lnTo>
                    <a:pt x="746887" y="1252448"/>
                  </a:lnTo>
                  <a:lnTo>
                    <a:pt x="33680" y="920750"/>
                  </a:lnTo>
                  <a:lnTo>
                    <a:pt x="687082" y="920750"/>
                  </a:lnTo>
                  <a:lnTo>
                    <a:pt x="875499" y="1161719"/>
                  </a:lnTo>
                  <a:lnTo>
                    <a:pt x="875499" y="1141082"/>
                  </a:lnTo>
                  <a:lnTo>
                    <a:pt x="703249" y="920750"/>
                  </a:lnTo>
                  <a:lnTo>
                    <a:pt x="1171600" y="920750"/>
                  </a:lnTo>
                  <a:lnTo>
                    <a:pt x="1171600" y="908050"/>
                  </a:lnTo>
                  <a:lnTo>
                    <a:pt x="693318" y="908050"/>
                  </a:lnTo>
                  <a:lnTo>
                    <a:pt x="677151" y="887374"/>
                  </a:lnTo>
                  <a:lnTo>
                    <a:pt x="677151" y="908050"/>
                  </a:lnTo>
                  <a:lnTo>
                    <a:pt x="39141" y="908050"/>
                  </a:lnTo>
                  <a:lnTo>
                    <a:pt x="528777" y="718286"/>
                  </a:lnTo>
                  <a:lnTo>
                    <a:pt x="677151" y="908050"/>
                  </a:lnTo>
                  <a:lnTo>
                    <a:pt x="677151" y="887374"/>
                  </a:lnTo>
                  <a:lnTo>
                    <a:pt x="541185" y="713473"/>
                  </a:lnTo>
                  <a:lnTo>
                    <a:pt x="2189861" y="74472"/>
                  </a:lnTo>
                  <a:lnTo>
                    <a:pt x="2200757" y="83235"/>
                  </a:lnTo>
                  <a:lnTo>
                    <a:pt x="2200757" y="31940"/>
                  </a:lnTo>
                  <a:lnTo>
                    <a:pt x="2181352" y="30099"/>
                  </a:lnTo>
                  <a:lnTo>
                    <a:pt x="2190940" y="54876"/>
                  </a:lnTo>
                  <a:lnTo>
                    <a:pt x="2183003" y="56642"/>
                  </a:lnTo>
                  <a:lnTo>
                    <a:pt x="2187257" y="61887"/>
                  </a:lnTo>
                  <a:lnTo>
                    <a:pt x="532968" y="702970"/>
                  </a:lnTo>
                  <a:lnTo>
                    <a:pt x="10033" y="34163"/>
                  </a:lnTo>
                  <a:lnTo>
                    <a:pt x="0" y="42037"/>
                  </a:lnTo>
                  <a:lnTo>
                    <a:pt x="520573" y="707783"/>
                  </a:lnTo>
                  <a:lnTo>
                    <a:pt x="2794" y="908431"/>
                  </a:lnTo>
                  <a:lnTo>
                    <a:pt x="5054" y="914361"/>
                  </a:lnTo>
                  <a:lnTo>
                    <a:pt x="762" y="919099"/>
                  </a:lnTo>
                  <a:lnTo>
                    <a:pt x="560514" y="1418056"/>
                  </a:lnTo>
                  <a:lnTo>
                    <a:pt x="1016" y="1873377"/>
                  </a:lnTo>
                  <a:lnTo>
                    <a:pt x="5003" y="1878342"/>
                  </a:lnTo>
                  <a:lnTo>
                    <a:pt x="4991" y="1878507"/>
                  </a:lnTo>
                  <a:lnTo>
                    <a:pt x="2413" y="1884045"/>
                  </a:lnTo>
                  <a:lnTo>
                    <a:pt x="560349" y="2143531"/>
                  </a:lnTo>
                  <a:lnTo>
                    <a:pt x="127" y="2838323"/>
                  </a:lnTo>
                  <a:lnTo>
                    <a:pt x="4914" y="2842133"/>
                  </a:lnTo>
                  <a:lnTo>
                    <a:pt x="5067" y="2842361"/>
                  </a:lnTo>
                  <a:lnTo>
                    <a:pt x="4826" y="2848610"/>
                  </a:lnTo>
                  <a:lnTo>
                    <a:pt x="2189797" y="2933344"/>
                  </a:lnTo>
                  <a:lnTo>
                    <a:pt x="2202446" y="2933344"/>
                  </a:lnTo>
                  <a:lnTo>
                    <a:pt x="2258580" y="2933344"/>
                  </a:lnTo>
                  <a:lnTo>
                    <a:pt x="2266188" y="2929902"/>
                  </a:lnTo>
                  <a:lnTo>
                    <a:pt x="2256853" y="2883789"/>
                  </a:lnTo>
                  <a:lnTo>
                    <a:pt x="2249297" y="2846451"/>
                  </a:lnTo>
                  <a:lnTo>
                    <a:pt x="2236838" y="2856179"/>
                  </a:lnTo>
                  <a:lnTo>
                    <a:pt x="2234692" y="2850769"/>
                  </a:lnTo>
                  <a:lnTo>
                    <a:pt x="2222779" y="2864116"/>
                  </a:lnTo>
                  <a:lnTo>
                    <a:pt x="2210447" y="2848356"/>
                  </a:lnTo>
                  <a:lnTo>
                    <a:pt x="2210447" y="2868917"/>
                  </a:lnTo>
                  <a:lnTo>
                    <a:pt x="2209520" y="2870911"/>
                  </a:lnTo>
                  <a:lnTo>
                    <a:pt x="2203285" y="2865361"/>
                  </a:lnTo>
                  <a:lnTo>
                    <a:pt x="2203285" y="2882341"/>
                  </a:lnTo>
                  <a:lnTo>
                    <a:pt x="2194191" y="2889440"/>
                  </a:lnTo>
                  <a:lnTo>
                    <a:pt x="2190712" y="2887827"/>
                  </a:lnTo>
                  <a:lnTo>
                    <a:pt x="2190712" y="2909544"/>
                  </a:lnTo>
                  <a:lnTo>
                    <a:pt x="2190635" y="2911500"/>
                  </a:lnTo>
                  <a:lnTo>
                    <a:pt x="2186457" y="2920504"/>
                  </a:lnTo>
                  <a:lnTo>
                    <a:pt x="36068" y="2837103"/>
                  </a:lnTo>
                  <a:lnTo>
                    <a:pt x="1135468" y="2410993"/>
                  </a:lnTo>
                  <a:lnTo>
                    <a:pt x="2189645" y="2901226"/>
                  </a:lnTo>
                  <a:lnTo>
                    <a:pt x="2183892" y="2907677"/>
                  </a:lnTo>
                  <a:lnTo>
                    <a:pt x="2190712" y="2909544"/>
                  </a:lnTo>
                  <a:lnTo>
                    <a:pt x="2190712" y="2887827"/>
                  </a:lnTo>
                  <a:lnTo>
                    <a:pt x="1151763" y="2404681"/>
                  </a:lnTo>
                  <a:lnTo>
                    <a:pt x="1511109" y="2265400"/>
                  </a:lnTo>
                  <a:lnTo>
                    <a:pt x="2203285" y="2882341"/>
                  </a:lnTo>
                  <a:lnTo>
                    <a:pt x="2203285" y="2865361"/>
                  </a:lnTo>
                  <a:lnTo>
                    <a:pt x="1524393" y="2260257"/>
                  </a:lnTo>
                  <a:lnTo>
                    <a:pt x="1685620" y="2197760"/>
                  </a:lnTo>
                  <a:lnTo>
                    <a:pt x="2210447" y="2868917"/>
                  </a:lnTo>
                  <a:lnTo>
                    <a:pt x="2210447" y="2848356"/>
                  </a:lnTo>
                  <a:lnTo>
                    <a:pt x="1697977" y="2192972"/>
                  </a:lnTo>
                  <a:lnTo>
                    <a:pt x="2197404" y="1999399"/>
                  </a:lnTo>
                  <a:lnTo>
                    <a:pt x="2208911" y="2029079"/>
                  </a:lnTo>
                  <a:lnTo>
                    <a:pt x="2250744" y="1982978"/>
                  </a:lnTo>
                  <a:lnTo>
                    <a:pt x="2264143" y="1968220"/>
                  </a:lnTo>
                  <a:lnTo>
                    <a:pt x="2297442" y="1969439"/>
                  </a:lnTo>
                  <a:lnTo>
                    <a:pt x="2310142" y="1969439"/>
                  </a:lnTo>
                  <a:lnTo>
                    <a:pt x="2366251" y="1969439"/>
                  </a:lnTo>
                  <a:lnTo>
                    <a:pt x="2373884" y="1965960"/>
                  </a:lnTo>
                  <a:close/>
                </a:path>
                <a:path w="4742815" h="2967990" extrusionOk="0">
                  <a:moveTo>
                    <a:pt x="4742688" y="2929902"/>
                  </a:moveTo>
                  <a:lnTo>
                    <a:pt x="4729988" y="2923552"/>
                  </a:lnTo>
                  <a:lnTo>
                    <a:pt x="4666488" y="2891790"/>
                  </a:lnTo>
                  <a:lnTo>
                    <a:pt x="4666488" y="2923552"/>
                  </a:lnTo>
                  <a:lnTo>
                    <a:pt x="3019933" y="2923552"/>
                  </a:lnTo>
                  <a:lnTo>
                    <a:pt x="3019933" y="2936252"/>
                  </a:lnTo>
                  <a:lnTo>
                    <a:pt x="4666488" y="2936252"/>
                  </a:lnTo>
                  <a:lnTo>
                    <a:pt x="4666488" y="2967990"/>
                  </a:lnTo>
                  <a:lnTo>
                    <a:pt x="4729988" y="2936252"/>
                  </a:lnTo>
                  <a:lnTo>
                    <a:pt x="4742688" y="2929902"/>
                  </a:lnTo>
                  <a:close/>
                </a:path>
                <a:path w="4742815" h="2967990" extrusionOk="0">
                  <a:moveTo>
                    <a:pt x="4742688" y="1965960"/>
                  </a:moveTo>
                  <a:lnTo>
                    <a:pt x="4729988" y="1959610"/>
                  </a:lnTo>
                  <a:lnTo>
                    <a:pt x="4666488" y="1927860"/>
                  </a:lnTo>
                  <a:lnTo>
                    <a:pt x="4666488" y="1959610"/>
                  </a:lnTo>
                  <a:lnTo>
                    <a:pt x="3019933" y="1959610"/>
                  </a:lnTo>
                  <a:lnTo>
                    <a:pt x="3019933" y="1972310"/>
                  </a:lnTo>
                  <a:lnTo>
                    <a:pt x="4666488" y="1972310"/>
                  </a:lnTo>
                  <a:lnTo>
                    <a:pt x="4666488" y="2004060"/>
                  </a:lnTo>
                  <a:lnTo>
                    <a:pt x="4729988" y="1972310"/>
                  </a:lnTo>
                  <a:lnTo>
                    <a:pt x="4742688" y="1965960"/>
                  </a:lnTo>
                  <a:close/>
                </a:path>
                <a:path w="4742815" h="2967990" extrusionOk="0">
                  <a:moveTo>
                    <a:pt x="4742688" y="1002030"/>
                  </a:moveTo>
                  <a:lnTo>
                    <a:pt x="4729988" y="995680"/>
                  </a:lnTo>
                  <a:lnTo>
                    <a:pt x="4666488" y="963930"/>
                  </a:lnTo>
                  <a:lnTo>
                    <a:pt x="4666488" y="995680"/>
                  </a:lnTo>
                  <a:lnTo>
                    <a:pt x="3019933" y="995680"/>
                  </a:lnTo>
                  <a:lnTo>
                    <a:pt x="3019933" y="1008380"/>
                  </a:lnTo>
                  <a:lnTo>
                    <a:pt x="4666488" y="1008380"/>
                  </a:lnTo>
                  <a:lnTo>
                    <a:pt x="4666488" y="1040130"/>
                  </a:lnTo>
                  <a:lnTo>
                    <a:pt x="4729988" y="1008380"/>
                  </a:lnTo>
                  <a:lnTo>
                    <a:pt x="4742688" y="1002030"/>
                  </a:lnTo>
                  <a:close/>
                </a:path>
                <a:path w="4742815" h="2967990" extrusionOk="0">
                  <a:moveTo>
                    <a:pt x="4742688" y="38100"/>
                  </a:moveTo>
                  <a:lnTo>
                    <a:pt x="4729988" y="31750"/>
                  </a:lnTo>
                  <a:lnTo>
                    <a:pt x="4666488" y="0"/>
                  </a:lnTo>
                  <a:lnTo>
                    <a:pt x="4666488" y="31750"/>
                  </a:lnTo>
                  <a:lnTo>
                    <a:pt x="3019933" y="31750"/>
                  </a:lnTo>
                  <a:lnTo>
                    <a:pt x="3019933" y="44450"/>
                  </a:lnTo>
                  <a:lnTo>
                    <a:pt x="4666488" y="44450"/>
                  </a:lnTo>
                  <a:lnTo>
                    <a:pt x="4666488" y="76200"/>
                  </a:lnTo>
                  <a:lnTo>
                    <a:pt x="4729988" y="44450"/>
                  </a:lnTo>
                  <a:lnTo>
                    <a:pt x="4742688" y="381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2"/>
            <p:cNvSpPr/>
            <p:nvPr/>
          </p:nvSpPr>
          <p:spPr>
            <a:xfrm>
              <a:off x="3733800" y="1600200"/>
              <a:ext cx="1676400" cy="685800"/>
            </a:xfrm>
            <a:custGeom>
              <a:avLst/>
              <a:gdLst/>
              <a:ahLst/>
              <a:cxnLst/>
              <a:rect l="l" t="t" r="r" b="b"/>
              <a:pathLst>
                <a:path w="1676400" h="685800" extrusionOk="0">
                  <a:moveTo>
                    <a:pt x="1676400" y="685800"/>
                  </a:moveTo>
                  <a:lnTo>
                    <a:pt x="1676400" y="0"/>
                  </a:lnTo>
                </a:path>
                <a:path w="1676400" h="685800" extrusionOk="0">
                  <a:moveTo>
                    <a:pt x="1676400" y="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2"/>
            <p:cNvSpPr/>
            <p:nvPr/>
          </p:nvSpPr>
          <p:spPr>
            <a:xfrm>
              <a:off x="3722877" y="1591056"/>
              <a:ext cx="392430" cy="466725"/>
            </a:xfrm>
            <a:custGeom>
              <a:avLst/>
              <a:gdLst/>
              <a:ahLst/>
              <a:cxnLst/>
              <a:rect l="l" t="t" r="r" b="b"/>
              <a:pathLst>
                <a:path w="392429" h="466725" extrusionOk="0">
                  <a:moveTo>
                    <a:pt x="326049" y="409696"/>
                  </a:moveTo>
                  <a:lnTo>
                    <a:pt x="304164" y="427990"/>
                  </a:lnTo>
                  <a:lnTo>
                    <a:pt x="391922" y="466344"/>
                  </a:lnTo>
                  <a:lnTo>
                    <a:pt x="381160" y="420624"/>
                  </a:lnTo>
                  <a:lnTo>
                    <a:pt x="335152" y="420624"/>
                  </a:lnTo>
                  <a:lnTo>
                    <a:pt x="326049" y="409696"/>
                  </a:lnTo>
                  <a:close/>
                </a:path>
                <a:path w="392429" h="466725" extrusionOk="0">
                  <a:moveTo>
                    <a:pt x="347980" y="391364"/>
                  </a:moveTo>
                  <a:lnTo>
                    <a:pt x="326049" y="409696"/>
                  </a:lnTo>
                  <a:lnTo>
                    <a:pt x="335152" y="420624"/>
                  </a:lnTo>
                  <a:lnTo>
                    <a:pt x="357124" y="402336"/>
                  </a:lnTo>
                  <a:lnTo>
                    <a:pt x="347980" y="391364"/>
                  </a:lnTo>
                  <a:close/>
                </a:path>
                <a:path w="392429" h="466725" extrusionOk="0">
                  <a:moveTo>
                    <a:pt x="369950" y="372999"/>
                  </a:moveTo>
                  <a:lnTo>
                    <a:pt x="347980" y="391364"/>
                  </a:lnTo>
                  <a:lnTo>
                    <a:pt x="357124" y="402336"/>
                  </a:lnTo>
                  <a:lnTo>
                    <a:pt x="335152" y="420624"/>
                  </a:lnTo>
                  <a:lnTo>
                    <a:pt x="381160" y="420624"/>
                  </a:lnTo>
                  <a:lnTo>
                    <a:pt x="369950" y="372999"/>
                  </a:lnTo>
                  <a:close/>
                </a:path>
                <a:path w="392429" h="466725" extrusionOk="0">
                  <a:moveTo>
                    <a:pt x="21844" y="0"/>
                  </a:moveTo>
                  <a:lnTo>
                    <a:pt x="0" y="18288"/>
                  </a:lnTo>
                  <a:lnTo>
                    <a:pt x="326049" y="409696"/>
                  </a:lnTo>
                  <a:lnTo>
                    <a:pt x="347980" y="391364"/>
                  </a:lnTo>
                  <a:lnTo>
                    <a:pt x="21844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2"/>
            <p:cNvSpPr/>
            <p:nvPr/>
          </p:nvSpPr>
          <p:spPr>
            <a:xfrm>
              <a:off x="3962400" y="2743200"/>
              <a:ext cx="1447800" cy="533400"/>
            </a:xfrm>
            <a:custGeom>
              <a:avLst/>
              <a:gdLst/>
              <a:ahLst/>
              <a:cxnLst/>
              <a:rect l="l" t="t" r="r" b="b"/>
              <a:pathLst>
                <a:path w="1447800" h="533400" extrusionOk="0">
                  <a:moveTo>
                    <a:pt x="1447800" y="533400"/>
                  </a:moveTo>
                  <a:lnTo>
                    <a:pt x="1447800" y="0"/>
                  </a:lnTo>
                </a:path>
                <a:path w="1447800" h="533400" extrusionOk="0">
                  <a:moveTo>
                    <a:pt x="1447800" y="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2"/>
            <p:cNvSpPr/>
            <p:nvPr/>
          </p:nvSpPr>
          <p:spPr>
            <a:xfrm>
              <a:off x="3950970" y="2734563"/>
              <a:ext cx="240029" cy="313690"/>
            </a:xfrm>
            <a:custGeom>
              <a:avLst/>
              <a:gdLst/>
              <a:ahLst/>
              <a:cxnLst/>
              <a:rect l="l" t="t" r="r" b="b"/>
              <a:pathLst>
                <a:path w="240029" h="313689" extrusionOk="0">
                  <a:moveTo>
                    <a:pt x="177126" y="253394"/>
                  </a:moveTo>
                  <a:lnTo>
                    <a:pt x="154304" y="270510"/>
                  </a:lnTo>
                  <a:lnTo>
                    <a:pt x="240029" y="313436"/>
                  </a:lnTo>
                  <a:lnTo>
                    <a:pt x="231192" y="264795"/>
                  </a:lnTo>
                  <a:lnTo>
                    <a:pt x="185674" y="264795"/>
                  </a:lnTo>
                  <a:lnTo>
                    <a:pt x="177126" y="253394"/>
                  </a:lnTo>
                  <a:close/>
                </a:path>
                <a:path w="240029" h="313689" extrusionOk="0">
                  <a:moveTo>
                    <a:pt x="199986" y="236249"/>
                  </a:moveTo>
                  <a:lnTo>
                    <a:pt x="177126" y="253394"/>
                  </a:lnTo>
                  <a:lnTo>
                    <a:pt x="185674" y="264795"/>
                  </a:lnTo>
                  <a:lnTo>
                    <a:pt x="208533" y="247650"/>
                  </a:lnTo>
                  <a:lnTo>
                    <a:pt x="199986" y="236249"/>
                  </a:lnTo>
                  <a:close/>
                </a:path>
                <a:path w="240029" h="313689" extrusionOk="0">
                  <a:moveTo>
                    <a:pt x="222884" y="219075"/>
                  </a:moveTo>
                  <a:lnTo>
                    <a:pt x="199986" y="236249"/>
                  </a:lnTo>
                  <a:lnTo>
                    <a:pt x="208533" y="247650"/>
                  </a:lnTo>
                  <a:lnTo>
                    <a:pt x="185674" y="264795"/>
                  </a:lnTo>
                  <a:lnTo>
                    <a:pt x="231192" y="264795"/>
                  </a:lnTo>
                  <a:lnTo>
                    <a:pt x="222884" y="219075"/>
                  </a:lnTo>
                  <a:close/>
                </a:path>
                <a:path w="240029" h="313689" extrusionOk="0">
                  <a:moveTo>
                    <a:pt x="22859" y="0"/>
                  </a:moveTo>
                  <a:lnTo>
                    <a:pt x="0" y="17145"/>
                  </a:lnTo>
                  <a:lnTo>
                    <a:pt x="177126" y="253394"/>
                  </a:lnTo>
                  <a:lnTo>
                    <a:pt x="199986" y="236249"/>
                  </a:lnTo>
                  <a:lnTo>
                    <a:pt x="22859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12"/>
            <p:cNvSpPr/>
            <p:nvPr/>
          </p:nvSpPr>
          <p:spPr>
            <a:xfrm>
              <a:off x="4038600" y="3733800"/>
              <a:ext cx="1371600" cy="533400"/>
            </a:xfrm>
            <a:custGeom>
              <a:avLst/>
              <a:gdLst/>
              <a:ahLst/>
              <a:cxnLst/>
              <a:rect l="l" t="t" r="r" b="b"/>
              <a:pathLst>
                <a:path w="1371600" h="533400" extrusionOk="0">
                  <a:moveTo>
                    <a:pt x="1371600" y="533400"/>
                  </a:moveTo>
                  <a:lnTo>
                    <a:pt x="1371600" y="0"/>
                  </a:lnTo>
                </a:path>
                <a:path w="1371600" h="533400" extrusionOk="0">
                  <a:moveTo>
                    <a:pt x="1371600" y="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22" name="Google Shape;622;p1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028439" y="3723639"/>
              <a:ext cx="238760" cy="238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12"/>
            <p:cNvSpPr/>
            <p:nvPr/>
          </p:nvSpPr>
          <p:spPr>
            <a:xfrm>
              <a:off x="3962400" y="4724400"/>
              <a:ext cx="1447800" cy="533400"/>
            </a:xfrm>
            <a:custGeom>
              <a:avLst/>
              <a:gdLst/>
              <a:ahLst/>
              <a:cxnLst/>
              <a:rect l="l" t="t" r="r" b="b"/>
              <a:pathLst>
                <a:path w="1447800" h="533400" extrusionOk="0">
                  <a:moveTo>
                    <a:pt x="1447800" y="533400"/>
                  </a:moveTo>
                  <a:lnTo>
                    <a:pt x="1447800" y="0"/>
                  </a:lnTo>
                </a:path>
                <a:path w="1447800" h="533400" extrusionOk="0">
                  <a:moveTo>
                    <a:pt x="1447800" y="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24" name="Google Shape;624;p1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954526" y="4712461"/>
              <a:ext cx="236474" cy="1643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" name="Google Shape;625;p12"/>
            <p:cNvSpPr/>
            <p:nvPr/>
          </p:nvSpPr>
          <p:spPr>
            <a:xfrm>
              <a:off x="5562600" y="1670050"/>
              <a:ext cx="1219835" cy="116205"/>
            </a:xfrm>
            <a:custGeom>
              <a:avLst/>
              <a:gdLst/>
              <a:ahLst/>
              <a:cxnLst/>
              <a:rect l="l" t="t" r="r" b="b"/>
              <a:pathLst>
                <a:path w="1219834" h="116205" extrusionOk="0">
                  <a:moveTo>
                    <a:pt x="73660" y="39750"/>
                  </a:moveTo>
                  <a:lnTo>
                    <a:pt x="0" y="82550"/>
                  </a:lnTo>
                  <a:lnTo>
                    <a:pt x="78486" y="115824"/>
                  </a:lnTo>
                  <a:lnTo>
                    <a:pt x="76528" y="84962"/>
                  </a:lnTo>
                  <a:lnTo>
                    <a:pt x="63753" y="84962"/>
                  </a:lnTo>
                  <a:lnTo>
                    <a:pt x="62991" y="72262"/>
                  </a:lnTo>
                  <a:lnTo>
                    <a:pt x="75672" y="71470"/>
                  </a:lnTo>
                  <a:lnTo>
                    <a:pt x="73660" y="39750"/>
                  </a:lnTo>
                  <a:close/>
                </a:path>
                <a:path w="1219834" h="116205" extrusionOk="0">
                  <a:moveTo>
                    <a:pt x="75672" y="71470"/>
                  </a:moveTo>
                  <a:lnTo>
                    <a:pt x="62991" y="72262"/>
                  </a:lnTo>
                  <a:lnTo>
                    <a:pt x="63753" y="84962"/>
                  </a:lnTo>
                  <a:lnTo>
                    <a:pt x="76477" y="84167"/>
                  </a:lnTo>
                  <a:lnTo>
                    <a:pt x="75672" y="71470"/>
                  </a:lnTo>
                  <a:close/>
                </a:path>
                <a:path w="1219834" h="116205" extrusionOk="0">
                  <a:moveTo>
                    <a:pt x="76477" y="84167"/>
                  </a:moveTo>
                  <a:lnTo>
                    <a:pt x="63753" y="84962"/>
                  </a:lnTo>
                  <a:lnTo>
                    <a:pt x="76528" y="84962"/>
                  </a:lnTo>
                  <a:lnTo>
                    <a:pt x="76477" y="84167"/>
                  </a:lnTo>
                  <a:close/>
                </a:path>
                <a:path w="1219834" h="116205" extrusionOk="0">
                  <a:moveTo>
                    <a:pt x="1218819" y="0"/>
                  </a:moveTo>
                  <a:lnTo>
                    <a:pt x="75672" y="71470"/>
                  </a:lnTo>
                  <a:lnTo>
                    <a:pt x="76477" y="84167"/>
                  </a:lnTo>
                  <a:lnTo>
                    <a:pt x="1219580" y="12700"/>
                  </a:lnTo>
                  <a:lnTo>
                    <a:pt x="12188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626" name="Google Shape;626;p12"/>
          <p:cNvSpPr txBox="1"/>
          <p:nvPr/>
        </p:nvSpPr>
        <p:spPr>
          <a:xfrm>
            <a:off x="10847934" y="1753513"/>
            <a:ext cx="1947960" cy="45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40" rIns="0" bIns="0" anchor="t" anchorCtr="0">
            <a:spAutoFit/>
          </a:bodyPr>
          <a:lstStyle/>
          <a:p>
            <a:pPr marL="15240" defTabSz="1097280">
              <a:buClr>
                <a:srgbClr val="000000"/>
              </a:buClr>
            </a:pPr>
            <a:r>
              <a:rPr lang="en-US" sz="2880" b="1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Feedback</a:t>
            </a:r>
            <a:endParaRPr sz="288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2"/>
          <p:cNvSpPr txBox="1"/>
          <p:nvPr/>
        </p:nvSpPr>
        <p:spPr>
          <a:xfrm>
            <a:off x="5175040" y="6881545"/>
            <a:ext cx="4766400" cy="531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460" rIns="0" bIns="0" anchor="t" anchorCtr="0">
            <a:spAutoFit/>
          </a:bodyPr>
          <a:lstStyle/>
          <a:p>
            <a:pPr marL="15240" defTabSz="1097280">
              <a:buClr>
                <a:srgbClr val="000000"/>
              </a:buClr>
            </a:pPr>
            <a:r>
              <a:rPr lang="en-US" sz="3360" b="1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Recurrent Networks</a:t>
            </a:r>
            <a:endParaRPr sz="336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465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4"/>
          <p:cNvSpPr txBox="1">
            <a:spLocks noGrp="1"/>
          </p:cNvSpPr>
          <p:nvPr>
            <p:ph type="title"/>
          </p:nvPr>
        </p:nvSpPr>
        <p:spPr>
          <a:xfrm>
            <a:off x="1021423" y="1119572"/>
            <a:ext cx="12587040" cy="828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990" rIns="0" bIns="0" anchor="t" anchorCtr="0">
            <a:spAutoFit/>
          </a:bodyPr>
          <a:lstStyle/>
          <a:p>
            <a:pPr marL="15240"/>
            <a:r>
              <a:rPr lang="en-US" sz="5280" b="0">
                <a:latin typeface="Calibri"/>
                <a:ea typeface="Calibri"/>
                <a:cs typeface="Calibri"/>
                <a:sym typeface="Calibri"/>
              </a:rPr>
              <a:t>Multilayer Perceptron</a:t>
            </a:r>
            <a:endParaRPr sz="528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4" name="Google Shape;664;p14"/>
          <p:cNvGrpSpPr/>
          <p:nvPr/>
        </p:nvGrpSpPr>
        <p:grpSpPr>
          <a:xfrm>
            <a:off x="1226648" y="2103121"/>
            <a:ext cx="11196606" cy="3749648"/>
            <a:chOff x="757237" y="1752600"/>
            <a:chExt cx="7015417" cy="3124707"/>
          </a:xfrm>
        </p:grpSpPr>
        <p:sp>
          <p:nvSpPr>
            <p:cNvPr id="665" name="Google Shape;665;p14"/>
            <p:cNvSpPr/>
            <p:nvPr/>
          </p:nvSpPr>
          <p:spPr>
            <a:xfrm>
              <a:off x="2514600" y="17526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 extrusionOk="0">
                  <a:moveTo>
                    <a:pt x="228600" y="0"/>
                  </a:moveTo>
                  <a:lnTo>
                    <a:pt x="176188" y="5034"/>
                  </a:lnTo>
                  <a:lnTo>
                    <a:pt x="128073" y="19372"/>
                  </a:lnTo>
                  <a:lnTo>
                    <a:pt x="85628" y="41867"/>
                  </a:lnTo>
                  <a:lnTo>
                    <a:pt x="50225" y="71374"/>
                  </a:lnTo>
                  <a:lnTo>
                    <a:pt x="23237" y="106746"/>
                  </a:lnTo>
                  <a:lnTo>
                    <a:pt x="6038" y="146837"/>
                  </a:lnTo>
                  <a:lnTo>
                    <a:pt x="0" y="190500"/>
                  </a:lnTo>
                  <a:lnTo>
                    <a:pt x="6038" y="234162"/>
                  </a:lnTo>
                  <a:lnTo>
                    <a:pt x="23237" y="274253"/>
                  </a:lnTo>
                  <a:lnTo>
                    <a:pt x="50225" y="309625"/>
                  </a:lnTo>
                  <a:lnTo>
                    <a:pt x="85628" y="339132"/>
                  </a:lnTo>
                  <a:lnTo>
                    <a:pt x="128073" y="361627"/>
                  </a:lnTo>
                  <a:lnTo>
                    <a:pt x="176188" y="375965"/>
                  </a:lnTo>
                  <a:lnTo>
                    <a:pt x="228600" y="381000"/>
                  </a:lnTo>
                  <a:lnTo>
                    <a:pt x="281011" y="375965"/>
                  </a:lnTo>
                  <a:lnTo>
                    <a:pt x="329126" y="361627"/>
                  </a:lnTo>
                  <a:lnTo>
                    <a:pt x="371571" y="339132"/>
                  </a:lnTo>
                  <a:lnTo>
                    <a:pt x="406974" y="309625"/>
                  </a:lnTo>
                  <a:lnTo>
                    <a:pt x="433962" y="274253"/>
                  </a:lnTo>
                  <a:lnTo>
                    <a:pt x="451161" y="234162"/>
                  </a:lnTo>
                  <a:lnTo>
                    <a:pt x="457200" y="190500"/>
                  </a:lnTo>
                  <a:lnTo>
                    <a:pt x="451161" y="146837"/>
                  </a:lnTo>
                  <a:lnTo>
                    <a:pt x="433962" y="106746"/>
                  </a:lnTo>
                  <a:lnTo>
                    <a:pt x="406974" y="71374"/>
                  </a:lnTo>
                  <a:lnTo>
                    <a:pt x="371571" y="41867"/>
                  </a:lnTo>
                  <a:lnTo>
                    <a:pt x="329126" y="19372"/>
                  </a:lnTo>
                  <a:lnTo>
                    <a:pt x="281011" y="503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4"/>
            <p:cNvSpPr/>
            <p:nvPr/>
          </p:nvSpPr>
          <p:spPr>
            <a:xfrm>
              <a:off x="2514600" y="17526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 extrusionOk="0">
                  <a:moveTo>
                    <a:pt x="0" y="190500"/>
                  </a:moveTo>
                  <a:lnTo>
                    <a:pt x="6038" y="146837"/>
                  </a:lnTo>
                  <a:lnTo>
                    <a:pt x="23237" y="106746"/>
                  </a:lnTo>
                  <a:lnTo>
                    <a:pt x="50225" y="71374"/>
                  </a:lnTo>
                  <a:lnTo>
                    <a:pt x="85628" y="41867"/>
                  </a:lnTo>
                  <a:lnTo>
                    <a:pt x="128073" y="19372"/>
                  </a:lnTo>
                  <a:lnTo>
                    <a:pt x="176188" y="5034"/>
                  </a:lnTo>
                  <a:lnTo>
                    <a:pt x="228600" y="0"/>
                  </a:lnTo>
                  <a:lnTo>
                    <a:pt x="281011" y="5034"/>
                  </a:lnTo>
                  <a:lnTo>
                    <a:pt x="329126" y="19372"/>
                  </a:lnTo>
                  <a:lnTo>
                    <a:pt x="371571" y="41867"/>
                  </a:lnTo>
                  <a:lnTo>
                    <a:pt x="406974" y="71374"/>
                  </a:lnTo>
                  <a:lnTo>
                    <a:pt x="433962" y="106746"/>
                  </a:lnTo>
                  <a:lnTo>
                    <a:pt x="451161" y="146837"/>
                  </a:lnTo>
                  <a:lnTo>
                    <a:pt x="457200" y="190500"/>
                  </a:lnTo>
                  <a:lnTo>
                    <a:pt x="451161" y="234162"/>
                  </a:lnTo>
                  <a:lnTo>
                    <a:pt x="433962" y="274253"/>
                  </a:lnTo>
                  <a:lnTo>
                    <a:pt x="406974" y="309625"/>
                  </a:lnTo>
                  <a:lnTo>
                    <a:pt x="371571" y="339132"/>
                  </a:lnTo>
                  <a:lnTo>
                    <a:pt x="329126" y="361627"/>
                  </a:lnTo>
                  <a:lnTo>
                    <a:pt x="281011" y="375965"/>
                  </a:lnTo>
                  <a:lnTo>
                    <a:pt x="228600" y="381000"/>
                  </a:lnTo>
                  <a:lnTo>
                    <a:pt x="176188" y="375965"/>
                  </a:lnTo>
                  <a:lnTo>
                    <a:pt x="128073" y="361627"/>
                  </a:lnTo>
                  <a:lnTo>
                    <a:pt x="85628" y="339132"/>
                  </a:lnTo>
                  <a:lnTo>
                    <a:pt x="50225" y="309625"/>
                  </a:lnTo>
                  <a:lnTo>
                    <a:pt x="23237" y="274253"/>
                  </a:lnTo>
                  <a:lnTo>
                    <a:pt x="6038" y="234162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67" name="Google Shape;667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7237" y="2052637"/>
              <a:ext cx="161925" cy="161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8" name="Google Shape;668;p14"/>
            <p:cNvSpPr/>
            <p:nvPr/>
          </p:nvSpPr>
          <p:spPr>
            <a:xfrm>
              <a:off x="913803" y="1950465"/>
              <a:ext cx="2058035" cy="869315"/>
            </a:xfrm>
            <a:custGeom>
              <a:avLst/>
              <a:gdLst/>
              <a:ahLst/>
              <a:cxnLst/>
              <a:rect l="l" t="t" r="r" b="b"/>
              <a:pathLst>
                <a:path w="2058035" h="869314" extrusionOk="0">
                  <a:moveTo>
                    <a:pt x="1600796" y="30734"/>
                  </a:moveTo>
                  <a:lnTo>
                    <a:pt x="1600136" y="30480"/>
                  </a:lnTo>
                  <a:lnTo>
                    <a:pt x="1521294" y="0"/>
                  </a:lnTo>
                  <a:lnTo>
                    <a:pt x="1524304" y="31699"/>
                  </a:lnTo>
                  <a:lnTo>
                    <a:pt x="0" y="176784"/>
                  </a:lnTo>
                  <a:lnTo>
                    <a:pt x="1193" y="189484"/>
                  </a:lnTo>
                  <a:lnTo>
                    <a:pt x="1525511" y="44272"/>
                  </a:lnTo>
                  <a:lnTo>
                    <a:pt x="1528533" y="75946"/>
                  </a:lnTo>
                  <a:lnTo>
                    <a:pt x="1600796" y="30734"/>
                  </a:lnTo>
                  <a:close/>
                </a:path>
                <a:path w="2058035" h="869314" extrusionOk="0">
                  <a:moveTo>
                    <a:pt x="2057996" y="678434"/>
                  </a:moveTo>
                  <a:lnTo>
                    <a:pt x="2051951" y="634771"/>
                  </a:lnTo>
                  <a:lnTo>
                    <a:pt x="2034755" y="594690"/>
                  </a:lnTo>
                  <a:lnTo>
                    <a:pt x="2007768" y="559320"/>
                  </a:lnTo>
                  <a:lnTo>
                    <a:pt x="1972360" y="529805"/>
                  </a:lnTo>
                  <a:lnTo>
                    <a:pt x="1929917" y="507314"/>
                  </a:lnTo>
                  <a:lnTo>
                    <a:pt x="1881797" y="492975"/>
                  </a:lnTo>
                  <a:lnTo>
                    <a:pt x="1829396" y="487934"/>
                  </a:lnTo>
                  <a:lnTo>
                    <a:pt x="1776984" y="492975"/>
                  </a:lnTo>
                  <a:lnTo>
                    <a:pt x="1728863" y="507314"/>
                  </a:lnTo>
                  <a:lnTo>
                    <a:pt x="1686420" y="529805"/>
                  </a:lnTo>
                  <a:lnTo>
                    <a:pt x="1651012" y="559320"/>
                  </a:lnTo>
                  <a:lnTo>
                    <a:pt x="1624025" y="594690"/>
                  </a:lnTo>
                  <a:lnTo>
                    <a:pt x="1606829" y="634771"/>
                  </a:lnTo>
                  <a:lnTo>
                    <a:pt x="1600796" y="678434"/>
                  </a:lnTo>
                  <a:lnTo>
                    <a:pt x="1606829" y="722109"/>
                  </a:lnTo>
                  <a:lnTo>
                    <a:pt x="1624025" y="762190"/>
                  </a:lnTo>
                  <a:lnTo>
                    <a:pt x="1651012" y="797560"/>
                  </a:lnTo>
                  <a:lnTo>
                    <a:pt x="1686420" y="827074"/>
                  </a:lnTo>
                  <a:lnTo>
                    <a:pt x="1728863" y="849566"/>
                  </a:lnTo>
                  <a:lnTo>
                    <a:pt x="1776984" y="863904"/>
                  </a:lnTo>
                  <a:lnTo>
                    <a:pt x="1829396" y="868934"/>
                  </a:lnTo>
                  <a:lnTo>
                    <a:pt x="1881797" y="863904"/>
                  </a:lnTo>
                  <a:lnTo>
                    <a:pt x="1929917" y="849566"/>
                  </a:lnTo>
                  <a:lnTo>
                    <a:pt x="1972360" y="827074"/>
                  </a:lnTo>
                  <a:lnTo>
                    <a:pt x="2007768" y="797560"/>
                  </a:lnTo>
                  <a:lnTo>
                    <a:pt x="2034755" y="762190"/>
                  </a:lnTo>
                  <a:lnTo>
                    <a:pt x="2051951" y="722109"/>
                  </a:lnTo>
                  <a:lnTo>
                    <a:pt x="2057996" y="6784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4"/>
            <p:cNvSpPr/>
            <p:nvPr/>
          </p:nvSpPr>
          <p:spPr>
            <a:xfrm>
              <a:off x="2514600" y="24384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 extrusionOk="0">
                  <a:moveTo>
                    <a:pt x="0" y="190500"/>
                  </a:moveTo>
                  <a:lnTo>
                    <a:pt x="6038" y="146837"/>
                  </a:lnTo>
                  <a:lnTo>
                    <a:pt x="23237" y="106746"/>
                  </a:lnTo>
                  <a:lnTo>
                    <a:pt x="50225" y="71374"/>
                  </a:lnTo>
                  <a:lnTo>
                    <a:pt x="85628" y="41867"/>
                  </a:lnTo>
                  <a:lnTo>
                    <a:pt x="128073" y="19372"/>
                  </a:lnTo>
                  <a:lnTo>
                    <a:pt x="176188" y="5034"/>
                  </a:lnTo>
                  <a:lnTo>
                    <a:pt x="228600" y="0"/>
                  </a:lnTo>
                  <a:lnTo>
                    <a:pt x="281011" y="5034"/>
                  </a:lnTo>
                  <a:lnTo>
                    <a:pt x="329126" y="19372"/>
                  </a:lnTo>
                  <a:lnTo>
                    <a:pt x="371571" y="41867"/>
                  </a:lnTo>
                  <a:lnTo>
                    <a:pt x="406974" y="71374"/>
                  </a:lnTo>
                  <a:lnTo>
                    <a:pt x="433962" y="106746"/>
                  </a:lnTo>
                  <a:lnTo>
                    <a:pt x="451161" y="146837"/>
                  </a:lnTo>
                  <a:lnTo>
                    <a:pt x="457200" y="190500"/>
                  </a:lnTo>
                  <a:lnTo>
                    <a:pt x="451161" y="234162"/>
                  </a:lnTo>
                  <a:lnTo>
                    <a:pt x="433962" y="274253"/>
                  </a:lnTo>
                  <a:lnTo>
                    <a:pt x="406974" y="309625"/>
                  </a:lnTo>
                  <a:lnTo>
                    <a:pt x="371571" y="339132"/>
                  </a:lnTo>
                  <a:lnTo>
                    <a:pt x="329126" y="361627"/>
                  </a:lnTo>
                  <a:lnTo>
                    <a:pt x="281011" y="375965"/>
                  </a:lnTo>
                  <a:lnTo>
                    <a:pt x="228600" y="381000"/>
                  </a:lnTo>
                  <a:lnTo>
                    <a:pt x="176188" y="375965"/>
                  </a:lnTo>
                  <a:lnTo>
                    <a:pt x="128073" y="361627"/>
                  </a:lnTo>
                  <a:lnTo>
                    <a:pt x="85628" y="339132"/>
                  </a:lnTo>
                  <a:lnTo>
                    <a:pt x="50225" y="309625"/>
                  </a:lnTo>
                  <a:lnTo>
                    <a:pt x="23237" y="274253"/>
                  </a:lnTo>
                  <a:lnTo>
                    <a:pt x="6038" y="234162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70" name="Google Shape;670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7237" y="2586037"/>
              <a:ext cx="161925" cy="161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14"/>
            <p:cNvSpPr/>
            <p:nvPr/>
          </p:nvSpPr>
          <p:spPr>
            <a:xfrm>
              <a:off x="912660" y="2127503"/>
              <a:ext cx="2059305" cy="1301750"/>
            </a:xfrm>
            <a:custGeom>
              <a:avLst/>
              <a:gdLst/>
              <a:ahLst/>
              <a:cxnLst/>
              <a:rect l="l" t="t" r="r" b="b"/>
              <a:pathLst>
                <a:path w="2059305" h="1301750" extrusionOk="0">
                  <a:moveTo>
                    <a:pt x="1601939" y="463296"/>
                  </a:moveTo>
                  <a:lnTo>
                    <a:pt x="1589582" y="451993"/>
                  </a:lnTo>
                  <a:lnTo>
                    <a:pt x="1539074" y="405765"/>
                  </a:lnTo>
                  <a:lnTo>
                    <a:pt x="1530388" y="436308"/>
                  </a:lnTo>
                  <a:lnTo>
                    <a:pt x="3479" y="0"/>
                  </a:lnTo>
                  <a:lnTo>
                    <a:pt x="0" y="12192"/>
                  </a:lnTo>
                  <a:lnTo>
                    <a:pt x="1526921" y="448487"/>
                  </a:lnTo>
                  <a:lnTo>
                    <a:pt x="1518246" y="479044"/>
                  </a:lnTo>
                  <a:lnTo>
                    <a:pt x="1601939" y="463296"/>
                  </a:lnTo>
                  <a:close/>
                </a:path>
                <a:path w="2059305" h="1301750" extrusionOk="0">
                  <a:moveTo>
                    <a:pt x="2059139" y="1110996"/>
                  </a:moveTo>
                  <a:lnTo>
                    <a:pt x="2053094" y="1067333"/>
                  </a:lnTo>
                  <a:lnTo>
                    <a:pt x="2035898" y="1027252"/>
                  </a:lnTo>
                  <a:lnTo>
                    <a:pt x="2008911" y="991882"/>
                  </a:lnTo>
                  <a:lnTo>
                    <a:pt x="1973503" y="962367"/>
                  </a:lnTo>
                  <a:lnTo>
                    <a:pt x="1931060" y="939876"/>
                  </a:lnTo>
                  <a:lnTo>
                    <a:pt x="1882940" y="925537"/>
                  </a:lnTo>
                  <a:lnTo>
                    <a:pt x="1830539" y="920496"/>
                  </a:lnTo>
                  <a:lnTo>
                    <a:pt x="1778127" y="925537"/>
                  </a:lnTo>
                  <a:lnTo>
                    <a:pt x="1730006" y="939876"/>
                  </a:lnTo>
                  <a:lnTo>
                    <a:pt x="1687563" y="962367"/>
                  </a:lnTo>
                  <a:lnTo>
                    <a:pt x="1652155" y="991882"/>
                  </a:lnTo>
                  <a:lnTo>
                    <a:pt x="1625168" y="1027252"/>
                  </a:lnTo>
                  <a:lnTo>
                    <a:pt x="1607972" y="1067333"/>
                  </a:lnTo>
                  <a:lnTo>
                    <a:pt x="1601939" y="1110996"/>
                  </a:lnTo>
                  <a:lnTo>
                    <a:pt x="1607972" y="1154671"/>
                  </a:lnTo>
                  <a:lnTo>
                    <a:pt x="1625168" y="1194752"/>
                  </a:lnTo>
                  <a:lnTo>
                    <a:pt x="1652155" y="1230122"/>
                  </a:lnTo>
                  <a:lnTo>
                    <a:pt x="1687563" y="1259636"/>
                  </a:lnTo>
                  <a:lnTo>
                    <a:pt x="1730006" y="1282128"/>
                  </a:lnTo>
                  <a:lnTo>
                    <a:pt x="1778127" y="1296466"/>
                  </a:lnTo>
                  <a:lnTo>
                    <a:pt x="1830539" y="1301496"/>
                  </a:lnTo>
                  <a:lnTo>
                    <a:pt x="1882940" y="1296466"/>
                  </a:lnTo>
                  <a:lnTo>
                    <a:pt x="1931060" y="1282128"/>
                  </a:lnTo>
                  <a:lnTo>
                    <a:pt x="1973503" y="1259636"/>
                  </a:lnTo>
                  <a:lnTo>
                    <a:pt x="2008911" y="1230122"/>
                  </a:lnTo>
                  <a:lnTo>
                    <a:pt x="2035898" y="1194752"/>
                  </a:lnTo>
                  <a:lnTo>
                    <a:pt x="2053094" y="1154671"/>
                  </a:lnTo>
                  <a:lnTo>
                    <a:pt x="2059139" y="11109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4"/>
            <p:cNvSpPr/>
            <p:nvPr/>
          </p:nvSpPr>
          <p:spPr>
            <a:xfrm>
              <a:off x="2514600" y="30480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 extrusionOk="0">
                  <a:moveTo>
                    <a:pt x="0" y="190500"/>
                  </a:moveTo>
                  <a:lnTo>
                    <a:pt x="6038" y="146837"/>
                  </a:lnTo>
                  <a:lnTo>
                    <a:pt x="23237" y="106746"/>
                  </a:lnTo>
                  <a:lnTo>
                    <a:pt x="50225" y="71374"/>
                  </a:lnTo>
                  <a:lnTo>
                    <a:pt x="85628" y="41867"/>
                  </a:lnTo>
                  <a:lnTo>
                    <a:pt x="128073" y="19372"/>
                  </a:lnTo>
                  <a:lnTo>
                    <a:pt x="176188" y="5034"/>
                  </a:lnTo>
                  <a:lnTo>
                    <a:pt x="228600" y="0"/>
                  </a:lnTo>
                  <a:lnTo>
                    <a:pt x="281011" y="5034"/>
                  </a:lnTo>
                  <a:lnTo>
                    <a:pt x="329126" y="19372"/>
                  </a:lnTo>
                  <a:lnTo>
                    <a:pt x="371571" y="41867"/>
                  </a:lnTo>
                  <a:lnTo>
                    <a:pt x="406974" y="71374"/>
                  </a:lnTo>
                  <a:lnTo>
                    <a:pt x="433962" y="106746"/>
                  </a:lnTo>
                  <a:lnTo>
                    <a:pt x="451161" y="146837"/>
                  </a:lnTo>
                  <a:lnTo>
                    <a:pt x="457200" y="190500"/>
                  </a:lnTo>
                  <a:lnTo>
                    <a:pt x="451161" y="234162"/>
                  </a:lnTo>
                  <a:lnTo>
                    <a:pt x="433962" y="274253"/>
                  </a:lnTo>
                  <a:lnTo>
                    <a:pt x="406974" y="309625"/>
                  </a:lnTo>
                  <a:lnTo>
                    <a:pt x="371571" y="339132"/>
                  </a:lnTo>
                  <a:lnTo>
                    <a:pt x="329126" y="361627"/>
                  </a:lnTo>
                  <a:lnTo>
                    <a:pt x="281011" y="375965"/>
                  </a:lnTo>
                  <a:lnTo>
                    <a:pt x="228600" y="381000"/>
                  </a:lnTo>
                  <a:lnTo>
                    <a:pt x="176188" y="375965"/>
                  </a:lnTo>
                  <a:lnTo>
                    <a:pt x="128073" y="361627"/>
                  </a:lnTo>
                  <a:lnTo>
                    <a:pt x="85628" y="339132"/>
                  </a:lnTo>
                  <a:lnTo>
                    <a:pt x="50225" y="309625"/>
                  </a:lnTo>
                  <a:lnTo>
                    <a:pt x="23237" y="274253"/>
                  </a:lnTo>
                  <a:lnTo>
                    <a:pt x="6038" y="234162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73" name="Google Shape;673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7237" y="3043237"/>
              <a:ext cx="161925" cy="161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4" name="Google Shape;674;p14"/>
            <p:cNvSpPr/>
            <p:nvPr/>
          </p:nvSpPr>
          <p:spPr>
            <a:xfrm>
              <a:off x="910704" y="2128392"/>
              <a:ext cx="2061210" cy="2748915"/>
            </a:xfrm>
            <a:custGeom>
              <a:avLst/>
              <a:gdLst/>
              <a:ahLst/>
              <a:cxnLst/>
              <a:rect l="l" t="t" r="r" b="b"/>
              <a:pathLst>
                <a:path w="2061210" h="2748915" extrusionOk="0">
                  <a:moveTo>
                    <a:pt x="1603895" y="1148207"/>
                  </a:moveTo>
                  <a:lnTo>
                    <a:pt x="1587080" y="1116457"/>
                  </a:lnTo>
                  <a:lnTo>
                    <a:pt x="1564017" y="1072896"/>
                  </a:lnTo>
                  <a:lnTo>
                    <a:pt x="1545513" y="1098765"/>
                  </a:lnTo>
                  <a:lnTo>
                    <a:pt x="7391" y="0"/>
                  </a:lnTo>
                  <a:lnTo>
                    <a:pt x="0" y="10414"/>
                  </a:lnTo>
                  <a:lnTo>
                    <a:pt x="1538147" y="1109065"/>
                  </a:lnTo>
                  <a:lnTo>
                    <a:pt x="1519694" y="1134872"/>
                  </a:lnTo>
                  <a:lnTo>
                    <a:pt x="1603895" y="1148207"/>
                  </a:lnTo>
                  <a:close/>
                </a:path>
                <a:path w="2061210" h="2748915" extrusionOk="0">
                  <a:moveTo>
                    <a:pt x="2061095" y="2557907"/>
                  </a:moveTo>
                  <a:lnTo>
                    <a:pt x="2055050" y="2514244"/>
                  </a:lnTo>
                  <a:lnTo>
                    <a:pt x="2037854" y="2474163"/>
                  </a:lnTo>
                  <a:lnTo>
                    <a:pt x="2010867" y="2438793"/>
                  </a:lnTo>
                  <a:lnTo>
                    <a:pt x="1975459" y="2409279"/>
                  </a:lnTo>
                  <a:lnTo>
                    <a:pt x="1933016" y="2386787"/>
                  </a:lnTo>
                  <a:lnTo>
                    <a:pt x="1884895" y="2372449"/>
                  </a:lnTo>
                  <a:lnTo>
                    <a:pt x="1832495" y="2367407"/>
                  </a:lnTo>
                  <a:lnTo>
                    <a:pt x="1780082" y="2372449"/>
                  </a:lnTo>
                  <a:lnTo>
                    <a:pt x="1731962" y="2386787"/>
                  </a:lnTo>
                  <a:lnTo>
                    <a:pt x="1689519" y="2409279"/>
                  </a:lnTo>
                  <a:lnTo>
                    <a:pt x="1654111" y="2438793"/>
                  </a:lnTo>
                  <a:lnTo>
                    <a:pt x="1627124" y="2474163"/>
                  </a:lnTo>
                  <a:lnTo>
                    <a:pt x="1609928" y="2514244"/>
                  </a:lnTo>
                  <a:lnTo>
                    <a:pt x="1603895" y="2557907"/>
                  </a:lnTo>
                  <a:lnTo>
                    <a:pt x="1609928" y="2601582"/>
                  </a:lnTo>
                  <a:lnTo>
                    <a:pt x="1627124" y="2641663"/>
                  </a:lnTo>
                  <a:lnTo>
                    <a:pt x="1654111" y="2677033"/>
                  </a:lnTo>
                  <a:lnTo>
                    <a:pt x="1689519" y="2706547"/>
                  </a:lnTo>
                  <a:lnTo>
                    <a:pt x="1731962" y="2729039"/>
                  </a:lnTo>
                  <a:lnTo>
                    <a:pt x="1780082" y="2743377"/>
                  </a:lnTo>
                  <a:lnTo>
                    <a:pt x="1832495" y="2748407"/>
                  </a:lnTo>
                  <a:lnTo>
                    <a:pt x="1884895" y="2743377"/>
                  </a:lnTo>
                  <a:lnTo>
                    <a:pt x="1933016" y="2729039"/>
                  </a:lnTo>
                  <a:lnTo>
                    <a:pt x="1975459" y="2706547"/>
                  </a:lnTo>
                  <a:lnTo>
                    <a:pt x="2010867" y="2677033"/>
                  </a:lnTo>
                  <a:lnTo>
                    <a:pt x="2037854" y="2641663"/>
                  </a:lnTo>
                  <a:lnTo>
                    <a:pt x="2055050" y="2601582"/>
                  </a:lnTo>
                  <a:lnTo>
                    <a:pt x="2061095" y="25579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4"/>
            <p:cNvSpPr/>
            <p:nvPr/>
          </p:nvSpPr>
          <p:spPr>
            <a:xfrm>
              <a:off x="2514600" y="44958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 extrusionOk="0">
                  <a:moveTo>
                    <a:pt x="0" y="190500"/>
                  </a:moveTo>
                  <a:lnTo>
                    <a:pt x="6038" y="146837"/>
                  </a:lnTo>
                  <a:lnTo>
                    <a:pt x="23237" y="106746"/>
                  </a:lnTo>
                  <a:lnTo>
                    <a:pt x="50225" y="71374"/>
                  </a:lnTo>
                  <a:lnTo>
                    <a:pt x="85628" y="41867"/>
                  </a:lnTo>
                  <a:lnTo>
                    <a:pt x="128073" y="19372"/>
                  </a:lnTo>
                  <a:lnTo>
                    <a:pt x="176188" y="5034"/>
                  </a:lnTo>
                  <a:lnTo>
                    <a:pt x="228600" y="0"/>
                  </a:lnTo>
                  <a:lnTo>
                    <a:pt x="281011" y="5034"/>
                  </a:lnTo>
                  <a:lnTo>
                    <a:pt x="329126" y="19372"/>
                  </a:lnTo>
                  <a:lnTo>
                    <a:pt x="371571" y="41867"/>
                  </a:lnTo>
                  <a:lnTo>
                    <a:pt x="406974" y="71374"/>
                  </a:lnTo>
                  <a:lnTo>
                    <a:pt x="433962" y="106746"/>
                  </a:lnTo>
                  <a:lnTo>
                    <a:pt x="451161" y="146837"/>
                  </a:lnTo>
                  <a:lnTo>
                    <a:pt x="457200" y="190500"/>
                  </a:lnTo>
                  <a:lnTo>
                    <a:pt x="451161" y="234162"/>
                  </a:lnTo>
                  <a:lnTo>
                    <a:pt x="433962" y="274253"/>
                  </a:lnTo>
                  <a:lnTo>
                    <a:pt x="406974" y="309625"/>
                  </a:lnTo>
                  <a:lnTo>
                    <a:pt x="371571" y="339132"/>
                  </a:lnTo>
                  <a:lnTo>
                    <a:pt x="329126" y="361627"/>
                  </a:lnTo>
                  <a:lnTo>
                    <a:pt x="281011" y="375965"/>
                  </a:lnTo>
                  <a:lnTo>
                    <a:pt x="228600" y="381000"/>
                  </a:lnTo>
                  <a:lnTo>
                    <a:pt x="176188" y="375965"/>
                  </a:lnTo>
                  <a:lnTo>
                    <a:pt x="128073" y="361627"/>
                  </a:lnTo>
                  <a:lnTo>
                    <a:pt x="85628" y="339132"/>
                  </a:lnTo>
                  <a:lnTo>
                    <a:pt x="50225" y="309625"/>
                  </a:lnTo>
                  <a:lnTo>
                    <a:pt x="23237" y="274253"/>
                  </a:lnTo>
                  <a:lnTo>
                    <a:pt x="6038" y="234162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676" name="Google Shape;676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7237" y="4643437"/>
              <a:ext cx="161925" cy="161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7" name="Google Shape;677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33437" y="3729037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8" name="Google Shape;678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33437" y="3881437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9" name="Google Shape;679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33437" y="4033837"/>
              <a:ext cx="85725" cy="8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0" name="Google Shape;680;p14"/>
            <p:cNvSpPr/>
            <p:nvPr/>
          </p:nvSpPr>
          <p:spPr>
            <a:xfrm>
              <a:off x="908913" y="1828799"/>
              <a:ext cx="4272915" cy="2933700"/>
            </a:xfrm>
            <a:custGeom>
              <a:avLst/>
              <a:gdLst/>
              <a:ahLst/>
              <a:cxnLst/>
              <a:rect l="l" t="t" r="r" b="b"/>
              <a:pathLst>
                <a:path w="4272915" h="2933700" extrusionOk="0">
                  <a:moveTo>
                    <a:pt x="1605686" y="152400"/>
                  </a:moveTo>
                  <a:lnTo>
                    <a:pt x="1559534" y="149720"/>
                  </a:lnTo>
                  <a:lnTo>
                    <a:pt x="1559534" y="218973"/>
                  </a:lnTo>
                  <a:lnTo>
                    <a:pt x="1236192" y="773264"/>
                  </a:lnTo>
                  <a:lnTo>
                    <a:pt x="1228547" y="773633"/>
                  </a:lnTo>
                  <a:lnTo>
                    <a:pt x="1228547" y="786371"/>
                  </a:lnTo>
                  <a:lnTo>
                    <a:pt x="1159967" y="903947"/>
                  </a:lnTo>
                  <a:lnTo>
                    <a:pt x="1150302" y="907173"/>
                  </a:lnTo>
                  <a:lnTo>
                    <a:pt x="1150302" y="920521"/>
                  </a:lnTo>
                  <a:lnTo>
                    <a:pt x="984681" y="1204417"/>
                  </a:lnTo>
                  <a:lnTo>
                    <a:pt x="978166" y="1201940"/>
                  </a:lnTo>
                  <a:lnTo>
                    <a:pt x="978166" y="1215605"/>
                  </a:lnTo>
                  <a:lnTo>
                    <a:pt x="886383" y="1372933"/>
                  </a:lnTo>
                  <a:lnTo>
                    <a:pt x="879348" y="1372273"/>
                  </a:lnTo>
                  <a:lnTo>
                    <a:pt x="879348" y="1384998"/>
                  </a:lnTo>
                  <a:lnTo>
                    <a:pt x="782561" y="1550911"/>
                  </a:lnTo>
                  <a:lnTo>
                    <a:pt x="775322" y="1539201"/>
                  </a:lnTo>
                  <a:lnTo>
                    <a:pt x="775322" y="1563319"/>
                  </a:lnTo>
                  <a:lnTo>
                    <a:pt x="690537" y="1708670"/>
                  </a:lnTo>
                  <a:lnTo>
                    <a:pt x="683628" y="1699793"/>
                  </a:lnTo>
                  <a:lnTo>
                    <a:pt x="683628" y="1720507"/>
                  </a:lnTo>
                  <a:lnTo>
                    <a:pt x="593699" y="1874672"/>
                  </a:lnTo>
                  <a:lnTo>
                    <a:pt x="22440" y="1303426"/>
                  </a:lnTo>
                  <a:lnTo>
                    <a:pt x="386156" y="1338046"/>
                  </a:lnTo>
                  <a:lnTo>
                    <a:pt x="683628" y="1720507"/>
                  </a:lnTo>
                  <a:lnTo>
                    <a:pt x="683628" y="1699793"/>
                  </a:lnTo>
                  <a:lnTo>
                    <a:pt x="403580" y="1339710"/>
                  </a:lnTo>
                  <a:lnTo>
                    <a:pt x="651802" y="1363332"/>
                  </a:lnTo>
                  <a:lnTo>
                    <a:pt x="775322" y="1563319"/>
                  </a:lnTo>
                  <a:lnTo>
                    <a:pt x="775322" y="1539201"/>
                  </a:lnTo>
                  <a:lnTo>
                    <a:pt x="667639" y="1364843"/>
                  </a:lnTo>
                  <a:lnTo>
                    <a:pt x="879348" y="1384998"/>
                  </a:lnTo>
                  <a:lnTo>
                    <a:pt x="879348" y="1372273"/>
                  </a:lnTo>
                  <a:lnTo>
                    <a:pt x="659269" y="1351292"/>
                  </a:lnTo>
                  <a:lnTo>
                    <a:pt x="643420" y="1325638"/>
                  </a:lnTo>
                  <a:lnTo>
                    <a:pt x="643420" y="1349781"/>
                  </a:lnTo>
                  <a:lnTo>
                    <a:pt x="392836" y="1325905"/>
                  </a:lnTo>
                  <a:lnTo>
                    <a:pt x="375424" y="1303515"/>
                  </a:lnTo>
                  <a:lnTo>
                    <a:pt x="375424" y="1324241"/>
                  </a:lnTo>
                  <a:lnTo>
                    <a:pt x="35915" y="1291894"/>
                  </a:lnTo>
                  <a:lnTo>
                    <a:pt x="285559" y="1208697"/>
                  </a:lnTo>
                  <a:lnTo>
                    <a:pt x="375424" y="1324241"/>
                  </a:lnTo>
                  <a:lnTo>
                    <a:pt x="375424" y="1303515"/>
                  </a:lnTo>
                  <a:lnTo>
                    <a:pt x="298373" y="1204429"/>
                  </a:lnTo>
                  <a:lnTo>
                    <a:pt x="510082" y="1133881"/>
                  </a:lnTo>
                  <a:lnTo>
                    <a:pt x="643420" y="1349781"/>
                  </a:lnTo>
                  <a:lnTo>
                    <a:pt x="643420" y="1325638"/>
                  </a:lnTo>
                  <a:lnTo>
                    <a:pt x="522439" y="1129753"/>
                  </a:lnTo>
                  <a:lnTo>
                    <a:pt x="645325" y="1088796"/>
                  </a:lnTo>
                  <a:lnTo>
                    <a:pt x="978166" y="1215605"/>
                  </a:lnTo>
                  <a:lnTo>
                    <a:pt x="978166" y="1201940"/>
                  </a:lnTo>
                  <a:lnTo>
                    <a:pt x="664464" y="1082421"/>
                  </a:lnTo>
                  <a:lnTo>
                    <a:pt x="1150302" y="920521"/>
                  </a:lnTo>
                  <a:lnTo>
                    <a:pt x="1150302" y="907173"/>
                  </a:lnTo>
                  <a:lnTo>
                    <a:pt x="645820" y="1075321"/>
                  </a:lnTo>
                  <a:lnTo>
                    <a:pt x="626681" y="1068031"/>
                  </a:lnTo>
                  <a:lnTo>
                    <a:pt x="626681" y="1081697"/>
                  </a:lnTo>
                  <a:lnTo>
                    <a:pt x="515620" y="1118717"/>
                  </a:lnTo>
                  <a:lnTo>
                    <a:pt x="503262" y="1098715"/>
                  </a:lnTo>
                  <a:lnTo>
                    <a:pt x="503262" y="1122845"/>
                  </a:lnTo>
                  <a:lnTo>
                    <a:pt x="290169" y="1193876"/>
                  </a:lnTo>
                  <a:lnTo>
                    <a:pt x="277342" y="1177391"/>
                  </a:lnTo>
                  <a:lnTo>
                    <a:pt x="277342" y="1198143"/>
                  </a:lnTo>
                  <a:lnTo>
                    <a:pt x="43497" y="1276096"/>
                  </a:lnTo>
                  <a:lnTo>
                    <a:pt x="232803" y="1140866"/>
                  </a:lnTo>
                  <a:lnTo>
                    <a:pt x="277342" y="1198143"/>
                  </a:lnTo>
                  <a:lnTo>
                    <a:pt x="277342" y="1177391"/>
                  </a:lnTo>
                  <a:lnTo>
                    <a:pt x="243179" y="1133449"/>
                  </a:lnTo>
                  <a:lnTo>
                    <a:pt x="423811" y="1004417"/>
                  </a:lnTo>
                  <a:lnTo>
                    <a:pt x="432066" y="1007554"/>
                  </a:lnTo>
                  <a:lnTo>
                    <a:pt x="503262" y="1122845"/>
                  </a:lnTo>
                  <a:lnTo>
                    <a:pt x="503262" y="1098715"/>
                  </a:lnTo>
                  <a:lnTo>
                    <a:pt x="451548" y="1014971"/>
                  </a:lnTo>
                  <a:lnTo>
                    <a:pt x="626681" y="1081697"/>
                  </a:lnTo>
                  <a:lnTo>
                    <a:pt x="626681" y="1068031"/>
                  </a:lnTo>
                  <a:lnTo>
                    <a:pt x="440512" y="997102"/>
                  </a:lnTo>
                  <a:lnTo>
                    <a:pt x="438531" y="993902"/>
                  </a:lnTo>
                  <a:lnTo>
                    <a:pt x="693407" y="811834"/>
                  </a:lnTo>
                  <a:lnTo>
                    <a:pt x="1228547" y="786371"/>
                  </a:lnTo>
                  <a:lnTo>
                    <a:pt x="1228547" y="773633"/>
                  </a:lnTo>
                  <a:lnTo>
                    <a:pt x="712508" y="798195"/>
                  </a:lnTo>
                  <a:lnTo>
                    <a:pt x="1543710" y="204419"/>
                  </a:lnTo>
                  <a:lnTo>
                    <a:pt x="1545539" y="205498"/>
                  </a:lnTo>
                  <a:lnTo>
                    <a:pt x="1550695" y="217424"/>
                  </a:lnTo>
                  <a:lnTo>
                    <a:pt x="1554886" y="212471"/>
                  </a:lnTo>
                  <a:lnTo>
                    <a:pt x="1559534" y="218973"/>
                  </a:lnTo>
                  <a:lnTo>
                    <a:pt x="1559534" y="149720"/>
                  </a:lnTo>
                  <a:lnTo>
                    <a:pt x="1539646" y="148564"/>
                  </a:lnTo>
                  <a:lnTo>
                    <a:pt x="1539646" y="191770"/>
                  </a:lnTo>
                  <a:lnTo>
                    <a:pt x="689051" y="799312"/>
                  </a:lnTo>
                  <a:lnTo>
                    <a:pt x="669963" y="800227"/>
                  </a:lnTo>
                  <a:lnTo>
                    <a:pt x="669963" y="812952"/>
                  </a:lnTo>
                  <a:lnTo>
                    <a:pt x="431812" y="983043"/>
                  </a:lnTo>
                  <a:lnTo>
                    <a:pt x="421030" y="965593"/>
                  </a:lnTo>
                  <a:lnTo>
                    <a:pt x="421030" y="989672"/>
                  </a:lnTo>
                  <a:lnTo>
                    <a:pt x="409511" y="985291"/>
                  </a:lnTo>
                  <a:lnTo>
                    <a:pt x="409511" y="998969"/>
                  </a:lnTo>
                  <a:lnTo>
                    <a:pt x="235343" y="1123378"/>
                  </a:lnTo>
                  <a:lnTo>
                    <a:pt x="24511" y="852284"/>
                  </a:lnTo>
                  <a:lnTo>
                    <a:pt x="409511" y="998969"/>
                  </a:lnTo>
                  <a:lnTo>
                    <a:pt x="409511" y="985291"/>
                  </a:lnTo>
                  <a:lnTo>
                    <a:pt x="36271" y="843102"/>
                  </a:lnTo>
                  <a:lnTo>
                    <a:pt x="322110" y="829500"/>
                  </a:lnTo>
                  <a:lnTo>
                    <a:pt x="421030" y="989672"/>
                  </a:lnTo>
                  <a:lnTo>
                    <a:pt x="421030" y="965593"/>
                  </a:lnTo>
                  <a:lnTo>
                    <a:pt x="336575" y="828814"/>
                  </a:lnTo>
                  <a:lnTo>
                    <a:pt x="669963" y="812952"/>
                  </a:lnTo>
                  <a:lnTo>
                    <a:pt x="669963" y="800227"/>
                  </a:lnTo>
                  <a:lnTo>
                    <a:pt x="328930" y="816444"/>
                  </a:lnTo>
                  <a:lnTo>
                    <a:pt x="314464" y="793026"/>
                  </a:lnTo>
                  <a:lnTo>
                    <a:pt x="314464" y="817130"/>
                  </a:lnTo>
                  <a:lnTo>
                    <a:pt x="40335" y="830186"/>
                  </a:lnTo>
                  <a:lnTo>
                    <a:pt x="263474" y="734555"/>
                  </a:lnTo>
                  <a:lnTo>
                    <a:pt x="314464" y="817130"/>
                  </a:lnTo>
                  <a:lnTo>
                    <a:pt x="314464" y="793026"/>
                  </a:lnTo>
                  <a:lnTo>
                    <a:pt x="275247" y="729513"/>
                  </a:lnTo>
                  <a:lnTo>
                    <a:pt x="1537716" y="188455"/>
                  </a:lnTo>
                  <a:lnTo>
                    <a:pt x="1538986" y="190246"/>
                  </a:lnTo>
                  <a:lnTo>
                    <a:pt x="1539646" y="191770"/>
                  </a:lnTo>
                  <a:lnTo>
                    <a:pt x="1539646" y="148564"/>
                  </a:lnTo>
                  <a:lnTo>
                    <a:pt x="1520596" y="147447"/>
                  </a:lnTo>
                  <a:lnTo>
                    <a:pt x="1528013" y="164706"/>
                  </a:lnTo>
                  <a:lnTo>
                    <a:pt x="1521485" y="165735"/>
                  </a:lnTo>
                  <a:lnTo>
                    <a:pt x="1530159" y="177888"/>
                  </a:lnTo>
                  <a:lnTo>
                    <a:pt x="268490" y="718578"/>
                  </a:lnTo>
                  <a:lnTo>
                    <a:pt x="10883" y="301498"/>
                  </a:lnTo>
                  <a:lnTo>
                    <a:pt x="88" y="308102"/>
                  </a:lnTo>
                  <a:lnTo>
                    <a:pt x="256717" y="723620"/>
                  </a:lnTo>
                  <a:lnTo>
                    <a:pt x="2984" y="832358"/>
                  </a:lnTo>
                  <a:lnTo>
                    <a:pt x="5486" y="838200"/>
                  </a:lnTo>
                  <a:lnTo>
                    <a:pt x="469" y="842137"/>
                  </a:lnTo>
                  <a:lnTo>
                    <a:pt x="224967" y="1130782"/>
                  </a:lnTo>
                  <a:lnTo>
                    <a:pt x="1790" y="1290193"/>
                  </a:lnTo>
                  <a:lnTo>
                    <a:pt x="5486" y="1295400"/>
                  </a:lnTo>
                  <a:lnTo>
                    <a:pt x="990" y="1299845"/>
                  </a:lnTo>
                  <a:lnTo>
                    <a:pt x="587095" y="1885988"/>
                  </a:lnTo>
                  <a:lnTo>
                    <a:pt x="0" y="2892425"/>
                  </a:lnTo>
                  <a:lnTo>
                    <a:pt x="5486" y="2895600"/>
                  </a:lnTo>
                  <a:lnTo>
                    <a:pt x="5486" y="2901950"/>
                  </a:lnTo>
                  <a:lnTo>
                    <a:pt x="1529486" y="2901950"/>
                  </a:lnTo>
                  <a:lnTo>
                    <a:pt x="1529486" y="2933700"/>
                  </a:lnTo>
                  <a:lnTo>
                    <a:pt x="1592986" y="2901950"/>
                  </a:lnTo>
                  <a:lnTo>
                    <a:pt x="1605686" y="2895600"/>
                  </a:lnTo>
                  <a:lnTo>
                    <a:pt x="1601127" y="2844927"/>
                  </a:lnTo>
                  <a:lnTo>
                    <a:pt x="1598066" y="2810764"/>
                  </a:lnTo>
                  <a:lnTo>
                    <a:pt x="1589697" y="2815920"/>
                  </a:lnTo>
                  <a:lnTo>
                    <a:pt x="1588922" y="2812034"/>
                  </a:lnTo>
                  <a:lnTo>
                    <a:pt x="1580108" y="2818904"/>
                  </a:lnTo>
                  <a:lnTo>
                    <a:pt x="1578762" y="2814828"/>
                  </a:lnTo>
                  <a:lnTo>
                    <a:pt x="1569186" y="2824403"/>
                  </a:lnTo>
                  <a:lnTo>
                    <a:pt x="1544713" y="2784792"/>
                  </a:lnTo>
                  <a:lnTo>
                    <a:pt x="1544713" y="2843657"/>
                  </a:lnTo>
                  <a:lnTo>
                    <a:pt x="1533169" y="2850769"/>
                  </a:lnTo>
                  <a:lnTo>
                    <a:pt x="1536560" y="2852877"/>
                  </a:lnTo>
                  <a:lnTo>
                    <a:pt x="1530184" y="2857855"/>
                  </a:lnTo>
                  <a:lnTo>
                    <a:pt x="1529486" y="2857500"/>
                  </a:lnTo>
                  <a:lnTo>
                    <a:pt x="1529486" y="2858401"/>
                  </a:lnTo>
                  <a:lnTo>
                    <a:pt x="1528851" y="2858897"/>
                  </a:lnTo>
                  <a:lnTo>
                    <a:pt x="1529486" y="2859201"/>
                  </a:lnTo>
                  <a:lnTo>
                    <a:pt x="1529486" y="2864104"/>
                  </a:lnTo>
                  <a:lnTo>
                    <a:pt x="1524914" y="2868676"/>
                  </a:lnTo>
                  <a:lnTo>
                    <a:pt x="1529486" y="2870200"/>
                  </a:lnTo>
                  <a:lnTo>
                    <a:pt x="1529486" y="2889250"/>
                  </a:lnTo>
                  <a:lnTo>
                    <a:pt x="21945" y="2889250"/>
                  </a:lnTo>
                  <a:lnTo>
                    <a:pt x="845337" y="2144268"/>
                  </a:lnTo>
                  <a:lnTo>
                    <a:pt x="1544713" y="2843657"/>
                  </a:lnTo>
                  <a:lnTo>
                    <a:pt x="1544713" y="2784792"/>
                  </a:lnTo>
                  <a:lnTo>
                    <a:pt x="1538452" y="2774658"/>
                  </a:lnTo>
                  <a:lnTo>
                    <a:pt x="1538452" y="2798826"/>
                  </a:lnTo>
                  <a:lnTo>
                    <a:pt x="1538122" y="2798407"/>
                  </a:lnTo>
                  <a:lnTo>
                    <a:pt x="1538122" y="2819057"/>
                  </a:lnTo>
                  <a:lnTo>
                    <a:pt x="854760" y="2135746"/>
                  </a:lnTo>
                  <a:lnTo>
                    <a:pt x="943876" y="2055114"/>
                  </a:lnTo>
                  <a:lnTo>
                    <a:pt x="1538122" y="2819057"/>
                  </a:lnTo>
                  <a:lnTo>
                    <a:pt x="1538122" y="2798407"/>
                  </a:lnTo>
                  <a:lnTo>
                    <a:pt x="953325" y="2046566"/>
                  </a:lnTo>
                  <a:lnTo>
                    <a:pt x="1030592" y="1976653"/>
                  </a:lnTo>
                  <a:lnTo>
                    <a:pt x="1538452" y="2798826"/>
                  </a:lnTo>
                  <a:lnTo>
                    <a:pt x="1538452" y="2774658"/>
                  </a:lnTo>
                  <a:lnTo>
                    <a:pt x="1040168" y="1967992"/>
                  </a:lnTo>
                  <a:lnTo>
                    <a:pt x="1553413" y="1503616"/>
                  </a:lnTo>
                  <a:lnTo>
                    <a:pt x="1574698" y="1527175"/>
                  </a:lnTo>
                  <a:lnTo>
                    <a:pt x="1590903" y="1485646"/>
                  </a:lnTo>
                  <a:lnTo>
                    <a:pt x="1605686" y="1447800"/>
                  </a:lnTo>
                  <a:lnTo>
                    <a:pt x="1590395" y="1431163"/>
                  </a:lnTo>
                  <a:lnTo>
                    <a:pt x="1548028" y="1385062"/>
                  </a:lnTo>
                  <a:lnTo>
                    <a:pt x="1544904" y="1393291"/>
                  </a:lnTo>
                  <a:lnTo>
                    <a:pt x="1544904" y="1494218"/>
                  </a:lnTo>
                  <a:lnTo>
                    <a:pt x="1033399" y="1957019"/>
                  </a:lnTo>
                  <a:lnTo>
                    <a:pt x="1023823" y="1941525"/>
                  </a:lnTo>
                  <a:lnTo>
                    <a:pt x="1023823" y="1965680"/>
                  </a:lnTo>
                  <a:lnTo>
                    <a:pt x="945527" y="2036521"/>
                  </a:lnTo>
                  <a:lnTo>
                    <a:pt x="936078" y="2024380"/>
                  </a:lnTo>
                  <a:lnTo>
                    <a:pt x="936078" y="2045081"/>
                  </a:lnTo>
                  <a:lnTo>
                    <a:pt x="845781" y="2126767"/>
                  </a:lnTo>
                  <a:lnTo>
                    <a:pt x="836358" y="2117344"/>
                  </a:lnTo>
                  <a:lnTo>
                    <a:pt x="836358" y="2135289"/>
                  </a:lnTo>
                  <a:lnTo>
                    <a:pt x="50126" y="2846667"/>
                  </a:lnTo>
                  <a:lnTo>
                    <a:pt x="691959" y="1990877"/>
                  </a:lnTo>
                  <a:lnTo>
                    <a:pt x="836358" y="2135289"/>
                  </a:lnTo>
                  <a:lnTo>
                    <a:pt x="836358" y="2117344"/>
                  </a:lnTo>
                  <a:lnTo>
                    <a:pt x="699643" y="1980628"/>
                  </a:lnTo>
                  <a:lnTo>
                    <a:pt x="791108" y="1858695"/>
                  </a:lnTo>
                  <a:lnTo>
                    <a:pt x="936078" y="2045081"/>
                  </a:lnTo>
                  <a:lnTo>
                    <a:pt x="936078" y="2024380"/>
                  </a:lnTo>
                  <a:lnTo>
                    <a:pt x="799007" y="1848142"/>
                  </a:lnTo>
                  <a:lnTo>
                    <a:pt x="882484" y="1736852"/>
                  </a:lnTo>
                  <a:lnTo>
                    <a:pt x="1023823" y="1965680"/>
                  </a:lnTo>
                  <a:lnTo>
                    <a:pt x="1023823" y="1941525"/>
                  </a:lnTo>
                  <a:lnTo>
                    <a:pt x="890663" y="1725942"/>
                  </a:lnTo>
                  <a:lnTo>
                    <a:pt x="1128572" y="1408734"/>
                  </a:lnTo>
                  <a:lnTo>
                    <a:pt x="1524723" y="1446428"/>
                  </a:lnTo>
                  <a:lnTo>
                    <a:pt x="1520977" y="1456309"/>
                  </a:lnTo>
                  <a:lnTo>
                    <a:pt x="1528356" y="1455572"/>
                  </a:lnTo>
                  <a:lnTo>
                    <a:pt x="1527009" y="1469720"/>
                  </a:lnTo>
                  <a:lnTo>
                    <a:pt x="1523644" y="1470660"/>
                  </a:lnTo>
                  <a:lnTo>
                    <a:pt x="1526616" y="1473962"/>
                  </a:lnTo>
                  <a:lnTo>
                    <a:pt x="1526184" y="1478534"/>
                  </a:lnTo>
                  <a:lnTo>
                    <a:pt x="1529562" y="1477225"/>
                  </a:lnTo>
                  <a:lnTo>
                    <a:pt x="1544904" y="1494218"/>
                  </a:lnTo>
                  <a:lnTo>
                    <a:pt x="1544904" y="1393291"/>
                  </a:lnTo>
                  <a:lnTo>
                    <a:pt x="1539836" y="1406613"/>
                  </a:lnTo>
                  <a:lnTo>
                    <a:pt x="1533423" y="1402588"/>
                  </a:lnTo>
                  <a:lnTo>
                    <a:pt x="1532420" y="1413052"/>
                  </a:lnTo>
                  <a:lnTo>
                    <a:pt x="1531162" y="1412582"/>
                  </a:lnTo>
                  <a:lnTo>
                    <a:pt x="1531162" y="1426260"/>
                  </a:lnTo>
                  <a:lnTo>
                    <a:pt x="1530756" y="1430540"/>
                  </a:lnTo>
                  <a:lnTo>
                    <a:pt x="1529372" y="1434185"/>
                  </a:lnTo>
                  <a:lnTo>
                    <a:pt x="1137475" y="1396860"/>
                  </a:lnTo>
                  <a:lnTo>
                    <a:pt x="1207808" y="1303096"/>
                  </a:lnTo>
                  <a:lnTo>
                    <a:pt x="1531162" y="1426260"/>
                  </a:lnTo>
                  <a:lnTo>
                    <a:pt x="1531162" y="1412582"/>
                  </a:lnTo>
                  <a:lnTo>
                    <a:pt x="1215783" y="1292453"/>
                  </a:lnTo>
                  <a:lnTo>
                    <a:pt x="1565046" y="826770"/>
                  </a:lnTo>
                  <a:lnTo>
                    <a:pt x="1590446" y="845820"/>
                  </a:lnTo>
                  <a:lnTo>
                    <a:pt x="1597139" y="808990"/>
                  </a:lnTo>
                  <a:lnTo>
                    <a:pt x="1605686" y="762000"/>
                  </a:lnTo>
                  <a:lnTo>
                    <a:pt x="1598193" y="758698"/>
                  </a:lnTo>
                  <a:lnTo>
                    <a:pt x="1554886" y="739584"/>
                  </a:lnTo>
                  <a:lnTo>
                    <a:pt x="1554886" y="819150"/>
                  </a:lnTo>
                  <a:lnTo>
                    <a:pt x="1203439" y="1287741"/>
                  </a:lnTo>
                  <a:lnTo>
                    <a:pt x="1195463" y="1284706"/>
                  </a:lnTo>
                  <a:lnTo>
                    <a:pt x="1195463" y="1298384"/>
                  </a:lnTo>
                  <a:lnTo>
                    <a:pt x="1122667" y="1395450"/>
                  </a:lnTo>
                  <a:lnTo>
                    <a:pt x="1113764" y="1394612"/>
                  </a:lnTo>
                  <a:lnTo>
                    <a:pt x="1113764" y="1407312"/>
                  </a:lnTo>
                  <a:lnTo>
                    <a:pt x="883500" y="1714334"/>
                  </a:lnTo>
                  <a:lnTo>
                    <a:pt x="875322" y="1701101"/>
                  </a:lnTo>
                  <a:lnTo>
                    <a:pt x="875322" y="1725244"/>
                  </a:lnTo>
                  <a:lnTo>
                    <a:pt x="790930" y="1837753"/>
                  </a:lnTo>
                  <a:lnTo>
                    <a:pt x="783018" y="1827580"/>
                  </a:lnTo>
                  <a:lnTo>
                    <a:pt x="783018" y="1848294"/>
                  </a:lnTo>
                  <a:lnTo>
                    <a:pt x="690575" y="1971560"/>
                  </a:lnTo>
                  <a:lnTo>
                    <a:pt x="682891" y="1963877"/>
                  </a:lnTo>
                  <a:lnTo>
                    <a:pt x="682891" y="1981809"/>
                  </a:lnTo>
                  <a:lnTo>
                    <a:pt x="66281" y="2803956"/>
                  </a:lnTo>
                  <a:lnTo>
                    <a:pt x="596353" y="1895246"/>
                  </a:lnTo>
                  <a:lnTo>
                    <a:pt x="682891" y="1981809"/>
                  </a:lnTo>
                  <a:lnTo>
                    <a:pt x="682891" y="1963877"/>
                  </a:lnTo>
                  <a:lnTo>
                    <a:pt x="602957" y="1883930"/>
                  </a:lnTo>
                  <a:lnTo>
                    <a:pt x="691997" y="1731264"/>
                  </a:lnTo>
                  <a:lnTo>
                    <a:pt x="783018" y="1848294"/>
                  </a:lnTo>
                  <a:lnTo>
                    <a:pt x="783018" y="1827580"/>
                  </a:lnTo>
                  <a:lnTo>
                    <a:pt x="698906" y="1719427"/>
                  </a:lnTo>
                  <a:lnTo>
                    <a:pt x="782853" y="1575523"/>
                  </a:lnTo>
                  <a:lnTo>
                    <a:pt x="875322" y="1725244"/>
                  </a:lnTo>
                  <a:lnTo>
                    <a:pt x="875322" y="1701101"/>
                  </a:lnTo>
                  <a:lnTo>
                    <a:pt x="790092" y="1563103"/>
                  </a:lnTo>
                  <a:lnTo>
                    <a:pt x="893216" y="1386319"/>
                  </a:lnTo>
                  <a:lnTo>
                    <a:pt x="1113764" y="1407312"/>
                  </a:lnTo>
                  <a:lnTo>
                    <a:pt x="1113764" y="1394612"/>
                  </a:lnTo>
                  <a:lnTo>
                    <a:pt x="900252" y="1374254"/>
                  </a:lnTo>
                  <a:lnTo>
                    <a:pt x="990142" y="1220165"/>
                  </a:lnTo>
                  <a:lnTo>
                    <a:pt x="1195463" y="1298384"/>
                  </a:lnTo>
                  <a:lnTo>
                    <a:pt x="1195463" y="1284706"/>
                  </a:lnTo>
                  <a:lnTo>
                    <a:pt x="996670" y="1208976"/>
                  </a:lnTo>
                  <a:lnTo>
                    <a:pt x="1168463" y="914463"/>
                  </a:lnTo>
                  <a:lnTo>
                    <a:pt x="1530896" y="793673"/>
                  </a:lnTo>
                  <a:lnTo>
                    <a:pt x="1531162" y="799261"/>
                  </a:lnTo>
                  <a:lnTo>
                    <a:pt x="1529486" y="800100"/>
                  </a:lnTo>
                  <a:lnTo>
                    <a:pt x="1531277" y="801458"/>
                  </a:lnTo>
                  <a:lnTo>
                    <a:pt x="1531391" y="803656"/>
                  </a:lnTo>
                  <a:lnTo>
                    <a:pt x="1533004" y="802754"/>
                  </a:lnTo>
                  <a:lnTo>
                    <a:pt x="1540967" y="808723"/>
                  </a:lnTo>
                  <a:lnTo>
                    <a:pt x="1545488" y="822198"/>
                  </a:lnTo>
                  <a:lnTo>
                    <a:pt x="1551254" y="816432"/>
                  </a:lnTo>
                  <a:lnTo>
                    <a:pt x="1554886" y="819150"/>
                  </a:lnTo>
                  <a:lnTo>
                    <a:pt x="1554886" y="739584"/>
                  </a:lnTo>
                  <a:lnTo>
                    <a:pt x="1530261" y="728713"/>
                  </a:lnTo>
                  <a:lnTo>
                    <a:pt x="1530261" y="780503"/>
                  </a:lnTo>
                  <a:lnTo>
                    <a:pt x="1178128" y="897890"/>
                  </a:lnTo>
                  <a:lnTo>
                    <a:pt x="1243596" y="785647"/>
                  </a:lnTo>
                  <a:lnTo>
                    <a:pt x="1528737" y="772071"/>
                  </a:lnTo>
                  <a:lnTo>
                    <a:pt x="1530045" y="775970"/>
                  </a:lnTo>
                  <a:lnTo>
                    <a:pt x="1530261" y="780503"/>
                  </a:lnTo>
                  <a:lnTo>
                    <a:pt x="1530261" y="728713"/>
                  </a:lnTo>
                  <a:lnTo>
                    <a:pt x="1527708" y="727583"/>
                  </a:lnTo>
                  <a:lnTo>
                    <a:pt x="1528826" y="751014"/>
                  </a:lnTo>
                  <a:lnTo>
                    <a:pt x="1521358" y="749935"/>
                  </a:lnTo>
                  <a:lnTo>
                    <a:pt x="1524558" y="759536"/>
                  </a:lnTo>
                  <a:lnTo>
                    <a:pt x="1251242" y="772553"/>
                  </a:lnTo>
                  <a:lnTo>
                    <a:pt x="1572768" y="221361"/>
                  </a:lnTo>
                  <a:lnTo>
                    <a:pt x="1600225" y="237363"/>
                  </a:lnTo>
                  <a:lnTo>
                    <a:pt x="1602359" y="204089"/>
                  </a:lnTo>
                  <a:lnTo>
                    <a:pt x="1605686" y="152400"/>
                  </a:lnTo>
                  <a:close/>
                </a:path>
                <a:path w="4272915" h="2933700" extrusionOk="0">
                  <a:moveTo>
                    <a:pt x="4272686" y="190500"/>
                  </a:moveTo>
                  <a:lnTo>
                    <a:pt x="4266641" y="146837"/>
                  </a:lnTo>
                  <a:lnTo>
                    <a:pt x="4249445" y="106756"/>
                  </a:lnTo>
                  <a:lnTo>
                    <a:pt x="4222458" y="71386"/>
                  </a:lnTo>
                  <a:lnTo>
                    <a:pt x="4187050" y="41871"/>
                  </a:lnTo>
                  <a:lnTo>
                    <a:pt x="4144607" y="19380"/>
                  </a:lnTo>
                  <a:lnTo>
                    <a:pt x="4096486" y="5041"/>
                  </a:lnTo>
                  <a:lnTo>
                    <a:pt x="4044086" y="0"/>
                  </a:lnTo>
                  <a:lnTo>
                    <a:pt x="3991673" y="5041"/>
                  </a:lnTo>
                  <a:lnTo>
                    <a:pt x="3943553" y="19380"/>
                  </a:lnTo>
                  <a:lnTo>
                    <a:pt x="3901109" y="41871"/>
                  </a:lnTo>
                  <a:lnTo>
                    <a:pt x="3865702" y="71386"/>
                  </a:lnTo>
                  <a:lnTo>
                    <a:pt x="3838714" y="106756"/>
                  </a:lnTo>
                  <a:lnTo>
                    <a:pt x="3821519" y="146837"/>
                  </a:lnTo>
                  <a:lnTo>
                    <a:pt x="3815486" y="190500"/>
                  </a:lnTo>
                  <a:lnTo>
                    <a:pt x="3821519" y="234175"/>
                  </a:lnTo>
                  <a:lnTo>
                    <a:pt x="3838714" y="274256"/>
                  </a:lnTo>
                  <a:lnTo>
                    <a:pt x="3865702" y="309626"/>
                  </a:lnTo>
                  <a:lnTo>
                    <a:pt x="3901109" y="339140"/>
                  </a:lnTo>
                  <a:lnTo>
                    <a:pt x="3943553" y="361632"/>
                  </a:lnTo>
                  <a:lnTo>
                    <a:pt x="3991673" y="375970"/>
                  </a:lnTo>
                  <a:lnTo>
                    <a:pt x="4044086" y="381000"/>
                  </a:lnTo>
                  <a:lnTo>
                    <a:pt x="4096486" y="375970"/>
                  </a:lnTo>
                  <a:lnTo>
                    <a:pt x="4144607" y="361632"/>
                  </a:lnTo>
                  <a:lnTo>
                    <a:pt x="4187050" y="339140"/>
                  </a:lnTo>
                  <a:lnTo>
                    <a:pt x="4222458" y="309626"/>
                  </a:lnTo>
                  <a:lnTo>
                    <a:pt x="4249445" y="274256"/>
                  </a:lnTo>
                  <a:lnTo>
                    <a:pt x="4266641" y="234175"/>
                  </a:lnTo>
                  <a:lnTo>
                    <a:pt x="4272686" y="190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4"/>
            <p:cNvSpPr/>
            <p:nvPr/>
          </p:nvSpPr>
          <p:spPr>
            <a:xfrm>
              <a:off x="4724400" y="18288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 extrusionOk="0">
                  <a:moveTo>
                    <a:pt x="0" y="190500"/>
                  </a:moveTo>
                  <a:lnTo>
                    <a:pt x="6038" y="146837"/>
                  </a:lnTo>
                  <a:lnTo>
                    <a:pt x="23237" y="106746"/>
                  </a:lnTo>
                  <a:lnTo>
                    <a:pt x="50225" y="71374"/>
                  </a:lnTo>
                  <a:lnTo>
                    <a:pt x="85628" y="41867"/>
                  </a:lnTo>
                  <a:lnTo>
                    <a:pt x="128073" y="19372"/>
                  </a:lnTo>
                  <a:lnTo>
                    <a:pt x="176188" y="5034"/>
                  </a:lnTo>
                  <a:lnTo>
                    <a:pt x="228600" y="0"/>
                  </a:lnTo>
                  <a:lnTo>
                    <a:pt x="281011" y="5034"/>
                  </a:lnTo>
                  <a:lnTo>
                    <a:pt x="329126" y="19372"/>
                  </a:lnTo>
                  <a:lnTo>
                    <a:pt x="371571" y="41867"/>
                  </a:lnTo>
                  <a:lnTo>
                    <a:pt x="406974" y="71374"/>
                  </a:lnTo>
                  <a:lnTo>
                    <a:pt x="433962" y="106746"/>
                  </a:lnTo>
                  <a:lnTo>
                    <a:pt x="451161" y="146837"/>
                  </a:lnTo>
                  <a:lnTo>
                    <a:pt x="457200" y="190500"/>
                  </a:lnTo>
                  <a:lnTo>
                    <a:pt x="451161" y="234162"/>
                  </a:lnTo>
                  <a:lnTo>
                    <a:pt x="433962" y="274253"/>
                  </a:lnTo>
                  <a:lnTo>
                    <a:pt x="406974" y="309625"/>
                  </a:lnTo>
                  <a:lnTo>
                    <a:pt x="371571" y="339132"/>
                  </a:lnTo>
                  <a:lnTo>
                    <a:pt x="329126" y="361627"/>
                  </a:lnTo>
                  <a:lnTo>
                    <a:pt x="281011" y="375965"/>
                  </a:lnTo>
                  <a:lnTo>
                    <a:pt x="228600" y="381000"/>
                  </a:lnTo>
                  <a:lnTo>
                    <a:pt x="176188" y="375965"/>
                  </a:lnTo>
                  <a:lnTo>
                    <a:pt x="128073" y="361627"/>
                  </a:lnTo>
                  <a:lnTo>
                    <a:pt x="85628" y="339132"/>
                  </a:lnTo>
                  <a:lnTo>
                    <a:pt x="50225" y="309625"/>
                  </a:lnTo>
                  <a:lnTo>
                    <a:pt x="23237" y="274253"/>
                  </a:lnTo>
                  <a:lnTo>
                    <a:pt x="6038" y="234162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4"/>
            <p:cNvSpPr/>
            <p:nvPr/>
          </p:nvSpPr>
          <p:spPr>
            <a:xfrm>
              <a:off x="2971800" y="1943099"/>
              <a:ext cx="2209800" cy="876300"/>
            </a:xfrm>
            <a:custGeom>
              <a:avLst/>
              <a:gdLst/>
              <a:ahLst/>
              <a:cxnLst/>
              <a:rect l="l" t="t" r="r" b="b"/>
              <a:pathLst>
                <a:path w="2209800" h="876300" extrusionOk="0">
                  <a:moveTo>
                    <a:pt x="1752600" y="38100"/>
                  </a:moveTo>
                  <a:lnTo>
                    <a:pt x="1739900" y="31750"/>
                  </a:lnTo>
                  <a:lnTo>
                    <a:pt x="1676400" y="0"/>
                  </a:lnTo>
                  <a:lnTo>
                    <a:pt x="167640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1676400" y="44450"/>
                  </a:lnTo>
                  <a:lnTo>
                    <a:pt x="1676400" y="76200"/>
                  </a:lnTo>
                  <a:lnTo>
                    <a:pt x="1739900" y="44450"/>
                  </a:lnTo>
                  <a:lnTo>
                    <a:pt x="1752600" y="38100"/>
                  </a:lnTo>
                  <a:close/>
                </a:path>
                <a:path w="2209800" h="876300" extrusionOk="0">
                  <a:moveTo>
                    <a:pt x="2209800" y="685800"/>
                  </a:moveTo>
                  <a:lnTo>
                    <a:pt x="2203754" y="642137"/>
                  </a:lnTo>
                  <a:lnTo>
                    <a:pt x="2186559" y="602056"/>
                  </a:lnTo>
                  <a:lnTo>
                    <a:pt x="2159571" y="566686"/>
                  </a:lnTo>
                  <a:lnTo>
                    <a:pt x="2124164" y="537171"/>
                  </a:lnTo>
                  <a:lnTo>
                    <a:pt x="2081720" y="514680"/>
                  </a:lnTo>
                  <a:lnTo>
                    <a:pt x="2033600" y="500341"/>
                  </a:lnTo>
                  <a:lnTo>
                    <a:pt x="1981200" y="495300"/>
                  </a:lnTo>
                  <a:lnTo>
                    <a:pt x="1928787" y="500341"/>
                  </a:lnTo>
                  <a:lnTo>
                    <a:pt x="1880666" y="514680"/>
                  </a:lnTo>
                  <a:lnTo>
                    <a:pt x="1838223" y="537171"/>
                  </a:lnTo>
                  <a:lnTo>
                    <a:pt x="1802815" y="566686"/>
                  </a:lnTo>
                  <a:lnTo>
                    <a:pt x="1775828" y="602056"/>
                  </a:lnTo>
                  <a:lnTo>
                    <a:pt x="1758632" y="642137"/>
                  </a:lnTo>
                  <a:lnTo>
                    <a:pt x="1752600" y="685800"/>
                  </a:lnTo>
                  <a:lnTo>
                    <a:pt x="1758632" y="729475"/>
                  </a:lnTo>
                  <a:lnTo>
                    <a:pt x="1775828" y="769556"/>
                  </a:lnTo>
                  <a:lnTo>
                    <a:pt x="1802815" y="804926"/>
                  </a:lnTo>
                  <a:lnTo>
                    <a:pt x="1838223" y="834440"/>
                  </a:lnTo>
                  <a:lnTo>
                    <a:pt x="1880666" y="856932"/>
                  </a:lnTo>
                  <a:lnTo>
                    <a:pt x="1928787" y="871270"/>
                  </a:lnTo>
                  <a:lnTo>
                    <a:pt x="1981200" y="876300"/>
                  </a:lnTo>
                  <a:lnTo>
                    <a:pt x="2033600" y="871270"/>
                  </a:lnTo>
                  <a:lnTo>
                    <a:pt x="2081720" y="856932"/>
                  </a:lnTo>
                  <a:lnTo>
                    <a:pt x="2124164" y="834440"/>
                  </a:lnTo>
                  <a:lnTo>
                    <a:pt x="2159571" y="804926"/>
                  </a:lnTo>
                  <a:lnTo>
                    <a:pt x="2186559" y="769556"/>
                  </a:lnTo>
                  <a:lnTo>
                    <a:pt x="2203754" y="729475"/>
                  </a:lnTo>
                  <a:lnTo>
                    <a:pt x="2209800" y="6858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14"/>
            <p:cNvSpPr/>
            <p:nvPr/>
          </p:nvSpPr>
          <p:spPr>
            <a:xfrm>
              <a:off x="4724400" y="24384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 extrusionOk="0">
                  <a:moveTo>
                    <a:pt x="0" y="190500"/>
                  </a:moveTo>
                  <a:lnTo>
                    <a:pt x="6038" y="146837"/>
                  </a:lnTo>
                  <a:lnTo>
                    <a:pt x="23237" y="106746"/>
                  </a:lnTo>
                  <a:lnTo>
                    <a:pt x="50225" y="71374"/>
                  </a:lnTo>
                  <a:lnTo>
                    <a:pt x="85628" y="41867"/>
                  </a:lnTo>
                  <a:lnTo>
                    <a:pt x="128073" y="19372"/>
                  </a:lnTo>
                  <a:lnTo>
                    <a:pt x="176188" y="5034"/>
                  </a:lnTo>
                  <a:lnTo>
                    <a:pt x="228600" y="0"/>
                  </a:lnTo>
                  <a:lnTo>
                    <a:pt x="281011" y="5034"/>
                  </a:lnTo>
                  <a:lnTo>
                    <a:pt x="329126" y="19372"/>
                  </a:lnTo>
                  <a:lnTo>
                    <a:pt x="371571" y="41867"/>
                  </a:lnTo>
                  <a:lnTo>
                    <a:pt x="406974" y="71374"/>
                  </a:lnTo>
                  <a:lnTo>
                    <a:pt x="433962" y="106746"/>
                  </a:lnTo>
                  <a:lnTo>
                    <a:pt x="451161" y="146837"/>
                  </a:lnTo>
                  <a:lnTo>
                    <a:pt x="457200" y="190500"/>
                  </a:lnTo>
                  <a:lnTo>
                    <a:pt x="451161" y="234162"/>
                  </a:lnTo>
                  <a:lnTo>
                    <a:pt x="433962" y="274253"/>
                  </a:lnTo>
                  <a:lnTo>
                    <a:pt x="406974" y="309625"/>
                  </a:lnTo>
                  <a:lnTo>
                    <a:pt x="371571" y="339132"/>
                  </a:lnTo>
                  <a:lnTo>
                    <a:pt x="329126" y="361627"/>
                  </a:lnTo>
                  <a:lnTo>
                    <a:pt x="281011" y="375965"/>
                  </a:lnTo>
                  <a:lnTo>
                    <a:pt x="228600" y="381000"/>
                  </a:lnTo>
                  <a:lnTo>
                    <a:pt x="176188" y="375965"/>
                  </a:lnTo>
                  <a:lnTo>
                    <a:pt x="128073" y="361627"/>
                  </a:lnTo>
                  <a:lnTo>
                    <a:pt x="85628" y="339132"/>
                  </a:lnTo>
                  <a:lnTo>
                    <a:pt x="50225" y="309625"/>
                  </a:lnTo>
                  <a:lnTo>
                    <a:pt x="23237" y="274253"/>
                  </a:lnTo>
                  <a:lnTo>
                    <a:pt x="6038" y="234162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4"/>
            <p:cNvSpPr/>
            <p:nvPr/>
          </p:nvSpPr>
          <p:spPr>
            <a:xfrm>
              <a:off x="2969514" y="1975230"/>
              <a:ext cx="2212340" cy="1454150"/>
            </a:xfrm>
            <a:custGeom>
              <a:avLst/>
              <a:gdLst/>
              <a:ahLst/>
              <a:cxnLst/>
              <a:rect l="l" t="t" r="r" b="b"/>
              <a:pathLst>
                <a:path w="2212340" h="1454150" extrusionOk="0">
                  <a:moveTo>
                    <a:pt x="1754886" y="691769"/>
                  </a:moveTo>
                  <a:lnTo>
                    <a:pt x="1739303" y="674497"/>
                  </a:lnTo>
                  <a:lnTo>
                    <a:pt x="1697863" y="628523"/>
                  </a:lnTo>
                  <a:lnTo>
                    <a:pt x="1686280" y="658063"/>
                  </a:lnTo>
                  <a:lnTo>
                    <a:pt x="4572" y="0"/>
                  </a:lnTo>
                  <a:lnTo>
                    <a:pt x="0" y="11938"/>
                  </a:lnTo>
                  <a:lnTo>
                    <a:pt x="1681645" y="669899"/>
                  </a:lnTo>
                  <a:lnTo>
                    <a:pt x="1670050" y="699516"/>
                  </a:lnTo>
                  <a:lnTo>
                    <a:pt x="1754886" y="691769"/>
                  </a:lnTo>
                  <a:close/>
                </a:path>
                <a:path w="2212340" h="1454150" extrusionOk="0">
                  <a:moveTo>
                    <a:pt x="2212086" y="1263269"/>
                  </a:moveTo>
                  <a:lnTo>
                    <a:pt x="2206040" y="1219606"/>
                  </a:lnTo>
                  <a:lnTo>
                    <a:pt x="2188845" y="1179525"/>
                  </a:lnTo>
                  <a:lnTo>
                    <a:pt x="2161857" y="1144155"/>
                  </a:lnTo>
                  <a:lnTo>
                    <a:pt x="2126450" y="1114640"/>
                  </a:lnTo>
                  <a:lnTo>
                    <a:pt x="2084006" y="1092149"/>
                  </a:lnTo>
                  <a:lnTo>
                    <a:pt x="2035886" y="1077810"/>
                  </a:lnTo>
                  <a:lnTo>
                    <a:pt x="1983486" y="1072769"/>
                  </a:lnTo>
                  <a:lnTo>
                    <a:pt x="1931073" y="1077810"/>
                  </a:lnTo>
                  <a:lnTo>
                    <a:pt x="1882952" y="1092149"/>
                  </a:lnTo>
                  <a:lnTo>
                    <a:pt x="1840509" y="1114640"/>
                  </a:lnTo>
                  <a:lnTo>
                    <a:pt x="1805101" y="1144155"/>
                  </a:lnTo>
                  <a:lnTo>
                    <a:pt x="1778114" y="1179525"/>
                  </a:lnTo>
                  <a:lnTo>
                    <a:pt x="1760918" y="1219606"/>
                  </a:lnTo>
                  <a:lnTo>
                    <a:pt x="1754886" y="1263269"/>
                  </a:lnTo>
                  <a:lnTo>
                    <a:pt x="1760918" y="1306944"/>
                  </a:lnTo>
                  <a:lnTo>
                    <a:pt x="1778114" y="1347025"/>
                  </a:lnTo>
                  <a:lnTo>
                    <a:pt x="1805101" y="1382395"/>
                  </a:lnTo>
                  <a:lnTo>
                    <a:pt x="1840509" y="1411909"/>
                  </a:lnTo>
                  <a:lnTo>
                    <a:pt x="1882952" y="1434401"/>
                  </a:lnTo>
                  <a:lnTo>
                    <a:pt x="1931073" y="1448739"/>
                  </a:lnTo>
                  <a:lnTo>
                    <a:pt x="1983486" y="1453769"/>
                  </a:lnTo>
                  <a:lnTo>
                    <a:pt x="2035886" y="1448739"/>
                  </a:lnTo>
                  <a:lnTo>
                    <a:pt x="2084006" y="1434401"/>
                  </a:lnTo>
                  <a:lnTo>
                    <a:pt x="2126450" y="1411909"/>
                  </a:lnTo>
                  <a:lnTo>
                    <a:pt x="2161857" y="1382395"/>
                  </a:lnTo>
                  <a:lnTo>
                    <a:pt x="2188845" y="1347025"/>
                  </a:lnTo>
                  <a:lnTo>
                    <a:pt x="2206040" y="1306944"/>
                  </a:lnTo>
                  <a:lnTo>
                    <a:pt x="2212086" y="12632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4"/>
            <p:cNvSpPr/>
            <p:nvPr/>
          </p:nvSpPr>
          <p:spPr>
            <a:xfrm>
              <a:off x="4724400" y="30480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 extrusionOk="0">
                  <a:moveTo>
                    <a:pt x="0" y="190500"/>
                  </a:moveTo>
                  <a:lnTo>
                    <a:pt x="6038" y="146837"/>
                  </a:lnTo>
                  <a:lnTo>
                    <a:pt x="23237" y="106746"/>
                  </a:lnTo>
                  <a:lnTo>
                    <a:pt x="50225" y="71374"/>
                  </a:lnTo>
                  <a:lnTo>
                    <a:pt x="85628" y="41867"/>
                  </a:lnTo>
                  <a:lnTo>
                    <a:pt x="128073" y="19372"/>
                  </a:lnTo>
                  <a:lnTo>
                    <a:pt x="176188" y="5034"/>
                  </a:lnTo>
                  <a:lnTo>
                    <a:pt x="228600" y="0"/>
                  </a:lnTo>
                  <a:lnTo>
                    <a:pt x="281011" y="5034"/>
                  </a:lnTo>
                  <a:lnTo>
                    <a:pt x="329126" y="19372"/>
                  </a:lnTo>
                  <a:lnTo>
                    <a:pt x="371571" y="41867"/>
                  </a:lnTo>
                  <a:lnTo>
                    <a:pt x="406974" y="71374"/>
                  </a:lnTo>
                  <a:lnTo>
                    <a:pt x="433962" y="106746"/>
                  </a:lnTo>
                  <a:lnTo>
                    <a:pt x="451161" y="146837"/>
                  </a:lnTo>
                  <a:lnTo>
                    <a:pt x="457200" y="190500"/>
                  </a:lnTo>
                  <a:lnTo>
                    <a:pt x="451161" y="234162"/>
                  </a:lnTo>
                  <a:lnTo>
                    <a:pt x="433962" y="274253"/>
                  </a:lnTo>
                  <a:lnTo>
                    <a:pt x="406974" y="309625"/>
                  </a:lnTo>
                  <a:lnTo>
                    <a:pt x="371571" y="339132"/>
                  </a:lnTo>
                  <a:lnTo>
                    <a:pt x="329126" y="361627"/>
                  </a:lnTo>
                  <a:lnTo>
                    <a:pt x="281011" y="375965"/>
                  </a:lnTo>
                  <a:lnTo>
                    <a:pt x="228600" y="381000"/>
                  </a:lnTo>
                  <a:lnTo>
                    <a:pt x="176188" y="375965"/>
                  </a:lnTo>
                  <a:lnTo>
                    <a:pt x="128073" y="361627"/>
                  </a:lnTo>
                  <a:lnTo>
                    <a:pt x="85628" y="339132"/>
                  </a:lnTo>
                  <a:lnTo>
                    <a:pt x="50225" y="309625"/>
                  </a:lnTo>
                  <a:lnTo>
                    <a:pt x="23237" y="274253"/>
                  </a:lnTo>
                  <a:lnTo>
                    <a:pt x="6038" y="234162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14"/>
            <p:cNvSpPr/>
            <p:nvPr/>
          </p:nvSpPr>
          <p:spPr>
            <a:xfrm>
              <a:off x="2967990" y="1976119"/>
              <a:ext cx="2213610" cy="2900680"/>
            </a:xfrm>
            <a:custGeom>
              <a:avLst/>
              <a:gdLst/>
              <a:ahLst/>
              <a:cxnLst/>
              <a:rect l="l" t="t" r="r" b="b"/>
              <a:pathLst>
                <a:path w="2213610" h="2900679" extrusionOk="0">
                  <a:moveTo>
                    <a:pt x="1756410" y="1300480"/>
                  </a:moveTo>
                  <a:lnTo>
                    <a:pt x="1739811" y="1267841"/>
                  </a:lnTo>
                  <a:lnTo>
                    <a:pt x="1717802" y="1224534"/>
                  </a:lnTo>
                  <a:lnTo>
                    <a:pt x="1698904" y="1250099"/>
                  </a:lnTo>
                  <a:lnTo>
                    <a:pt x="7620" y="0"/>
                  </a:lnTo>
                  <a:lnTo>
                    <a:pt x="0" y="10160"/>
                  </a:lnTo>
                  <a:lnTo>
                    <a:pt x="1691347" y="1260322"/>
                  </a:lnTo>
                  <a:lnTo>
                    <a:pt x="1672463" y="1285875"/>
                  </a:lnTo>
                  <a:lnTo>
                    <a:pt x="1756410" y="1300480"/>
                  </a:lnTo>
                  <a:close/>
                </a:path>
                <a:path w="2213610" h="2900679" extrusionOk="0">
                  <a:moveTo>
                    <a:pt x="2213610" y="2710180"/>
                  </a:moveTo>
                  <a:lnTo>
                    <a:pt x="2207564" y="2666517"/>
                  </a:lnTo>
                  <a:lnTo>
                    <a:pt x="2190369" y="2626436"/>
                  </a:lnTo>
                  <a:lnTo>
                    <a:pt x="2163381" y="2591066"/>
                  </a:lnTo>
                  <a:lnTo>
                    <a:pt x="2127974" y="2561552"/>
                  </a:lnTo>
                  <a:lnTo>
                    <a:pt x="2085530" y="2539060"/>
                  </a:lnTo>
                  <a:lnTo>
                    <a:pt x="2037410" y="2524722"/>
                  </a:lnTo>
                  <a:lnTo>
                    <a:pt x="1985010" y="2519680"/>
                  </a:lnTo>
                  <a:lnTo>
                    <a:pt x="1932597" y="2524722"/>
                  </a:lnTo>
                  <a:lnTo>
                    <a:pt x="1884476" y="2539060"/>
                  </a:lnTo>
                  <a:lnTo>
                    <a:pt x="1842033" y="2561552"/>
                  </a:lnTo>
                  <a:lnTo>
                    <a:pt x="1806625" y="2591066"/>
                  </a:lnTo>
                  <a:lnTo>
                    <a:pt x="1779638" y="2626436"/>
                  </a:lnTo>
                  <a:lnTo>
                    <a:pt x="1762442" y="2666517"/>
                  </a:lnTo>
                  <a:lnTo>
                    <a:pt x="1756410" y="2710180"/>
                  </a:lnTo>
                  <a:lnTo>
                    <a:pt x="1762442" y="2753855"/>
                  </a:lnTo>
                  <a:lnTo>
                    <a:pt x="1779638" y="2793936"/>
                  </a:lnTo>
                  <a:lnTo>
                    <a:pt x="1806625" y="2829306"/>
                  </a:lnTo>
                  <a:lnTo>
                    <a:pt x="1842033" y="2858820"/>
                  </a:lnTo>
                  <a:lnTo>
                    <a:pt x="1884476" y="2881312"/>
                  </a:lnTo>
                  <a:lnTo>
                    <a:pt x="1932597" y="2895650"/>
                  </a:lnTo>
                  <a:lnTo>
                    <a:pt x="1985010" y="2900680"/>
                  </a:lnTo>
                  <a:lnTo>
                    <a:pt x="2037410" y="2895650"/>
                  </a:lnTo>
                  <a:lnTo>
                    <a:pt x="2085530" y="2881312"/>
                  </a:lnTo>
                  <a:lnTo>
                    <a:pt x="2127974" y="2858820"/>
                  </a:lnTo>
                  <a:lnTo>
                    <a:pt x="2163381" y="2829306"/>
                  </a:lnTo>
                  <a:lnTo>
                    <a:pt x="2190369" y="2793936"/>
                  </a:lnTo>
                  <a:lnTo>
                    <a:pt x="2207564" y="2753855"/>
                  </a:lnTo>
                  <a:lnTo>
                    <a:pt x="2213610" y="27101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14"/>
            <p:cNvSpPr/>
            <p:nvPr/>
          </p:nvSpPr>
          <p:spPr>
            <a:xfrm>
              <a:off x="4724400" y="44958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 extrusionOk="0">
                  <a:moveTo>
                    <a:pt x="0" y="190500"/>
                  </a:moveTo>
                  <a:lnTo>
                    <a:pt x="6038" y="146837"/>
                  </a:lnTo>
                  <a:lnTo>
                    <a:pt x="23237" y="106746"/>
                  </a:lnTo>
                  <a:lnTo>
                    <a:pt x="50225" y="71374"/>
                  </a:lnTo>
                  <a:lnTo>
                    <a:pt x="85628" y="41867"/>
                  </a:lnTo>
                  <a:lnTo>
                    <a:pt x="128073" y="19372"/>
                  </a:lnTo>
                  <a:lnTo>
                    <a:pt x="176188" y="5034"/>
                  </a:lnTo>
                  <a:lnTo>
                    <a:pt x="228600" y="0"/>
                  </a:lnTo>
                  <a:lnTo>
                    <a:pt x="281011" y="5034"/>
                  </a:lnTo>
                  <a:lnTo>
                    <a:pt x="329126" y="19372"/>
                  </a:lnTo>
                  <a:lnTo>
                    <a:pt x="371571" y="41867"/>
                  </a:lnTo>
                  <a:lnTo>
                    <a:pt x="406974" y="71374"/>
                  </a:lnTo>
                  <a:lnTo>
                    <a:pt x="433962" y="106746"/>
                  </a:lnTo>
                  <a:lnTo>
                    <a:pt x="451161" y="146837"/>
                  </a:lnTo>
                  <a:lnTo>
                    <a:pt x="457200" y="190500"/>
                  </a:lnTo>
                  <a:lnTo>
                    <a:pt x="451161" y="234162"/>
                  </a:lnTo>
                  <a:lnTo>
                    <a:pt x="433962" y="274253"/>
                  </a:lnTo>
                  <a:lnTo>
                    <a:pt x="406974" y="309625"/>
                  </a:lnTo>
                  <a:lnTo>
                    <a:pt x="371571" y="339132"/>
                  </a:lnTo>
                  <a:lnTo>
                    <a:pt x="329126" y="361627"/>
                  </a:lnTo>
                  <a:lnTo>
                    <a:pt x="281011" y="375965"/>
                  </a:lnTo>
                  <a:lnTo>
                    <a:pt x="228600" y="381000"/>
                  </a:lnTo>
                  <a:lnTo>
                    <a:pt x="176188" y="375965"/>
                  </a:lnTo>
                  <a:lnTo>
                    <a:pt x="128073" y="361627"/>
                  </a:lnTo>
                  <a:lnTo>
                    <a:pt x="85628" y="339132"/>
                  </a:lnTo>
                  <a:lnTo>
                    <a:pt x="50225" y="309625"/>
                  </a:lnTo>
                  <a:lnTo>
                    <a:pt x="23237" y="274253"/>
                  </a:lnTo>
                  <a:lnTo>
                    <a:pt x="6038" y="234162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4"/>
            <p:cNvSpPr/>
            <p:nvPr/>
          </p:nvSpPr>
          <p:spPr>
            <a:xfrm>
              <a:off x="2966466" y="1973452"/>
              <a:ext cx="3968115" cy="2789555"/>
            </a:xfrm>
            <a:custGeom>
              <a:avLst/>
              <a:gdLst/>
              <a:ahLst/>
              <a:cxnLst/>
              <a:rect l="l" t="t" r="r" b="b"/>
              <a:pathLst>
                <a:path w="3968115" h="2789554" extrusionOk="0">
                  <a:moveTo>
                    <a:pt x="1757934" y="7747"/>
                  </a:moveTo>
                  <a:lnTo>
                    <a:pt x="1711566" y="3517"/>
                  </a:lnTo>
                  <a:lnTo>
                    <a:pt x="1711566" y="68541"/>
                  </a:lnTo>
                  <a:lnTo>
                    <a:pt x="1316304" y="687197"/>
                  </a:lnTo>
                  <a:lnTo>
                    <a:pt x="1308188" y="687197"/>
                  </a:lnTo>
                  <a:lnTo>
                    <a:pt x="1308188" y="699897"/>
                  </a:lnTo>
                  <a:lnTo>
                    <a:pt x="1209929" y="853706"/>
                  </a:lnTo>
                  <a:lnTo>
                    <a:pt x="1199426" y="856907"/>
                  </a:lnTo>
                  <a:lnTo>
                    <a:pt x="1199426" y="870153"/>
                  </a:lnTo>
                  <a:lnTo>
                    <a:pt x="1078090" y="1060056"/>
                  </a:lnTo>
                  <a:lnTo>
                    <a:pt x="1071105" y="1057630"/>
                  </a:lnTo>
                  <a:lnTo>
                    <a:pt x="1071105" y="1071003"/>
                  </a:lnTo>
                  <a:lnTo>
                    <a:pt x="949325" y="1261618"/>
                  </a:lnTo>
                  <a:lnTo>
                    <a:pt x="941412" y="1261275"/>
                  </a:lnTo>
                  <a:lnTo>
                    <a:pt x="941412" y="1274000"/>
                  </a:lnTo>
                  <a:lnTo>
                    <a:pt x="881595" y="1367624"/>
                  </a:lnTo>
                  <a:lnTo>
                    <a:pt x="874077" y="1355864"/>
                  </a:lnTo>
                  <a:lnTo>
                    <a:pt x="874077" y="1379385"/>
                  </a:lnTo>
                  <a:lnTo>
                    <a:pt x="755688" y="1564703"/>
                  </a:lnTo>
                  <a:lnTo>
                    <a:pt x="748563" y="1556346"/>
                  </a:lnTo>
                  <a:lnTo>
                    <a:pt x="748563" y="1575841"/>
                  </a:lnTo>
                  <a:lnTo>
                    <a:pt x="629894" y="1761591"/>
                  </a:lnTo>
                  <a:lnTo>
                    <a:pt x="23279" y="1234097"/>
                  </a:lnTo>
                  <a:lnTo>
                    <a:pt x="474154" y="1253693"/>
                  </a:lnTo>
                  <a:lnTo>
                    <a:pt x="748563" y="1575841"/>
                  </a:lnTo>
                  <a:lnTo>
                    <a:pt x="748563" y="1556346"/>
                  </a:lnTo>
                  <a:lnTo>
                    <a:pt x="491388" y="1254442"/>
                  </a:lnTo>
                  <a:lnTo>
                    <a:pt x="802906" y="1267980"/>
                  </a:lnTo>
                  <a:lnTo>
                    <a:pt x="874077" y="1379385"/>
                  </a:lnTo>
                  <a:lnTo>
                    <a:pt x="874077" y="1355864"/>
                  </a:lnTo>
                  <a:lnTo>
                    <a:pt x="818375" y="1268653"/>
                  </a:lnTo>
                  <a:lnTo>
                    <a:pt x="941412" y="1274000"/>
                  </a:lnTo>
                  <a:lnTo>
                    <a:pt x="941412" y="1261275"/>
                  </a:lnTo>
                  <a:lnTo>
                    <a:pt x="810018" y="1255560"/>
                  </a:lnTo>
                  <a:lnTo>
                    <a:pt x="794550" y="1231353"/>
                  </a:lnTo>
                  <a:lnTo>
                    <a:pt x="794550" y="1254887"/>
                  </a:lnTo>
                  <a:lnTo>
                    <a:pt x="480136" y="1241221"/>
                  </a:lnTo>
                  <a:lnTo>
                    <a:pt x="462902" y="1221003"/>
                  </a:lnTo>
                  <a:lnTo>
                    <a:pt x="462902" y="1240472"/>
                  </a:lnTo>
                  <a:lnTo>
                    <a:pt x="42811" y="1222222"/>
                  </a:lnTo>
                  <a:lnTo>
                    <a:pt x="364058" y="1124432"/>
                  </a:lnTo>
                  <a:lnTo>
                    <a:pt x="462902" y="1240472"/>
                  </a:lnTo>
                  <a:lnTo>
                    <a:pt x="462902" y="1221003"/>
                  </a:lnTo>
                  <a:lnTo>
                    <a:pt x="377228" y="1120419"/>
                  </a:lnTo>
                  <a:lnTo>
                    <a:pt x="654685" y="1035964"/>
                  </a:lnTo>
                  <a:lnTo>
                    <a:pt x="794550" y="1254887"/>
                  </a:lnTo>
                  <a:lnTo>
                    <a:pt x="794550" y="1231353"/>
                  </a:lnTo>
                  <a:lnTo>
                    <a:pt x="667270" y="1032129"/>
                  </a:lnTo>
                  <a:lnTo>
                    <a:pt x="823061" y="984707"/>
                  </a:lnTo>
                  <a:lnTo>
                    <a:pt x="1071105" y="1071003"/>
                  </a:lnTo>
                  <a:lnTo>
                    <a:pt x="1071105" y="1057630"/>
                  </a:lnTo>
                  <a:lnTo>
                    <a:pt x="843559" y="978471"/>
                  </a:lnTo>
                  <a:lnTo>
                    <a:pt x="1199426" y="870153"/>
                  </a:lnTo>
                  <a:lnTo>
                    <a:pt x="1199426" y="856907"/>
                  </a:lnTo>
                  <a:lnTo>
                    <a:pt x="823214" y="971384"/>
                  </a:lnTo>
                  <a:lnTo>
                    <a:pt x="802716" y="964260"/>
                  </a:lnTo>
                  <a:lnTo>
                    <a:pt x="802716" y="977633"/>
                  </a:lnTo>
                  <a:lnTo>
                    <a:pt x="660171" y="1021003"/>
                  </a:lnTo>
                  <a:lnTo>
                    <a:pt x="647585" y="1001306"/>
                  </a:lnTo>
                  <a:lnTo>
                    <a:pt x="647585" y="1024839"/>
                  </a:lnTo>
                  <a:lnTo>
                    <a:pt x="368211" y="1109853"/>
                  </a:lnTo>
                  <a:lnTo>
                    <a:pt x="355053" y="1094409"/>
                  </a:lnTo>
                  <a:lnTo>
                    <a:pt x="355053" y="1113853"/>
                  </a:lnTo>
                  <a:lnTo>
                    <a:pt x="39458" y="1209890"/>
                  </a:lnTo>
                  <a:lnTo>
                    <a:pt x="284848" y="1031430"/>
                  </a:lnTo>
                  <a:lnTo>
                    <a:pt x="355053" y="1113853"/>
                  </a:lnTo>
                  <a:lnTo>
                    <a:pt x="355053" y="1094409"/>
                  </a:lnTo>
                  <a:lnTo>
                    <a:pt x="295084" y="1023988"/>
                  </a:lnTo>
                  <a:lnTo>
                    <a:pt x="502450" y="873175"/>
                  </a:lnTo>
                  <a:lnTo>
                    <a:pt x="564476" y="894740"/>
                  </a:lnTo>
                  <a:lnTo>
                    <a:pt x="647585" y="1024839"/>
                  </a:lnTo>
                  <a:lnTo>
                    <a:pt x="647585" y="1001306"/>
                  </a:lnTo>
                  <a:lnTo>
                    <a:pt x="583806" y="901471"/>
                  </a:lnTo>
                  <a:lnTo>
                    <a:pt x="802716" y="977633"/>
                  </a:lnTo>
                  <a:lnTo>
                    <a:pt x="802716" y="964260"/>
                  </a:lnTo>
                  <a:lnTo>
                    <a:pt x="572833" y="884288"/>
                  </a:lnTo>
                  <a:lnTo>
                    <a:pt x="553504" y="854049"/>
                  </a:lnTo>
                  <a:lnTo>
                    <a:pt x="553504" y="877557"/>
                  </a:lnTo>
                  <a:lnTo>
                    <a:pt x="514883" y="864133"/>
                  </a:lnTo>
                  <a:lnTo>
                    <a:pt x="535393" y="849223"/>
                  </a:lnTo>
                  <a:lnTo>
                    <a:pt x="553504" y="877557"/>
                  </a:lnTo>
                  <a:lnTo>
                    <a:pt x="553504" y="854049"/>
                  </a:lnTo>
                  <a:lnTo>
                    <a:pt x="545655" y="841756"/>
                  </a:lnTo>
                  <a:lnTo>
                    <a:pt x="740702" y="699897"/>
                  </a:lnTo>
                  <a:lnTo>
                    <a:pt x="1308188" y="699897"/>
                  </a:lnTo>
                  <a:lnTo>
                    <a:pt x="1308188" y="687197"/>
                  </a:lnTo>
                  <a:lnTo>
                    <a:pt x="758164" y="687197"/>
                  </a:lnTo>
                  <a:lnTo>
                    <a:pt x="1595678" y="78117"/>
                  </a:lnTo>
                  <a:lnTo>
                    <a:pt x="1629105" y="65036"/>
                  </a:lnTo>
                  <a:lnTo>
                    <a:pt x="1642491" y="83439"/>
                  </a:lnTo>
                  <a:lnTo>
                    <a:pt x="1657858" y="53784"/>
                  </a:lnTo>
                  <a:lnTo>
                    <a:pt x="1689328" y="41465"/>
                  </a:lnTo>
                  <a:lnTo>
                    <a:pt x="1691627" y="47345"/>
                  </a:lnTo>
                  <a:lnTo>
                    <a:pt x="1684782" y="51435"/>
                  </a:lnTo>
                  <a:lnTo>
                    <a:pt x="1696059" y="58648"/>
                  </a:lnTo>
                  <a:lnTo>
                    <a:pt x="1700911" y="70993"/>
                  </a:lnTo>
                  <a:lnTo>
                    <a:pt x="1706194" y="65125"/>
                  </a:lnTo>
                  <a:lnTo>
                    <a:pt x="1711566" y="68541"/>
                  </a:lnTo>
                  <a:lnTo>
                    <a:pt x="1711566" y="3517"/>
                  </a:lnTo>
                  <a:lnTo>
                    <a:pt x="1684693" y="1066"/>
                  </a:lnTo>
                  <a:lnTo>
                    <a:pt x="1684693" y="29629"/>
                  </a:lnTo>
                  <a:lnTo>
                    <a:pt x="1666735" y="36652"/>
                  </a:lnTo>
                  <a:lnTo>
                    <a:pt x="1678533" y="13919"/>
                  </a:lnTo>
                  <a:lnTo>
                    <a:pt x="1684693" y="29629"/>
                  </a:lnTo>
                  <a:lnTo>
                    <a:pt x="1684693" y="1066"/>
                  </a:lnTo>
                  <a:lnTo>
                    <a:pt x="1673098" y="0"/>
                  </a:lnTo>
                  <a:lnTo>
                    <a:pt x="1676463" y="8623"/>
                  </a:lnTo>
                  <a:lnTo>
                    <a:pt x="1597660" y="21717"/>
                  </a:lnTo>
                  <a:lnTo>
                    <a:pt x="1616354" y="47472"/>
                  </a:lnTo>
                  <a:lnTo>
                    <a:pt x="1589874" y="66725"/>
                  </a:lnTo>
                  <a:lnTo>
                    <a:pt x="1549247" y="82626"/>
                  </a:lnTo>
                  <a:lnTo>
                    <a:pt x="1549247" y="96291"/>
                  </a:lnTo>
                  <a:lnTo>
                    <a:pt x="736777" y="687197"/>
                  </a:lnTo>
                  <a:lnTo>
                    <a:pt x="719315" y="687197"/>
                  </a:lnTo>
                  <a:lnTo>
                    <a:pt x="719315" y="699897"/>
                  </a:lnTo>
                  <a:lnTo>
                    <a:pt x="538873" y="831138"/>
                  </a:lnTo>
                  <a:lnTo>
                    <a:pt x="528612" y="815086"/>
                  </a:lnTo>
                  <a:lnTo>
                    <a:pt x="528612" y="838606"/>
                  </a:lnTo>
                  <a:lnTo>
                    <a:pt x="500430" y="859104"/>
                  </a:lnTo>
                  <a:lnTo>
                    <a:pt x="487997" y="854786"/>
                  </a:lnTo>
                  <a:lnTo>
                    <a:pt x="487997" y="868146"/>
                  </a:lnTo>
                  <a:lnTo>
                    <a:pt x="286918" y="1014387"/>
                  </a:lnTo>
                  <a:lnTo>
                    <a:pt x="25184" y="707136"/>
                  </a:lnTo>
                  <a:lnTo>
                    <a:pt x="487997" y="868146"/>
                  </a:lnTo>
                  <a:lnTo>
                    <a:pt x="487997" y="854786"/>
                  </a:lnTo>
                  <a:lnTo>
                    <a:pt x="42773" y="699897"/>
                  </a:lnTo>
                  <a:lnTo>
                    <a:pt x="440004" y="699897"/>
                  </a:lnTo>
                  <a:lnTo>
                    <a:pt x="528612" y="838606"/>
                  </a:lnTo>
                  <a:lnTo>
                    <a:pt x="528612" y="815086"/>
                  </a:lnTo>
                  <a:lnTo>
                    <a:pt x="455041" y="699897"/>
                  </a:lnTo>
                  <a:lnTo>
                    <a:pt x="719315" y="699897"/>
                  </a:lnTo>
                  <a:lnTo>
                    <a:pt x="719315" y="687197"/>
                  </a:lnTo>
                  <a:lnTo>
                    <a:pt x="446938" y="687197"/>
                  </a:lnTo>
                  <a:lnTo>
                    <a:pt x="431888" y="663651"/>
                  </a:lnTo>
                  <a:lnTo>
                    <a:pt x="431888" y="687197"/>
                  </a:lnTo>
                  <a:lnTo>
                    <a:pt x="39090" y="687197"/>
                  </a:lnTo>
                  <a:lnTo>
                    <a:pt x="353339" y="564235"/>
                  </a:lnTo>
                  <a:lnTo>
                    <a:pt x="431888" y="687197"/>
                  </a:lnTo>
                  <a:lnTo>
                    <a:pt x="431888" y="663651"/>
                  </a:lnTo>
                  <a:lnTo>
                    <a:pt x="365379" y="559536"/>
                  </a:lnTo>
                  <a:lnTo>
                    <a:pt x="1549247" y="96291"/>
                  </a:lnTo>
                  <a:lnTo>
                    <a:pt x="1549247" y="82626"/>
                  </a:lnTo>
                  <a:lnTo>
                    <a:pt x="358368" y="548563"/>
                  </a:lnTo>
                  <a:lnTo>
                    <a:pt x="10668" y="4318"/>
                  </a:lnTo>
                  <a:lnTo>
                    <a:pt x="0" y="11176"/>
                  </a:lnTo>
                  <a:lnTo>
                    <a:pt x="346329" y="553275"/>
                  </a:lnTo>
                  <a:lnTo>
                    <a:pt x="3048" y="687578"/>
                  </a:lnTo>
                  <a:lnTo>
                    <a:pt x="5334" y="693547"/>
                  </a:lnTo>
                  <a:lnTo>
                    <a:pt x="508" y="697611"/>
                  </a:lnTo>
                  <a:lnTo>
                    <a:pt x="276682" y="1021842"/>
                  </a:lnTo>
                  <a:lnTo>
                    <a:pt x="1651" y="1221867"/>
                  </a:lnTo>
                  <a:lnTo>
                    <a:pt x="5334" y="1226947"/>
                  </a:lnTo>
                  <a:lnTo>
                    <a:pt x="1143" y="1231773"/>
                  </a:lnTo>
                  <a:lnTo>
                    <a:pt x="622935" y="1772475"/>
                  </a:lnTo>
                  <a:lnTo>
                    <a:pt x="0" y="2747518"/>
                  </a:lnTo>
                  <a:lnTo>
                    <a:pt x="5334" y="2750947"/>
                  </a:lnTo>
                  <a:lnTo>
                    <a:pt x="5334" y="2757297"/>
                  </a:lnTo>
                  <a:lnTo>
                    <a:pt x="1681734" y="2757297"/>
                  </a:lnTo>
                  <a:lnTo>
                    <a:pt x="1681734" y="2789047"/>
                  </a:lnTo>
                  <a:lnTo>
                    <a:pt x="1745234" y="2757297"/>
                  </a:lnTo>
                  <a:lnTo>
                    <a:pt x="1757934" y="2750947"/>
                  </a:lnTo>
                  <a:lnTo>
                    <a:pt x="1752676" y="2700909"/>
                  </a:lnTo>
                  <a:lnTo>
                    <a:pt x="1749044" y="2666238"/>
                  </a:lnTo>
                  <a:lnTo>
                    <a:pt x="1738617" y="2672892"/>
                  </a:lnTo>
                  <a:lnTo>
                    <a:pt x="1737487" y="2668270"/>
                  </a:lnTo>
                  <a:lnTo>
                    <a:pt x="1727352" y="2676918"/>
                  </a:lnTo>
                  <a:lnTo>
                    <a:pt x="1725422" y="2672207"/>
                  </a:lnTo>
                  <a:lnTo>
                    <a:pt x="1719478" y="2679039"/>
                  </a:lnTo>
                  <a:lnTo>
                    <a:pt x="1702777" y="2652903"/>
                  </a:lnTo>
                  <a:lnTo>
                    <a:pt x="1702777" y="2676423"/>
                  </a:lnTo>
                  <a:lnTo>
                    <a:pt x="1697824" y="2670619"/>
                  </a:lnTo>
                  <a:lnTo>
                    <a:pt x="1697824" y="2690190"/>
                  </a:lnTo>
                  <a:lnTo>
                    <a:pt x="1692376" y="2685453"/>
                  </a:lnTo>
                  <a:lnTo>
                    <a:pt x="1692376" y="2702420"/>
                  </a:lnTo>
                  <a:lnTo>
                    <a:pt x="1684782" y="2707259"/>
                  </a:lnTo>
                  <a:lnTo>
                    <a:pt x="1688896" y="2709722"/>
                  </a:lnTo>
                  <a:lnTo>
                    <a:pt x="1683931" y="2713952"/>
                  </a:lnTo>
                  <a:lnTo>
                    <a:pt x="1681734" y="2712847"/>
                  </a:lnTo>
                  <a:lnTo>
                    <a:pt x="1681734" y="2715844"/>
                  </a:lnTo>
                  <a:lnTo>
                    <a:pt x="1679575" y="2717673"/>
                  </a:lnTo>
                  <a:lnTo>
                    <a:pt x="1681734" y="2718600"/>
                  </a:lnTo>
                  <a:lnTo>
                    <a:pt x="1681734" y="2722435"/>
                  </a:lnTo>
                  <a:lnTo>
                    <a:pt x="1675384" y="2729738"/>
                  </a:lnTo>
                  <a:lnTo>
                    <a:pt x="1681734" y="2731376"/>
                  </a:lnTo>
                  <a:lnTo>
                    <a:pt x="1681734" y="2744597"/>
                  </a:lnTo>
                  <a:lnTo>
                    <a:pt x="23075" y="2744597"/>
                  </a:lnTo>
                  <a:lnTo>
                    <a:pt x="903960" y="2016861"/>
                  </a:lnTo>
                  <a:lnTo>
                    <a:pt x="1692376" y="2702420"/>
                  </a:lnTo>
                  <a:lnTo>
                    <a:pt x="1692376" y="2685453"/>
                  </a:lnTo>
                  <a:lnTo>
                    <a:pt x="913942" y="2008606"/>
                  </a:lnTo>
                  <a:lnTo>
                    <a:pt x="1033246" y="1910054"/>
                  </a:lnTo>
                  <a:lnTo>
                    <a:pt x="1697824" y="2690190"/>
                  </a:lnTo>
                  <a:lnTo>
                    <a:pt x="1697824" y="2670619"/>
                  </a:lnTo>
                  <a:lnTo>
                    <a:pt x="1043000" y="1901990"/>
                  </a:lnTo>
                  <a:lnTo>
                    <a:pt x="1150975" y="1812785"/>
                  </a:lnTo>
                  <a:lnTo>
                    <a:pt x="1702777" y="2676423"/>
                  </a:lnTo>
                  <a:lnTo>
                    <a:pt x="1702777" y="2652903"/>
                  </a:lnTo>
                  <a:lnTo>
                    <a:pt x="1160805" y="1804657"/>
                  </a:lnTo>
                  <a:lnTo>
                    <a:pt x="1703184" y="1356575"/>
                  </a:lnTo>
                  <a:lnTo>
                    <a:pt x="1723390" y="1380998"/>
                  </a:lnTo>
                  <a:lnTo>
                    <a:pt x="1742147" y="1338707"/>
                  </a:lnTo>
                  <a:lnTo>
                    <a:pt x="1757934" y="1303147"/>
                  </a:lnTo>
                  <a:lnTo>
                    <a:pt x="1744891" y="1289773"/>
                  </a:lnTo>
                  <a:lnTo>
                    <a:pt x="1744891" y="1306156"/>
                  </a:lnTo>
                  <a:lnTo>
                    <a:pt x="1742528" y="1306703"/>
                  </a:lnTo>
                  <a:lnTo>
                    <a:pt x="1730425" y="1306703"/>
                  </a:lnTo>
                  <a:lnTo>
                    <a:pt x="1734654" y="1306156"/>
                  </a:lnTo>
                  <a:lnTo>
                    <a:pt x="1744891" y="1306156"/>
                  </a:lnTo>
                  <a:lnTo>
                    <a:pt x="1744891" y="1289773"/>
                  </a:lnTo>
                  <a:lnTo>
                    <a:pt x="1743443" y="1288288"/>
                  </a:lnTo>
                  <a:lnTo>
                    <a:pt x="1698498" y="1242187"/>
                  </a:lnTo>
                  <a:lnTo>
                    <a:pt x="1695132" y="1251851"/>
                  </a:lnTo>
                  <a:lnTo>
                    <a:pt x="1695132" y="1346835"/>
                  </a:lnTo>
                  <a:lnTo>
                    <a:pt x="1153922" y="1793887"/>
                  </a:lnTo>
                  <a:lnTo>
                    <a:pt x="1144079" y="1778482"/>
                  </a:lnTo>
                  <a:lnTo>
                    <a:pt x="1144079" y="1802015"/>
                  </a:lnTo>
                  <a:lnTo>
                    <a:pt x="1034770" y="1892312"/>
                  </a:lnTo>
                  <a:lnTo>
                    <a:pt x="1025004" y="1880857"/>
                  </a:lnTo>
                  <a:lnTo>
                    <a:pt x="1025004" y="1900377"/>
                  </a:lnTo>
                  <a:lnTo>
                    <a:pt x="904214" y="2000148"/>
                  </a:lnTo>
                  <a:lnTo>
                    <a:pt x="894219" y="1991461"/>
                  </a:lnTo>
                  <a:lnTo>
                    <a:pt x="894219" y="2008403"/>
                  </a:lnTo>
                  <a:lnTo>
                    <a:pt x="57188" y="2699804"/>
                  </a:lnTo>
                  <a:lnTo>
                    <a:pt x="751738" y="1884489"/>
                  </a:lnTo>
                  <a:lnTo>
                    <a:pt x="894219" y="2008403"/>
                  </a:lnTo>
                  <a:lnTo>
                    <a:pt x="894219" y="1991461"/>
                  </a:lnTo>
                  <a:lnTo>
                    <a:pt x="760031" y="1874761"/>
                  </a:lnTo>
                  <a:lnTo>
                    <a:pt x="881608" y="1732038"/>
                  </a:lnTo>
                  <a:lnTo>
                    <a:pt x="1025004" y="1900377"/>
                  </a:lnTo>
                  <a:lnTo>
                    <a:pt x="1025004" y="1880857"/>
                  </a:lnTo>
                  <a:lnTo>
                    <a:pt x="889927" y="1722285"/>
                  </a:lnTo>
                  <a:lnTo>
                    <a:pt x="1006055" y="1585963"/>
                  </a:lnTo>
                  <a:lnTo>
                    <a:pt x="1144079" y="1802015"/>
                  </a:lnTo>
                  <a:lnTo>
                    <a:pt x="1144079" y="1778482"/>
                  </a:lnTo>
                  <a:lnTo>
                    <a:pt x="1014641" y="1575879"/>
                  </a:lnTo>
                  <a:lnTo>
                    <a:pt x="1260005" y="1287843"/>
                  </a:lnTo>
                  <a:lnTo>
                    <a:pt x="1676311" y="1305928"/>
                  </a:lnTo>
                  <a:lnTo>
                    <a:pt x="1673479" y="1314069"/>
                  </a:lnTo>
                  <a:lnTo>
                    <a:pt x="1681276" y="1313065"/>
                  </a:lnTo>
                  <a:lnTo>
                    <a:pt x="1680933" y="1320927"/>
                  </a:lnTo>
                  <a:lnTo>
                    <a:pt x="1674876" y="1322324"/>
                  </a:lnTo>
                  <a:lnTo>
                    <a:pt x="1680578" y="1329232"/>
                  </a:lnTo>
                  <a:lnTo>
                    <a:pt x="1680210" y="1337945"/>
                  </a:lnTo>
                  <a:lnTo>
                    <a:pt x="1685734" y="1335481"/>
                  </a:lnTo>
                  <a:lnTo>
                    <a:pt x="1695132" y="1346835"/>
                  </a:lnTo>
                  <a:lnTo>
                    <a:pt x="1695132" y="1251851"/>
                  </a:lnTo>
                  <a:lnTo>
                    <a:pt x="1690357" y="1265555"/>
                  </a:lnTo>
                  <a:lnTo>
                    <a:pt x="1683512" y="1261745"/>
                  </a:lnTo>
                  <a:lnTo>
                    <a:pt x="1683118" y="1270495"/>
                  </a:lnTo>
                  <a:lnTo>
                    <a:pt x="1682546" y="1270304"/>
                  </a:lnTo>
                  <a:lnTo>
                    <a:pt x="1682546" y="1283690"/>
                  </a:lnTo>
                  <a:lnTo>
                    <a:pt x="1682330" y="1288618"/>
                  </a:lnTo>
                  <a:lnTo>
                    <a:pt x="1680667" y="1293406"/>
                  </a:lnTo>
                  <a:lnTo>
                    <a:pt x="1270457" y="1275588"/>
                  </a:lnTo>
                  <a:lnTo>
                    <a:pt x="1359319" y="1171270"/>
                  </a:lnTo>
                  <a:lnTo>
                    <a:pt x="1682546" y="1283690"/>
                  </a:lnTo>
                  <a:lnTo>
                    <a:pt x="1682546" y="1270304"/>
                  </a:lnTo>
                  <a:lnTo>
                    <a:pt x="1368120" y="1160945"/>
                  </a:lnTo>
                  <a:lnTo>
                    <a:pt x="1713369" y="755662"/>
                  </a:lnTo>
                  <a:lnTo>
                    <a:pt x="1737487" y="776224"/>
                  </a:lnTo>
                  <a:lnTo>
                    <a:pt x="1746999" y="737743"/>
                  </a:lnTo>
                  <a:lnTo>
                    <a:pt x="1757934" y="693547"/>
                  </a:lnTo>
                  <a:lnTo>
                    <a:pt x="1745234" y="687197"/>
                  </a:lnTo>
                  <a:lnTo>
                    <a:pt x="1703717" y="666445"/>
                  </a:lnTo>
                  <a:lnTo>
                    <a:pt x="1703717" y="747420"/>
                  </a:lnTo>
                  <a:lnTo>
                    <a:pt x="1355267" y="1156474"/>
                  </a:lnTo>
                  <a:lnTo>
                    <a:pt x="1346479" y="1153426"/>
                  </a:lnTo>
                  <a:lnTo>
                    <a:pt x="1346479" y="1166799"/>
                  </a:lnTo>
                  <a:lnTo>
                    <a:pt x="1254404" y="1274889"/>
                  </a:lnTo>
                  <a:lnTo>
                    <a:pt x="1243952" y="1274445"/>
                  </a:lnTo>
                  <a:lnTo>
                    <a:pt x="1243952" y="1287145"/>
                  </a:lnTo>
                  <a:lnTo>
                    <a:pt x="1007516" y="1564728"/>
                  </a:lnTo>
                  <a:lnTo>
                    <a:pt x="998918" y="1551279"/>
                  </a:lnTo>
                  <a:lnTo>
                    <a:pt x="998918" y="1574800"/>
                  </a:lnTo>
                  <a:lnTo>
                    <a:pt x="881608" y="1712518"/>
                  </a:lnTo>
                  <a:lnTo>
                    <a:pt x="873290" y="1702765"/>
                  </a:lnTo>
                  <a:lnTo>
                    <a:pt x="873290" y="1722285"/>
                  </a:lnTo>
                  <a:lnTo>
                    <a:pt x="750481" y="1866455"/>
                  </a:lnTo>
                  <a:lnTo>
                    <a:pt x="742188" y="1859254"/>
                  </a:lnTo>
                  <a:lnTo>
                    <a:pt x="742188" y="1876196"/>
                  </a:lnTo>
                  <a:lnTo>
                    <a:pt x="60299" y="2676702"/>
                  </a:lnTo>
                  <a:lnTo>
                    <a:pt x="632612" y="1780895"/>
                  </a:lnTo>
                  <a:lnTo>
                    <a:pt x="742188" y="1876196"/>
                  </a:lnTo>
                  <a:lnTo>
                    <a:pt x="742188" y="1859254"/>
                  </a:lnTo>
                  <a:lnTo>
                    <a:pt x="639572" y="1769999"/>
                  </a:lnTo>
                  <a:lnTo>
                    <a:pt x="757161" y="1585937"/>
                  </a:lnTo>
                  <a:lnTo>
                    <a:pt x="873290" y="1722285"/>
                  </a:lnTo>
                  <a:lnTo>
                    <a:pt x="873290" y="1702765"/>
                  </a:lnTo>
                  <a:lnTo>
                    <a:pt x="764286" y="1574787"/>
                  </a:lnTo>
                  <a:lnTo>
                    <a:pt x="881595" y="1391158"/>
                  </a:lnTo>
                  <a:lnTo>
                    <a:pt x="998918" y="1574800"/>
                  </a:lnTo>
                  <a:lnTo>
                    <a:pt x="998918" y="1551279"/>
                  </a:lnTo>
                  <a:lnTo>
                    <a:pt x="889114" y="1379397"/>
                  </a:lnTo>
                  <a:lnTo>
                    <a:pt x="956043" y="1274635"/>
                  </a:lnTo>
                  <a:lnTo>
                    <a:pt x="1243952" y="1287145"/>
                  </a:lnTo>
                  <a:lnTo>
                    <a:pt x="1243952" y="1274445"/>
                  </a:lnTo>
                  <a:lnTo>
                    <a:pt x="963955" y="1262253"/>
                  </a:lnTo>
                  <a:lnTo>
                    <a:pt x="1083411" y="1075283"/>
                  </a:lnTo>
                  <a:lnTo>
                    <a:pt x="1346479" y="1166799"/>
                  </a:lnTo>
                  <a:lnTo>
                    <a:pt x="1346479" y="1153426"/>
                  </a:lnTo>
                  <a:lnTo>
                    <a:pt x="1090396" y="1064336"/>
                  </a:lnTo>
                  <a:lnTo>
                    <a:pt x="1218095" y="864463"/>
                  </a:lnTo>
                  <a:lnTo>
                    <a:pt x="1681734" y="723328"/>
                  </a:lnTo>
                  <a:lnTo>
                    <a:pt x="1681734" y="725906"/>
                  </a:lnTo>
                  <a:lnTo>
                    <a:pt x="1679575" y="726821"/>
                  </a:lnTo>
                  <a:lnTo>
                    <a:pt x="1681734" y="728675"/>
                  </a:lnTo>
                  <a:lnTo>
                    <a:pt x="1681734" y="731647"/>
                  </a:lnTo>
                  <a:lnTo>
                    <a:pt x="1683931" y="730554"/>
                  </a:lnTo>
                  <a:lnTo>
                    <a:pt x="1691436" y="736955"/>
                  </a:lnTo>
                  <a:lnTo>
                    <a:pt x="1696085" y="752221"/>
                  </a:lnTo>
                  <a:lnTo>
                    <a:pt x="1702358" y="746264"/>
                  </a:lnTo>
                  <a:lnTo>
                    <a:pt x="1703717" y="747420"/>
                  </a:lnTo>
                  <a:lnTo>
                    <a:pt x="1703717" y="666445"/>
                  </a:lnTo>
                  <a:lnTo>
                    <a:pt x="1681734" y="655447"/>
                  </a:lnTo>
                  <a:lnTo>
                    <a:pt x="1681734" y="680643"/>
                  </a:lnTo>
                  <a:lnTo>
                    <a:pt x="1681734" y="704913"/>
                  </a:lnTo>
                  <a:lnTo>
                    <a:pt x="1681734" y="710133"/>
                  </a:lnTo>
                  <a:lnTo>
                    <a:pt x="1228598" y="848029"/>
                  </a:lnTo>
                  <a:lnTo>
                    <a:pt x="1323238" y="699897"/>
                  </a:lnTo>
                  <a:lnTo>
                    <a:pt x="1680210" y="699897"/>
                  </a:lnTo>
                  <a:lnTo>
                    <a:pt x="1681734" y="704913"/>
                  </a:lnTo>
                  <a:lnTo>
                    <a:pt x="1681734" y="680643"/>
                  </a:lnTo>
                  <a:lnTo>
                    <a:pt x="1673987" y="679323"/>
                  </a:lnTo>
                  <a:lnTo>
                    <a:pt x="1676361" y="687197"/>
                  </a:lnTo>
                  <a:lnTo>
                    <a:pt x="1331353" y="687197"/>
                  </a:lnTo>
                  <a:lnTo>
                    <a:pt x="1722247" y="75361"/>
                  </a:lnTo>
                  <a:lnTo>
                    <a:pt x="1749044" y="92456"/>
                  </a:lnTo>
                  <a:lnTo>
                    <a:pt x="1752676" y="57785"/>
                  </a:lnTo>
                  <a:lnTo>
                    <a:pt x="1757934" y="7747"/>
                  </a:lnTo>
                  <a:close/>
                </a:path>
                <a:path w="3968115" h="2789554" extrusionOk="0">
                  <a:moveTo>
                    <a:pt x="3967734" y="503047"/>
                  </a:moveTo>
                  <a:lnTo>
                    <a:pt x="3961688" y="459384"/>
                  </a:lnTo>
                  <a:lnTo>
                    <a:pt x="3944493" y="419303"/>
                  </a:lnTo>
                  <a:lnTo>
                    <a:pt x="3917505" y="383933"/>
                  </a:lnTo>
                  <a:lnTo>
                    <a:pt x="3882098" y="354418"/>
                  </a:lnTo>
                  <a:lnTo>
                    <a:pt x="3839654" y="331927"/>
                  </a:lnTo>
                  <a:lnTo>
                    <a:pt x="3791534" y="317588"/>
                  </a:lnTo>
                  <a:lnTo>
                    <a:pt x="3739134" y="312547"/>
                  </a:lnTo>
                  <a:lnTo>
                    <a:pt x="3686721" y="317588"/>
                  </a:lnTo>
                  <a:lnTo>
                    <a:pt x="3638600" y="331927"/>
                  </a:lnTo>
                  <a:lnTo>
                    <a:pt x="3596157" y="354418"/>
                  </a:lnTo>
                  <a:lnTo>
                    <a:pt x="3560749" y="383933"/>
                  </a:lnTo>
                  <a:lnTo>
                    <a:pt x="3533762" y="419303"/>
                  </a:lnTo>
                  <a:lnTo>
                    <a:pt x="3516566" y="459384"/>
                  </a:lnTo>
                  <a:lnTo>
                    <a:pt x="3510534" y="503047"/>
                  </a:lnTo>
                  <a:lnTo>
                    <a:pt x="3516566" y="546722"/>
                  </a:lnTo>
                  <a:lnTo>
                    <a:pt x="3533762" y="586803"/>
                  </a:lnTo>
                  <a:lnTo>
                    <a:pt x="3560749" y="622173"/>
                  </a:lnTo>
                  <a:lnTo>
                    <a:pt x="3596157" y="651687"/>
                  </a:lnTo>
                  <a:lnTo>
                    <a:pt x="3638600" y="674179"/>
                  </a:lnTo>
                  <a:lnTo>
                    <a:pt x="3686721" y="688517"/>
                  </a:lnTo>
                  <a:lnTo>
                    <a:pt x="3739134" y="693547"/>
                  </a:lnTo>
                  <a:lnTo>
                    <a:pt x="3791534" y="688517"/>
                  </a:lnTo>
                  <a:lnTo>
                    <a:pt x="3839654" y="674179"/>
                  </a:lnTo>
                  <a:lnTo>
                    <a:pt x="3882098" y="651687"/>
                  </a:lnTo>
                  <a:lnTo>
                    <a:pt x="3917505" y="622173"/>
                  </a:lnTo>
                  <a:lnTo>
                    <a:pt x="3944493" y="586803"/>
                  </a:lnTo>
                  <a:lnTo>
                    <a:pt x="3961688" y="546722"/>
                  </a:lnTo>
                  <a:lnTo>
                    <a:pt x="3967734" y="5030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4"/>
            <p:cNvSpPr/>
            <p:nvPr/>
          </p:nvSpPr>
          <p:spPr>
            <a:xfrm>
              <a:off x="6477000" y="22860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 extrusionOk="0">
                  <a:moveTo>
                    <a:pt x="0" y="190500"/>
                  </a:moveTo>
                  <a:lnTo>
                    <a:pt x="6038" y="146837"/>
                  </a:lnTo>
                  <a:lnTo>
                    <a:pt x="23237" y="106746"/>
                  </a:lnTo>
                  <a:lnTo>
                    <a:pt x="50225" y="71374"/>
                  </a:lnTo>
                  <a:lnTo>
                    <a:pt x="85628" y="41867"/>
                  </a:lnTo>
                  <a:lnTo>
                    <a:pt x="128073" y="19372"/>
                  </a:lnTo>
                  <a:lnTo>
                    <a:pt x="176188" y="5034"/>
                  </a:lnTo>
                  <a:lnTo>
                    <a:pt x="228600" y="0"/>
                  </a:lnTo>
                  <a:lnTo>
                    <a:pt x="281011" y="5034"/>
                  </a:lnTo>
                  <a:lnTo>
                    <a:pt x="329126" y="19372"/>
                  </a:lnTo>
                  <a:lnTo>
                    <a:pt x="371571" y="41867"/>
                  </a:lnTo>
                  <a:lnTo>
                    <a:pt x="406974" y="71374"/>
                  </a:lnTo>
                  <a:lnTo>
                    <a:pt x="433962" y="106746"/>
                  </a:lnTo>
                  <a:lnTo>
                    <a:pt x="451161" y="146837"/>
                  </a:lnTo>
                  <a:lnTo>
                    <a:pt x="457200" y="190500"/>
                  </a:lnTo>
                  <a:lnTo>
                    <a:pt x="451161" y="234162"/>
                  </a:lnTo>
                  <a:lnTo>
                    <a:pt x="433962" y="274253"/>
                  </a:lnTo>
                  <a:lnTo>
                    <a:pt x="406974" y="309625"/>
                  </a:lnTo>
                  <a:lnTo>
                    <a:pt x="371571" y="339132"/>
                  </a:lnTo>
                  <a:lnTo>
                    <a:pt x="329126" y="361627"/>
                  </a:lnTo>
                  <a:lnTo>
                    <a:pt x="281011" y="375965"/>
                  </a:lnTo>
                  <a:lnTo>
                    <a:pt x="228600" y="381000"/>
                  </a:lnTo>
                  <a:lnTo>
                    <a:pt x="176188" y="375965"/>
                  </a:lnTo>
                  <a:lnTo>
                    <a:pt x="128073" y="361627"/>
                  </a:lnTo>
                  <a:lnTo>
                    <a:pt x="85628" y="339132"/>
                  </a:lnTo>
                  <a:lnTo>
                    <a:pt x="50225" y="309625"/>
                  </a:lnTo>
                  <a:lnTo>
                    <a:pt x="23237" y="274253"/>
                  </a:lnTo>
                  <a:lnTo>
                    <a:pt x="6038" y="234162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4"/>
            <p:cNvSpPr/>
            <p:nvPr/>
          </p:nvSpPr>
          <p:spPr>
            <a:xfrm>
              <a:off x="5179187" y="1975357"/>
              <a:ext cx="1755139" cy="1377950"/>
            </a:xfrm>
            <a:custGeom>
              <a:avLst/>
              <a:gdLst/>
              <a:ahLst/>
              <a:cxnLst/>
              <a:rect l="l" t="t" r="r" b="b"/>
              <a:pathLst>
                <a:path w="1755140" h="1377950" extrusionOk="0">
                  <a:moveTo>
                    <a:pt x="1297813" y="539242"/>
                  </a:moveTo>
                  <a:lnTo>
                    <a:pt x="1281861" y="520954"/>
                  </a:lnTo>
                  <a:lnTo>
                    <a:pt x="1241806" y="474980"/>
                  </a:lnTo>
                  <a:lnTo>
                    <a:pt x="1229753" y="504291"/>
                  </a:lnTo>
                  <a:lnTo>
                    <a:pt x="4826" y="0"/>
                  </a:lnTo>
                  <a:lnTo>
                    <a:pt x="0" y="11684"/>
                  </a:lnTo>
                  <a:lnTo>
                    <a:pt x="1224915" y="516102"/>
                  </a:lnTo>
                  <a:lnTo>
                    <a:pt x="1212850" y="545465"/>
                  </a:lnTo>
                  <a:lnTo>
                    <a:pt x="1297813" y="539242"/>
                  </a:lnTo>
                  <a:close/>
                </a:path>
                <a:path w="1755140" h="1377950" extrusionOk="0">
                  <a:moveTo>
                    <a:pt x="1755013" y="1186942"/>
                  </a:moveTo>
                  <a:lnTo>
                    <a:pt x="1748967" y="1143279"/>
                  </a:lnTo>
                  <a:lnTo>
                    <a:pt x="1731772" y="1103198"/>
                  </a:lnTo>
                  <a:lnTo>
                    <a:pt x="1704784" y="1067828"/>
                  </a:lnTo>
                  <a:lnTo>
                    <a:pt x="1669376" y="1038313"/>
                  </a:lnTo>
                  <a:lnTo>
                    <a:pt x="1626933" y="1015822"/>
                  </a:lnTo>
                  <a:lnTo>
                    <a:pt x="1578813" y="1001483"/>
                  </a:lnTo>
                  <a:lnTo>
                    <a:pt x="1526413" y="996442"/>
                  </a:lnTo>
                  <a:lnTo>
                    <a:pt x="1474000" y="1001483"/>
                  </a:lnTo>
                  <a:lnTo>
                    <a:pt x="1425879" y="1015822"/>
                  </a:lnTo>
                  <a:lnTo>
                    <a:pt x="1383436" y="1038313"/>
                  </a:lnTo>
                  <a:lnTo>
                    <a:pt x="1348028" y="1067828"/>
                  </a:lnTo>
                  <a:lnTo>
                    <a:pt x="1321041" y="1103198"/>
                  </a:lnTo>
                  <a:lnTo>
                    <a:pt x="1303845" y="1143279"/>
                  </a:lnTo>
                  <a:lnTo>
                    <a:pt x="1297813" y="1186942"/>
                  </a:lnTo>
                  <a:lnTo>
                    <a:pt x="1303845" y="1230617"/>
                  </a:lnTo>
                  <a:lnTo>
                    <a:pt x="1321041" y="1270698"/>
                  </a:lnTo>
                  <a:lnTo>
                    <a:pt x="1348028" y="1306068"/>
                  </a:lnTo>
                  <a:lnTo>
                    <a:pt x="1383436" y="1335582"/>
                  </a:lnTo>
                  <a:lnTo>
                    <a:pt x="1425879" y="1358074"/>
                  </a:lnTo>
                  <a:lnTo>
                    <a:pt x="1474000" y="1372412"/>
                  </a:lnTo>
                  <a:lnTo>
                    <a:pt x="1526413" y="1377442"/>
                  </a:lnTo>
                  <a:lnTo>
                    <a:pt x="1578813" y="1372412"/>
                  </a:lnTo>
                  <a:lnTo>
                    <a:pt x="1626933" y="1358074"/>
                  </a:lnTo>
                  <a:lnTo>
                    <a:pt x="1669376" y="1335582"/>
                  </a:lnTo>
                  <a:lnTo>
                    <a:pt x="1704784" y="1306068"/>
                  </a:lnTo>
                  <a:lnTo>
                    <a:pt x="1731772" y="1270698"/>
                  </a:lnTo>
                  <a:lnTo>
                    <a:pt x="1748967" y="1230617"/>
                  </a:lnTo>
                  <a:lnTo>
                    <a:pt x="1755013" y="11869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4"/>
            <p:cNvSpPr/>
            <p:nvPr/>
          </p:nvSpPr>
          <p:spPr>
            <a:xfrm>
              <a:off x="6477000" y="29718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 extrusionOk="0">
                  <a:moveTo>
                    <a:pt x="0" y="190500"/>
                  </a:moveTo>
                  <a:lnTo>
                    <a:pt x="6038" y="146837"/>
                  </a:lnTo>
                  <a:lnTo>
                    <a:pt x="23237" y="106746"/>
                  </a:lnTo>
                  <a:lnTo>
                    <a:pt x="50225" y="71374"/>
                  </a:lnTo>
                  <a:lnTo>
                    <a:pt x="85628" y="41867"/>
                  </a:lnTo>
                  <a:lnTo>
                    <a:pt x="128073" y="19372"/>
                  </a:lnTo>
                  <a:lnTo>
                    <a:pt x="176188" y="5034"/>
                  </a:lnTo>
                  <a:lnTo>
                    <a:pt x="228600" y="0"/>
                  </a:lnTo>
                  <a:lnTo>
                    <a:pt x="281011" y="5034"/>
                  </a:lnTo>
                  <a:lnTo>
                    <a:pt x="329126" y="19372"/>
                  </a:lnTo>
                  <a:lnTo>
                    <a:pt x="371571" y="41867"/>
                  </a:lnTo>
                  <a:lnTo>
                    <a:pt x="406974" y="71374"/>
                  </a:lnTo>
                  <a:lnTo>
                    <a:pt x="433962" y="106746"/>
                  </a:lnTo>
                  <a:lnTo>
                    <a:pt x="451161" y="146837"/>
                  </a:lnTo>
                  <a:lnTo>
                    <a:pt x="457200" y="190500"/>
                  </a:lnTo>
                  <a:lnTo>
                    <a:pt x="451161" y="234162"/>
                  </a:lnTo>
                  <a:lnTo>
                    <a:pt x="433962" y="274253"/>
                  </a:lnTo>
                  <a:lnTo>
                    <a:pt x="406974" y="309625"/>
                  </a:lnTo>
                  <a:lnTo>
                    <a:pt x="371571" y="339132"/>
                  </a:lnTo>
                  <a:lnTo>
                    <a:pt x="329126" y="361627"/>
                  </a:lnTo>
                  <a:lnTo>
                    <a:pt x="281011" y="375965"/>
                  </a:lnTo>
                  <a:lnTo>
                    <a:pt x="228600" y="381000"/>
                  </a:lnTo>
                  <a:lnTo>
                    <a:pt x="176188" y="375965"/>
                  </a:lnTo>
                  <a:lnTo>
                    <a:pt x="128073" y="361627"/>
                  </a:lnTo>
                  <a:lnTo>
                    <a:pt x="85628" y="339132"/>
                  </a:lnTo>
                  <a:lnTo>
                    <a:pt x="50225" y="309625"/>
                  </a:lnTo>
                  <a:lnTo>
                    <a:pt x="23237" y="274253"/>
                  </a:lnTo>
                  <a:lnTo>
                    <a:pt x="6038" y="234162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4"/>
            <p:cNvSpPr/>
            <p:nvPr/>
          </p:nvSpPr>
          <p:spPr>
            <a:xfrm>
              <a:off x="5177282" y="1976627"/>
              <a:ext cx="1757045" cy="2062480"/>
            </a:xfrm>
            <a:custGeom>
              <a:avLst/>
              <a:gdLst/>
              <a:ahLst/>
              <a:cxnLst/>
              <a:rect l="l" t="t" r="r" b="b"/>
              <a:pathLst>
                <a:path w="1757045" h="2062479" extrusionOk="0">
                  <a:moveTo>
                    <a:pt x="1299718" y="1223772"/>
                  </a:moveTo>
                  <a:lnTo>
                    <a:pt x="1285468" y="1184910"/>
                  </a:lnTo>
                  <a:lnTo>
                    <a:pt x="1270381" y="1143762"/>
                  </a:lnTo>
                  <a:lnTo>
                    <a:pt x="1248537" y="1166926"/>
                  </a:lnTo>
                  <a:lnTo>
                    <a:pt x="8636" y="0"/>
                  </a:lnTo>
                  <a:lnTo>
                    <a:pt x="0" y="9144"/>
                  </a:lnTo>
                  <a:lnTo>
                    <a:pt x="1239850" y="1176147"/>
                  </a:lnTo>
                  <a:lnTo>
                    <a:pt x="1218057" y="1199261"/>
                  </a:lnTo>
                  <a:lnTo>
                    <a:pt x="1299718" y="1223772"/>
                  </a:lnTo>
                  <a:close/>
                </a:path>
                <a:path w="1757045" h="2062479" extrusionOk="0">
                  <a:moveTo>
                    <a:pt x="1756918" y="1871472"/>
                  </a:moveTo>
                  <a:lnTo>
                    <a:pt x="1750872" y="1827809"/>
                  </a:lnTo>
                  <a:lnTo>
                    <a:pt x="1733677" y="1787728"/>
                  </a:lnTo>
                  <a:lnTo>
                    <a:pt x="1706689" y="1752358"/>
                  </a:lnTo>
                  <a:lnTo>
                    <a:pt x="1671281" y="1722843"/>
                  </a:lnTo>
                  <a:lnTo>
                    <a:pt x="1628838" y="1700352"/>
                  </a:lnTo>
                  <a:lnTo>
                    <a:pt x="1580718" y="1686013"/>
                  </a:lnTo>
                  <a:lnTo>
                    <a:pt x="1528318" y="1680972"/>
                  </a:lnTo>
                  <a:lnTo>
                    <a:pt x="1475905" y="1686013"/>
                  </a:lnTo>
                  <a:lnTo>
                    <a:pt x="1427784" y="1700352"/>
                  </a:lnTo>
                  <a:lnTo>
                    <a:pt x="1385341" y="1722843"/>
                  </a:lnTo>
                  <a:lnTo>
                    <a:pt x="1349933" y="1752358"/>
                  </a:lnTo>
                  <a:lnTo>
                    <a:pt x="1322946" y="1787728"/>
                  </a:lnTo>
                  <a:lnTo>
                    <a:pt x="1305750" y="1827809"/>
                  </a:lnTo>
                  <a:lnTo>
                    <a:pt x="1299718" y="1871472"/>
                  </a:lnTo>
                  <a:lnTo>
                    <a:pt x="1305750" y="1915147"/>
                  </a:lnTo>
                  <a:lnTo>
                    <a:pt x="1322946" y="1955228"/>
                  </a:lnTo>
                  <a:lnTo>
                    <a:pt x="1349933" y="1990598"/>
                  </a:lnTo>
                  <a:lnTo>
                    <a:pt x="1385341" y="2020112"/>
                  </a:lnTo>
                  <a:lnTo>
                    <a:pt x="1427784" y="2042604"/>
                  </a:lnTo>
                  <a:lnTo>
                    <a:pt x="1475905" y="2056942"/>
                  </a:lnTo>
                  <a:lnTo>
                    <a:pt x="1528318" y="2061972"/>
                  </a:lnTo>
                  <a:lnTo>
                    <a:pt x="1580718" y="2056942"/>
                  </a:lnTo>
                  <a:lnTo>
                    <a:pt x="1628838" y="2042604"/>
                  </a:lnTo>
                  <a:lnTo>
                    <a:pt x="1671281" y="2020112"/>
                  </a:lnTo>
                  <a:lnTo>
                    <a:pt x="1706689" y="1990598"/>
                  </a:lnTo>
                  <a:lnTo>
                    <a:pt x="1733677" y="1955228"/>
                  </a:lnTo>
                  <a:lnTo>
                    <a:pt x="1750872" y="1915147"/>
                  </a:lnTo>
                  <a:lnTo>
                    <a:pt x="1756918" y="18714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4"/>
            <p:cNvSpPr/>
            <p:nvPr/>
          </p:nvSpPr>
          <p:spPr>
            <a:xfrm>
              <a:off x="6477000" y="365760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 extrusionOk="0">
                  <a:moveTo>
                    <a:pt x="0" y="190500"/>
                  </a:moveTo>
                  <a:lnTo>
                    <a:pt x="6038" y="146837"/>
                  </a:lnTo>
                  <a:lnTo>
                    <a:pt x="23237" y="106746"/>
                  </a:lnTo>
                  <a:lnTo>
                    <a:pt x="50225" y="71374"/>
                  </a:lnTo>
                  <a:lnTo>
                    <a:pt x="85628" y="41867"/>
                  </a:lnTo>
                  <a:lnTo>
                    <a:pt x="128073" y="19372"/>
                  </a:lnTo>
                  <a:lnTo>
                    <a:pt x="176188" y="5034"/>
                  </a:lnTo>
                  <a:lnTo>
                    <a:pt x="228600" y="0"/>
                  </a:lnTo>
                  <a:lnTo>
                    <a:pt x="281011" y="5034"/>
                  </a:lnTo>
                  <a:lnTo>
                    <a:pt x="329126" y="19372"/>
                  </a:lnTo>
                  <a:lnTo>
                    <a:pt x="371571" y="41867"/>
                  </a:lnTo>
                  <a:lnTo>
                    <a:pt x="406974" y="71374"/>
                  </a:lnTo>
                  <a:lnTo>
                    <a:pt x="433962" y="106746"/>
                  </a:lnTo>
                  <a:lnTo>
                    <a:pt x="451161" y="146837"/>
                  </a:lnTo>
                  <a:lnTo>
                    <a:pt x="457200" y="190500"/>
                  </a:lnTo>
                  <a:lnTo>
                    <a:pt x="451161" y="234162"/>
                  </a:lnTo>
                  <a:lnTo>
                    <a:pt x="433962" y="274253"/>
                  </a:lnTo>
                  <a:lnTo>
                    <a:pt x="406974" y="309625"/>
                  </a:lnTo>
                  <a:lnTo>
                    <a:pt x="371571" y="339132"/>
                  </a:lnTo>
                  <a:lnTo>
                    <a:pt x="329126" y="361627"/>
                  </a:lnTo>
                  <a:lnTo>
                    <a:pt x="281011" y="375965"/>
                  </a:lnTo>
                  <a:lnTo>
                    <a:pt x="228600" y="381000"/>
                  </a:lnTo>
                  <a:lnTo>
                    <a:pt x="176188" y="375965"/>
                  </a:lnTo>
                  <a:lnTo>
                    <a:pt x="128073" y="361627"/>
                  </a:lnTo>
                  <a:lnTo>
                    <a:pt x="85628" y="339132"/>
                  </a:lnTo>
                  <a:lnTo>
                    <a:pt x="50225" y="309625"/>
                  </a:lnTo>
                  <a:lnTo>
                    <a:pt x="23237" y="274253"/>
                  </a:lnTo>
                  <a:lnTo>
                    <a:pt x="6038" y="234162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14"/>
            <p:cNvSpPr/>
            <p:nvPr/>
          </p:nvSpPr>
          <p:spPr>
            <a:xfrm>
              <a:off x="5176139" y="1977516"/>
              <a:ext cx="2596515" cy="2752090"/>
            </a:xfrm>
            <a:custGeom>
              <a:avLst/>
              <a:gdLst/>
              <a:ahLst/>
              <a:cxnLst/>
              <a:rect l="l" t="t" r="r" b="b"/>
              <a:pathLst>
                <a:path w="2596515" h="2752090" extrusionOk="0">
                  <a:moveTo>
                    <a:pt x="1300861" y="537083"/>
                  </a:moveTo>
                  <a:lnTo>
                    <a:pt x="1228267" y="510857"/>
                  </a:lnTo>
                  <a:lnTo>
                    <a:pt x="1228267" y="572389"/>
                  </a:lnTo>
                  <a:lnTo>
                    <a:pt x="654977" y="909650"/>
                  </a:lnTo>
                  <a:lnTo>
                    <a:pt x="643940" y="894080"/>
                  </a:lnTo>
                  <a:lnTo>
                    <a:pt x="643940" y="916152"/>
                  </a:lnTo>
                  <a:lnTo>
                    <a:pt x="614565" y="933424"/>
                  </a:lnTo>
                  <a:lnTo>
                    <a:pt x="600824" y="927773"/>
                  </a:lnTo>
                  <a:lnTo>
                    <a:pt x="600824" y="941514"/>
                  </a:lnTo>
                  <a:lnTo>
                    <a:pt x="420687" y="1047483"/>
                  </a:lnTo>
                  <a:lnTo>
                    <a:pt x="37833" y="709650"/>
                  </a:lnTo>
                  <a:lnTo>
                    <a:pt x="600824" y="941514"/>
                  </a:lnTo>
                  <a:lnTo>
                    <a:pt x="600824" y="927773"/>
                  </a:lnTo>
                  <a:lnTo>
                    <a:pt x="30530" y="692975"/>
                  </a:lnTo>
                  <a:lnTo>
                    <a:pt x="450837" y="643509"/>
                  </a:lnTo>
                  <a:lnTo>
                    <a:pt x="643940" y="916152"/>
                  </a:lnTo>
                  <a:lnTo>
                    <a:pt x="643940" y="894080"/>
                  </a:lnTo>
                  <a:lnTo>
                    <a:pt x="465264" y="641807"/>
                  </a:lnTo>
                  <a:lnTo>
                    <a:pt x="1221676" y="552792"/>
                  </a:lnTo>
                  <a:lnTo>
                    <a:pt x="1227023" y="561886"/>
                  </a:lnTo>
                  <a:lnTo>
                    <a:pt x="1228267" y="572389"/>
                  </a:lnTo>
                  <a:lnTo>
                    <a:pt x="1228267" y="510857"/>
                  </a:lnTo>
                  <a:lnTo>
                    <a:pt x="1220724" y="508127"/>
                  </a:lnTo>
                  <a:lnTo>
                    <a:pt x="1224432" y="539724"/>
                  </a:lnTo>
                  <a:lnTo>
                    <a:pt x="456882" y="629970"/>
                  </a:lnTo>
                  <a:lnTo>
                    <a:pt x="10668" y="0"/>
                  </a:lnTo>
                  <a:lnTo>
                    <a:pt x="254" y="7366"/>
                  </a:lnTo>
                  <a:lnTo>
                    <a:pt x="442455" y="631672"/>
                  </a:lnTo>
                  <a:lnTo>
                    <a:pt x="4699" y="683133"/>
                  </a:lnTo>
                  <a:lnTo>
                    <a:pt x="5461" y="689483"/>
                  </a:lnTo>
                  <a:lnTo>
                    <a:pt x="1270" y="694182"/>
                  </a:lnTo>
                  <a:lnTo>
                    <a:pt x="409244" y="1054214"/>
                  </a:lnTo>
                  <a:lnTo>
                    <a:pt x="2286" y="1293622"/>
                  </a:lnTo>
                  <a:lnTo>
                    <a:pt x="5461" y="1299083"/>
                  </a:lnTo>
                  <a:lnTo>
                    <a:pt x="3048" y="1304925"/>
                  </a:lnTo>
                  <a:lnTo>
                    <a:pt x="699376" y="1591691"/>
                  </a:lnTo>
                  <a:lnTo>
                    <a:pt x="0" y="2743581"/>
                  </a:lnTo>
                  <a:lnTo>
                    <a:pt x="5461" y="2746883"/>
                  </a:lnTo>
                  <a:lnTo>
                    <a:pt x="9144" y="2752090"/>
                  </a:lnTo>
                  <a:lnTo>
                    <a:pt x="1242250" y="1881568"/>
                  </a:lnTo>
                  <a:lnTo>
                    <a:pt x="1260602" y="1907540"/>
                  </a:lnTo>
                  <a:lnTo>
                    <a:pt x="1284033" y="1863852"/>
                  </a:lnTo>
                  <a:lnTo>
                    <a:pt x="1300861" y="1832483"/>
                  </a:lnTo>
                  <a:lnTo>
                    <a:pt x="1216660" y="1845310"/>
                  </a:lnTo>
                  <a:lnTo>
                    <a:pt x="1234935" y="1871205"/>
                  </a:lnTo>
                  <a:lnTo>
                    <a:pt x="42710" y="2712783"/>
                  </a:lnTo>
                  <a:lnTo>
                    <a:pt x="918832" y="1682064"/>
                  </a:lnTo>
                  <a:lnTo>
                    <a:pt x="1221905" y="1806854"/>
                  </a:lnTo>
                  <a:lnTo>
                    <a:pt x="1218565" y="1810639"/>
                  </a:lnTo>
                  <a:lnTo>
                    <a:pt x="1226553" y="1812772"/>
                  </a:lnTo>
                  <a:lnTo>
                    <a:pt x="1215898" y="1838706"/>
                  </a:lnTo>
                  <a:lnTo>
                    <a:pt x="1300861" y="1832483"/>
                  </a:lnTo>
                  <a:lnTo>
                    <a:pt x="1293444" y="1784350"/>
                  </a:lnTo>
                  <a:lnTo>
                    <a:pt x="1287907" y="1748282"/>
                  </a:lnTo>
                  <a:lnTo>
                    <a:pt x="1271549" y="1759864"/>
                  </a:lnTo>
                  <a:lnTo>
                    <a:pt x="1268984" y="1753489"/>
                  </a:lnTo>
                  <a:lnTo>
                    <a:pt x="1259954" y="1763725"/>
                  </a:lnTo>
                  <a:lnTo>
                    <a:pt x="1251280" y="1751482"/>
                  </a:lnTo>
                  <a:lnTo>
                    <a:pt x="1251280" y="1773555"/>
                  </a:lnTo>
                  <a:lnTo>
                    <a:pt x="1250378" y="1774571"/>
                  </a:lnTo>
                  <a:lnTo>
                    <a:pt x="1244854" y="1768221"/>
                  </a:lnTo>
                  <a:lnTo>
                    <a:pt x="1242898" y="1772970"/>
                  </a:lnTo>
                  <a:lnTo>
                    <a:pt x="1236789" y="1767586"/>
                  </a:lnTo>
                  <a:lnTo>
                    <a:pt x="1236789" y="1784477"/>
                  </a:lnTo>
                  <a:lnTo>
                    <a:pt x="1225677" y="1792351"/>
                  </a:lnTo>
                  <a:lnTo>
                    <a:pt x="1231798" y="1795627"/>
                  </a:lnTo>
                  <a:lnTo>
                    <a:pt x="1230833" y="1796732"/>
                  </a:lnTo>
                  <a:lnTo>
                    <a:pt x="927493" y="1671866"/>
                  </a:lnTo>
                  <a:lnTo>
                    <a:pt x="1005357" y="1580273"/>
                  </a:lnTo>
                  <a:lnTo>
                    <a:pt x="1236789" y="1784477"/>
                  </a:lnTo>
                  <a:lnTo>
                    <a:pt x="1236789" y="1767586"/>
                  </a:lnTo>
                  <a:lnTo>
                    <a:pt x="1013548" y="1570621"/>
                  </a:lnTo>
                  <a:lnTo>
                    <a:pt x="1064806" y="1510334"/>
                  </a:lnTo>
                  <a:lnTo>
                    <a:pt x="1251280" y="1773555"/>
                  </a:lnTo>
                  <a:lnTo>
                    <a:pt x="1251280" y="1751482"/>
                  </a:lnTo>
                  <a:lnTo>
                    <a:pt x="1073327" y="1500301"/>
                  </a:lnTo>
                  <a:lnTo>
                    <a:pt x="1256322" y="1285011"/>
                  </a:lnTo>
                  <a:lnTo>
                    <a:pt x="1280541" y="1305560"/>
                  </a:lnTo>
                  <a:lnTo>
                    <a:pt x="1289964" y="1267206"/>
                  </a:lnTo>
                  <a:lnTo>
                    <a:pt x="1300861" y="1222883"/>
                  </a:lnTo>
                  <a:lnTo>
                    <a:pt x="1284909" y="1204595"/>
                  </a:lnTo>
                  <a:lnTo>
                    <a:pt x="1246695" y="1160741"/>
                  </a:lnTo>
                  <a:lnTo>
                    <a:pt x="1246695" y="1276832"/>
                  </a:lnTo>
                  <a:lnTo>
                    <a:pt x="1065796" y="1489659"/>
                  </a:lnTo>
                  <a:lnTo>
                    <a:pt x="1057262" y="1477619"/>
                  </a:lnTo>
                  <a:lnTo>
                    <a:pt x="1057262" y="1499692"/>
                  </a:lnTo>
                  <a:lnTo>
                    <a:pt x="1004074" y="1562265"/>
                  </a:lnTo>
                  <a:lnTo>
                    <a:pt x="995883" y="1555038"/>
                  </a:lnTo>
                  <a:lnTo>
                    <a:pt x="995883" y="1571917"/>
                  </a:lnTo>
                  <a:lnTo>
                    <a:pt x="915225" y="1666811"/>
                  </a:lnTo>
                  <a:lnTo>
                    <a:pt x="906551" y="1663242"/>
                  </a:lnTo>
                  <a:lnTo>
                    <a:pt x="906551" y="1677009"/>
                  </a:lnTo>
                  <a:lnTo>
                    <a:pt x="52273" y="2682062"/>
                  </a:lnTo>
                  <a:lnTo>
                    <a:pt x="711263" y="1596580"/>
                  </a:lnTo>
                  <a:lnTo>
                    <a:pt x="906551" y="1677009"/>
                  </a:lnTo>
                  <a:lnTo>
                    <a:pt x="906551" y="1663242"/>
                  </a:lnTo>
                  <a:lnTo>
                    <a:pt x="717943" y="1585582"/>
                  </a:lnTo>
                  <a:lnTo>
                    <a:pt x="820305" y="1416977"/>
                  </a:lnTo>
                  <a:lnTo>
                    <a:pt x="995883" y="1571917"/>
                  </a:lnTo>
                  <a:lnTo>
                    <a:pt x="995883" y="1555038"/>
                  </a:lnTo>
                  <a:lnTo>
                    <a:pt x="826973" y="1405991"/>
                  </a:lnTo>
                  <a:lnTo>
                    <a:pt x="902627" y="1281379"/>
                  </a:lnTo>
                  <a:lnTo>
                    <a:pt x="1057262" y="1499692"/>
                  </a:lnTo>
                  <a:lnTo>
                    <a:pt x="1057262" y="1477619"/>
                  </a:lnTo>
                  <a:lnTo>
                    <a:pt x="909840" y="1269492"/>
                  </a:lnTo>
                  <a:lnTo>
                    <a:pt x="920711" y="1251597"/>
                  </a:lnTo>
                  <a:lnTo>
                    <a:pt x="1225156" y="1233665"/>
                  </a:lnTo>
                  <a:lnTo>
                    <a:pt x="1226413" y="1254620"/>
                  </a:lnTo>
                  <a:lnTo>
                    <a:pt x="1222502" y="1256284"/>
                  </a:lnTo>
                  <a:lnTo>
                    <a:pt x="1226731" y="1259890"/>
                  </a:lnTo>
                  <a:lnTo>
                    <a:pt x="1227074" y="1265428"/>
                  </a:lnTo>
                  <a:lnTo>
                    <a:pt x="1230757" y="1263307"/>
                  </a:lnTo>
                  <a:lnTo>
                    <a:pt x="1246695" y="1276832"/>
                  </a:lnTo>
                  <a:lnTo>
                    <a:pt x="1246695" y="1160741"/>
                  </a:lnTo>
                  <a:lnTo>
                    <a:pt x="1244854" y="1158621"/>
                  </a:lnTo>
                  <a:lnTo>
                    <a:pt x="1232801" y="1187932"/>
                  </a:lnTo>
                  <a:lnTo>
                    <a:pt x="1223733" y="1184211"/>
                  </a:lnTo>
                  <a:lnTo>
                    <a:pt x="1223733" y="1210030"/>
                  </a:lnTo>
                  <a:lnTo>
                    <a:pt x="1219111" y="1221282"/>
                  </a:lnTo>
                  <a:lnTo>
                    <a:pt x="928725" y="1238377"/>
                  </a:lnTo>
                  <a:lnTo>
                    <a:pt x="1007338" y="1108900"/>
                  </a:lnTo>
                  <a:lnTo>
                    <a:pt x="1222997" y="1197711"/>
                  </a:lnTo>
                  <a:lnTo>
                    <a:pt x="1223733" y="1210030"/>
                  </a:lnTo>
                  <a:lnTo>
                    <a:pt x="1223733" y="1184211"/>
                  </a:lnTo>
                  <a:lnTo>
                    <a:pt x="1014031" y="1097876"/>
                  </a:lnTo>
                  <a:lnTo>
                    <a:pt x="1266685" y="681710"/>
                  </a:lnTo>
                  <a:lnTo>
                    <a:pt x="1293876" y="698246"/>
                  </a:lnTo>
                  <a:lnTo>
                    <a:pt x="1296670" y="664210"/>
                  </a:lnTo>
                  <a:lnTo>
                    <a:pt x="1300861" y="613283"/>
                  </a:lnTo>
                  <a:lnTo>
                    <a:pt x="1228725" y="658622"/>
                  </a:lnTo>
                  <a:lnTo>
                    <a:pt x="1255864" y="675144"/>
                  </a:lnTo>
                  <a:lnTo>
                    <a:pt x="1002157" y="1092987"/>
                  </a:lnTo>
                  <a:lnTo>
                    <a:pt x="995464" y="1090244"/>
                  </a:lnTo>
                  <a:lnTo>
                    <a:pt x="995464" y="1104023"/>
                  </a:lnTo>
                  <a:lnTo>
                    <a:pt x="913333" y="1239291"/>
                  </a:lnTo>
                  <a:lnTo>
                    <a:pt x="905319" y="1239761"/>
                  </a:lnTo>
                  <a:lnTo>
                    <a:pt x="905319" y="1252499"/>
                  </a:lnTo>
                  <a:lnTo>
                    <a:pt x="901852" y="1258201"/>
                  </a:lnTo>
                  <a:lnTo>
                    <a:pt x="898118" y="1252918"/>
                  </a:lnTo>
                  <a:lnTo>
                    <a:pt x="905319" y="1252499"/>
                  </a:lnTo>
                  <a:lnTo>
                    <a:pt x="905319" y="1239761"/>
                  </a:lnTo>
                  <a:lnTo>
                    <a:pt x="894638" y="1240396"/>
                  </a:lnTo>
                  <a:lnTo>
                    <a:pt x="894638" y="1270101"/>
                  </a:lnTo>
                  <a:lnTo>
                    <a:pt x="817308" y="1397457"/>
                  </a:lnTo>
                  <a:lnTo>
                    <a:pt x="810628" y="1391564"/>
                  </a:lnTo>
                  <a:lnTo>
                    <a:pt x="810628" y="1408442"/>
                  </a:lnTo>
                  <a:lnTo>
                    <a:pt x="706056" y="1580692"/>
                  </a:lnTo>
                  <a:lnTo>
                    <a:pt x="33528" y="1303807"/>
                  </a:lnTo>
                  <a:lnTo>
                    <a:pt x="650887" y="1267472"/>
                  </a:lnTo>
                  <a:lnTo>
                    <a:pt x="810628" y="1408442"/>
                  </a:lnTo>
                  <a:lnTo>
                    <a:pt x="810628" y="1391564"/>
                  </a:lnTo>
                  <a:lnTo>
                    <a:pt x="668807" y="1266418"/>
                  </a:lnTo>
                  <a:lnTo>
                    <a:pt x="883107" y="1253807"/>
                  </a:lnTo>
                  <a:lnTo>
                    <a:pt x="894638" y="1270101"/>
                  </a:lnTo>
                  <a:lnTo>
                    <a:pt x="894638" y="1240396"/>
                  </a:lnTo>
                  <a:lnTo>
                    <a:pt x="889457" y="1240688"/>
                  </a:lnTo>
                  <a:lnTo>
                    <a:pt x="874445" y="1219504"/>
                  </a:lnTo>
                  <a:lnTo>
                    <a:pt x="874445" y="1241564"/>
                  </a:lnTo>
                  <a:lnTo>
                    <a:pt x="655269" y="1254467"/>
                  </a:lnTo>
                  <a:lnTo>
                    <a:pt x="637349" y="1238656"/>
                  </a:lnTo>
                  <a:lnTo>
                    <a:pt x="637349" y="1255522"/>
                  </a:lnTo>
                  <a:lnTo>
                    <a:pt x="31343" y="1291196"/>
                  </a:lnTo>
                  <a:lnTo>
                    <a:pt x="419239" y="1063040"/>
                  </a:lnTo>
                  <a:lnTo>
                    <a:pt x="637349" y="1255522"/>
                  </a:lnTo>
                  <a:lnTo>
                    <a:pt x="637349" y="1238656"/>
                  </a:lnTo>
                  <a:lnTo>
                    <a:pt x="430682" y="1056297"/>
                  </a:lnTo>
                  <a:lnTo>
                    <a:pt x="615543" y="947572"/>
                  </a:lnTo>
                  <a:lnTo>
                    <a:pt x="687057" y="977011"/>
                  </a:lnTo>
                  <a:lnTo>
                    <a:pt x="874445" y="1241564"/>
                  </a:lnTo>
                  <a:lnTo>
                    <a:pt x="874445" y="1219504"/>
                  </a:lnTo>
                  <a:lnTo>
                    <a:pt x="709129" y="986091"/>
                  </a:lnTo>
                  <a:lnTo>
                    <a:pt x="995464" y="1104023"/>
                  </a:lnTo>
                  <a:lnTo>
                    <a:pt x="995464" y="1090244"/>
                  </a:lnTo>
                  <a:lnTo>
                    <a:pt x="695375" y="966685"/>
                  </a:lnTo>
                  <a:lnTo>
                    <a:pt x="673315" y="935558"/>
                  </a:lnTo>
                  <a:lnTo>
                    <a:pt x="673315" y="957605"/>
                  </a:lnTo>
                  <a:lnTo>
                    <a:pt x="629285" y="939482"/>
                  </a:lnTo>
                  <a:lnTo>
                    <a:pt x="651306" y="926541"/>
                  </a:lnTo>
                  <a:lnTo>
                    <a:pt x="673315" y="957605"/>
                  </a:lnTo>
                  <a:lnTo>
                    <a:pt x="673315" y="935558"/>
                  </a:lnTo>
                  <a:lnTo>
                    <a:pt x="662330" y="920051"/>
                  </a:lnTo>
                  <a:lnTo>
                    <a:pt x="1238402" y="581215"/>
                  </a:lnTo>
                  <a:lnTo>
                    <a:pt x="1254506" y="608584"/>
                  </a:lnTo>
                  <a:lnTo>
                    <a:pt x="1283563" y="563753"/>
                  </a:lnTo>
                  <a:lnTo>
                    <a:pt x="1300861" y="537083"/>
                  </a:lnTo>
                  <a:close/>
                </a:path>
                <a:path w="2596515" h="2752090" extrusionOk="0">
                  <a:moveTo>
                    <a:pt x="2596261" y="1908683"/>
                  </a:moveTo>
                  <a:lnTo>
                    <a:pt x="2583561" y="1902333"/>
                  </a:lnTo>
                  <a:lnTo>
                    <a:pt x="2520061" y="1870583"/>
                  </a:lnTo>
                  <a:lnTo>
                    <a:pt x="2520061" y="1902333"/>
                  </a:lnTo>
                  <a:lnTo>
                    <a:pt x="1758061" y="1902333"/>
                  </a:lnTo>
                  <a:lnTo>
                    <a:pt x="1758061" y="1915033"/>
                  </a:lnTo>
                  <a:lnTo>
                    <a:pt x="2520061" y="1915033"/>
                  </a:lnTo>
                  <a:lnTo>
                    <a:pt x="2520061" y="1946783"/>
                  </a:lnTo>
                  <a:lnTo>
                    <a:pt x="2583561" y="1915033"/>
                  </a:lnTo>
                  <a:lnTo>
                    <a:pt x="2596261" y="1908683"/>
                  </a:lnTo>
                  <a:close/>
                </a:path>
                <a:path w="2596515" h="2752090" extrusionOk="0">
                  <a:moveTo>
                    <a:pt x="2596261" y="1222883"/>
                  </a:moveTo>
                  <a:lnTo>
                    <a:pt x="2583561" y="1216533"/>
                  </a:lnTo>
                  <a:lnTo>
                    <a:pt x="2520061" y="1184783"/>
                  </a:lnTo>
                  <a:lnTo>
                    <a:pt x="2520061" y="1216533"/>
                  </a:lnTo>
                  <a:lnTo>
                    <a:pt x="1758061" y="1216533"/>
                  </a:lnTo>
                  <a:lnTo>
                    <a:pt x="1758061" y="1229233"/>
                  </a:lnTo>
                  <a:lnTo>
                    <a:pt x="2520061" y="1229233"/>
                  </a:lnTo>
                  <a:lnTo>
                    <a:pt x="2520061" y="1260983"/>
                  </a:lnTo>
                  <a:lnTo>
                    <a:pt x="2583561" y="1229233"/>
                  </a:lnTo>
                  <a:lnTo>
                    <a:pt x="2596261" y="1222883"/>
                  </a:lnTo>
                  <a:close/>
                </a:path>
                <a:path w="2596515" h="2752090" extrusionOk="0">
                  <a:moveTo>
                    <a:pt x="2596261" y="537083"/>
                  </a:moveTo>
                  <a:lnTo>
                    <a:pt x="2583561" y="530733"/>
                  </a:lnTo>
                  <a:lnTo>
                    <a:pt x="2520061" y="498983"/>
                  </a:lnTo>
                  <a:lnTo>
                    <a:pt x="2520061" y="530733"/>
                  </a:lnTo>
                  <a:lnTo>
                    <a:pt x="1758061" y="530733"/>
                  </a:lnTo>
                  <a:lnTo>
                    <a:pt x="1758061" y="543433"/>
                  </a:lnTo>
                  <a:lnTo>
                    <a:pt x="2520061" y="543433"/>
                  </a:lnTo>
                  <a:lnTo>
                    <a:pt x="2520061" y="575183"/>
                  </a:lnTo>
                  <a:lnTo>
                    <a:pt x="2583561" y="543433"/>
                  </a:lnTo>
                  <a:lnTo>
                    <a:pt x="2596261" y="5370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695" name="Google Shape;69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93872" y="4474845"/>
            <a:ext cx="102870" cy="102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67030" y="4474845"/>
            <a:ext cx="102870" cy="102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67030" y="4657725"/>
            <a:ext cx="102870" cy="102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67030" y="4840605"/>
            <a:ext cx="102870" cy="102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93872" y="4657725"/>
            <a:ext cx="102870" cy="102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93872" y="4840605"/>
            <a:ext cx="102870" cy="10287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14"/>
          <p:cNvSpPr txBox="1"/>
          <p:nvPr/>
        </p:nvSpPr>
        <p:spPr>
          <a:xfrm>
            <a:off x="995074" y="6057900"/>
            <a:ext cx="1001160" cy="34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40" rIns="0" bIns="0" anchor="t" anchorCtr="0">
            <a:spAutoFit/>
          </a:bodyPr>
          <a:lstStyle/>
          <a:p>
            <a:pPr marL="15240" defTabSz="1097280">
              <a:buClr>
                <a:srgbClr val="000000"/>
              </a:buClr>
            </a:pPr>
            <a:r>
              <a:rPr lang="en-US" sz="2160" b="1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sz="216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4"/>
          <p:cNvSpPr txBox="1"/>
          <p:nvPr/>
        </p:nvSpPr>
        <p:spPr>
          <a:xfrm>
            <a:off x="3671014" y="6149341"/>
            <a:ext cx="1865880" cy="68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40" rIns="0" bIns="0" anchor="t" anchorCtr="0">
            <a:spAutoFit/>
          </a:bodyPr>
          <a:lstStyle/>
          <a:p>
            <a:pPr marL="15240" defTabSz="1097280">
              <a:buClr>
                <a:srgbClr val="000000"/>
              </a:buClr>
            </a:pPr>
            <a:r>
              <a:rPr lang="en-US" sz="2160" b="1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 Hidden</a:t>
            </a:r>
            <a:endParaRPr sz="216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" defTabSz="1097280">
              <a:buClr>
                <a:srgbClr val="000000"/>
              </a:buClr>
            </a:pPr>
            <a:r>
              <a:rPr lang="en-US" sz="2160" b="1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sz="216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4"/>
          <p:cNvSpPr txBox="1"/>
          <p:nvPr/>
        </p:nvSpPr>
        <p:spPr>
          <a:xfrm>
            <a:off x="6955234" y="6149341"/>
            <a:ext cx="2307600" cy="68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40" rIns="0" bIns="0" anchor="t" anchorCtr="0">
            <a:spAutoFit/>
          </a:bodyPr>
          <a:lstStyle/>
          <a:p>
            <a:pPr marL="15240" defTabSz="1097280">
              <a:buClr>
                <a:srgbClr val="000000"/>
              </a:buClr>
            </a:pPr>
            <a:r>
              <a:rPr lang="en-US" sz="2160" b="1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Hidden</a:t>
            </a:r>
            <a:endParaRPr sz="216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" defTabSz="1097280">
              <a:buClr>
                <a:srgbClr val="000000"/>
              </a:buClr>
            </a:pPr>
            <a:r>
              <a:rPr lang="en-US" sz="2160" b="1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sz="216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4"/>
          <p:cNvSpPr txBox="1"/>
          <p:nvPr/>
        </p:nvSpPr>
        <p:spPr>
          <a:xfrm>
            <a:off x="10360865" y="5692141"/>
            <a:ext cx="1128960" cy="68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40" rIns="0" bIns="0" anchor="t" anchorCtr="0">
            <a:spAutoFit/>
          </a:bodyPr>
          <a:lstStyle/>
          <a:p>
            <a:pPr marL="15240" marR="6096" defTabSz="1097280">
              <a:buClr>
                <a:srgbClr val="000000"/>
              </a:buClr>
            </a:pPr>
            <a:r>
              <a:rPr lang="en-US" sz="2160" b="1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 Layer</a:t>
            </a:r>
            <a:endParaRPr sz="216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382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5"/>
          <p:cNvSpPr txBox="1">
            <a:spLocks noGrp="1"/>
          </p:cNvSpPr>
          <p:nvPr>
            <p:ph type="title"/>
          </p:nvPr>
        </p:nvSpPr>
        <p:spPr>
          <a:xfrm>
            <a:off x="1021423" y="1119572"/>
            <a:ext cx="12587040" cy="68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40" rIns="0" bIns="0" anchor="t" anchorCtr="0">
            <a:spAutoFit/>
          </a:bodyPr>
          <a:lstStyle/>
          <a:p>
            <a:pPr marL="15240" marR="6096" indent="1644396"/>
            <a:r>
              <a:rPr lang="en-US" sz="4320" b="0">
                <a:latin typeface="Calibri"/>
                <a:ea typeface="Calibri"/>
                <a:cs typeface="Calibri"/>
                <a:sym typeface="Calibri"/>
              </a:rPr>
              <a:t>Signal Flow  Backpropagation of Errors</a:t>
            </a:r>
            <a:endParaRPr sz="432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0" name="Google Shape;710;p15"/>
          <p:cNvGrpSpPr/>
          <p:nvPr/>
        </p:nvGrpSpPr>
        <p:grpSpPr>
          <a:xfrm>
            <a:off x="747788" y="2560320"/>
            <a:ext cx="12039905" cy="2834640"/>
            <a:chOff x="457200" y="2133600"/>
            <a:chExt cx="7543800" cy="2362200"/>
          </a:xfrm>
        </p:grpSpPr>
        <p:sp>
          <p:nvSpPr>
            <p:cNvPr id="711" name="Google Shape;711;p15"/>
            <p:cNvSpPr/>
            <p:nvPr/>
          </p:nvSpPr>
          <p:spPr>
            <a:xfrm>
              <a:off x="2133600" y="2133600"/>
              <a:ext cx="838200" cy="762000"/>
            </a:xfrm>
            <a:custGeom>
              <a:avLst/>
              <a:gdLst/>
              <a:ahLst/>
              <a:cxnLst/>
              <a:rect l="l" t="t" r="r" b="b"/>
              <a:pathLst>
                <a:path w="838200" h="762000" extrusionOk="0">
                  <a:moveTo>
                    <a:pt x="419100" y="0"/>
                  </a:moveTo>
                  <a:lnTo>
                    <a:pt x="370213" y="2563"/>
                  </a:lnTo>
                  <a:lnTo>
                    <a:pt x="322985" y="10061"/>
                  </a:lnTo>
                  <a:lnTo>
                    <a:pt x="277731" y="22209"/>
                  </a:lnTo>
                  <a:lnTo>
                    <a:pt x="234764" y="38722"/>
                  </a:lnTo>
                  <a:lnTo>
                    <a:pt x="194399" y="59312"/>
                  </a:lnTo>
                  <a:lnTo>
                    <a:pt x="156949" y="83695"/>
                  </a:lnTo>
                  <a:lnTo>
                    <a:pt x="122729" y="111585"/>
                  </a:lnTo>
                  <a:lnTo>
                    <a:pt x="92053" y="142696"/>
                  </a:lnTo>
                  <a:lnTo>
                    <a:pt x="65234" y="176742"/>
                  </a:lnTo>
                  <a:lnTo>
                    <a:pt x="42587" y="213437"/>
                  </a:lnTo>
                  <a:lnTo>
                    <a:pt x="24426" y="252497"/>
                  </a:lnTo>
                  <a:lnTo>
                    <a:pt x="11065" y="293634"/>
                  </a:lnTo>
                  <a:lnTo>
                    <a:pt x="2818" y="336563"/>
                  </a:lnTo>
                  <a:lnTo>
                    <a:pt x="0" y="381000"/>
                  </a:lnTo>
                  <a:lnTo>
                    <a:pt x="2818" y="425436"/>
                  </a:lnTo>
                  <a:lnTo>
                    <a:pt x="11065" y="468365"/>
                  </a:lnTo>
                  <a:lnTo>
                    <a:pt x="24426" y="509502"/>
                  </a:lnTo>
                  <a:lnTo>
                    <a:pt x="42587" y="548562"/>
                  </a:lnTo>
                  <a:lnTo>
                    <a:pt x="65234" y="585257"/>
                  </a:lnTo>
                  <a:lnTo>
                    <a:pt x="92053" y="619303"/>
                  </a:lnTo>
                  <a:lnTo>
                    <a:pt x="122729" y="650414"/>
                  </a:lnTo>
                  <a:lnTo>
                    <a:pt x="156949" y="678304"/>
                  </a:lnTo>
                  <a:lnTo>
                    <a:pt x="194399" y="702687"/>
                  </a:lnTo>
                  <a:lnTo>
                    <a:pt x="234764" y="723277"/>
                  </a:lnTo>
                  <a:lnTo>
                    <a:pt x="277731" y="739790"/>
                  </a:lnTo>
                  <a:lnTo>
                    <a:pt x="322985" y="751938"/>
                  </a:lnTo>
                  <a:lnTo>
                    <a:pt x="370213" y="759436"/>
                  </a:lnTo>
                  <a:lnTo>
                    <a:pt x="419100" y="762000"/>
                  </a:lnTo>
                  <a:lnTo>
                    <a:pt x="467986" y="759436"/>
                  </a:lnTo>
                  <a:lnTo>
                    <a:pt x="515214" y="751938"/>
                  </a:lnTo>
                  <a:lnTo>
                    <a:pt x="560468" y="739790"/>
                  </a:lnTo>
                  <a:lnTo>
                    <a:pt x="603435" y="723277"/>
                  </a:lnTo>
                  <a:lnTo>
                    <a:pt x="643800" y="702687"/>
                  </a:lnTo>
                  <a:lnTo>
                    <a:pt x="681250" y="678304"/>
                  </a:lnTo>
                  <a:lnTo>
                    <a:pt x="715470" y="650414"/>
                  </a:lnTo>
                  <a:lnTo>
                    <a:pt x="746146" y="619303"/>
                  </a:lnTo>
                  <a:lnTo>
                    <a:pt x="772965" y="585257"/>
                  </a:lnTo>
                  <a:lnTo>
                    <a:pt x="795612" y="548562"/>
                  </a:lnTo>
                  <a:lnTo>
                    <a:pt x="813773" y="509502"/>
                  </a:lnTo>
                  <a:lnTo>
                    <a:pt x="827134" y="468365"/>
                  </a:lnTo>
                  <a:lnTo>
                    <a:pt x="835381" y="425436"/>
                  </a:lnTo>
                  <a:lnTo>
                    <a:pt x="838200" y="381000"/>
                  </a:lnTo>
                  <a:lnTo>
                    <a:pt x="835381" y="336563"/>
                  </a:lnTo>
                  <a:lnTo>
                    <a:pt x="827134" y="293634"/>
                  </a:lnTo>
                  <a:lnTo>
                    <a:pt x="813773" y="252497"/>
                  </a:lnTo>
                  <a:lnTo>
                    <a:pt x="795612" y="213437"/>
                  </a:lnTo>
                  <a:lnTo>
                    <a:pt x="772965" y="176742"/>
                  </a:lnTo>
                  <a:lnTo>
                    <a:pt x="746146" y="142696"/>
                  </a:lnTo>
                  <a:lnTo>
                    <a:pt x="715470" y="111585"/>
                  </a:lnTo>
                  <a:lnTo>
                    <a:pt x="681250" y="83695"/>
                  </a:lnTo>
                  <a:lnTo>
                    <a:pt x="643800" y="59312"/>
                  </a:lnTo>
                  <a:lnTo>
                    <a:pt x="603435" y="38722"/>
                  </a:lnTo>
                  <a:lnTo>
                    <a:pt x="560468" y="22209"/>
                  </a:lnTo>
                  <a:lnTo>
                    <a:pt x="515214" y="10061"/>
                  </a:lnTo>
                  <a:lnTo>
                    <a:pt x="467986" y="2563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15"/>
            <p:cNvSpPr/>
            <p:nvPr/>
          </p:nvSpPr>
          <p:spPr>
            <a:xfrm>
              <a:off x="2133600" y="2133600"/>
              <a:ext cx="2971800" cy="762000"/>
            </a:xfrm>
            <a:custGeom>
              <a:avLst/>
              <a:gdLst/>
              <a:ahLst/>
              <a:cxnLst/>
              <a:rect l="l" t="t" r="r" b="b"/>
              <a:pathLst>
                <a:path w="2971800" h="762000" extrusionOk="0">
                  <a:moveTo>
                    <a:pt x="0" y="381000"/>
                  </a:moveTo>
                  <a:lnTo>
                    <a:pt x="2818" y="336563"/>
                  </a:lnTo>
                  <a:lnTo>
                    <a:pt x="11065" y="293634"/>
                  </a:lnTo>
                  <a:lnTo>
                    <a:pt x="24426" y="252497"/>
                  </a:lnTo>
                  <a:lnTo>
                    <a:pt x="42587" y="213437"/>
                  </a:lnTo>
                  <a:lnTo>
                    <a:pt x="65234" y="176742"/>
                  </a:lnTo>
                  <a:lnTo>
                    <a:pt x="92053" y="142696"/>
                  </a:lnTo>
                  <a:lnTo>
                    <a:pt x="122729" y="111585"/>
                  </a:lnTo>
                  <a:lnTo>
                    <a:pt x="156949" y="83695"/>
                  </a:lnTo>
                  <a:lnTo>
                    <a:pt x="194399" y="59312"/>
                  </a:lnTo>
                  <a:lnTo>
                    <a:pt x="234764" y="38722"/>
                  </a:lnTo>
                  <a:lnTo>
                    <a:pt x="277731" y="22209"/>
                  </a:lnTo>
                  <a:lnTo>
                    <a:pt x="322985" y="10061"/>
                  </a:lnTo>
                  <a:lnTo>
                    <a:pt x="370213" y="2563"/>
                  </a:lnTo>
                  <a:lnTo>
                    <a:pt x="419100" y="0"/>
                  </a:lnTo>
                  <a:lnTo>
                    <a:pt x="467986" y="2563"/>
                  </a:lnTo>
                  <a:lnTo>
                    <a:pt x="515214" y="10061"/>
                  </a:lnTo>
                  <a:lnTo>
                    <a:pt x="560468" y="22209"/>
                  </a:lnTo>
                  <a:lnTo>
                    <a:pt x="603435" y="38722"/>
                  </a:lnTo>
                  <a:lnTo>
                    <a:pt x="643800" y="59312"/>
                  </a:lnTo>
                  <a:lnTo>
                    <a:pt x="681250" y="83695"/>
                  </a:lnTo>
                  <a:lnTo>
                    <a:pt x="715470" y="111585"/>
                  </a:lnTo>
                  <a:lnTo>
                    <a:pt x="746146" y="142696"/>
                  </a:lnTo>
                  <a:lnTo>
                    <a:pt x="772965" y="176742"/>
                  </a:lnTo>
                  <a:lnTo>
                    <a:pt x="795612" y="213437"/>
                  </a:lnTo>
                  <a:lnTo>
                    <a:pt x="813773" y="252497"/>
                  </a:lnTo>
                  <a:lnTo>
                    <a:pt x="827134" y="293634"/>
                  </a:lnTo>
                  <a:lnTo>
                    <a:pt x="835381" y="336563"/>
                  </a:lnTo>
                  <a:lnTo>
                    <a:pt x="838200" y="381000"/>
                  </a:lnTo>
                  <a:lnTo>
                    <a:pt x="835381" y="425436"/>
                  </a:lnTo>
                  <a:lnTo>
                    <a:pt x="827134" y="468365"/>
                  </a:lnTo>
                  <a:lnTo>
                    <a:pt x="813773" y="509502"/>
                  </a:lnTo>
                  <a:lnTo>
                    <a:pt x="795612" y="548562"/>
                  </a:lnTo>
                  <a:lnTo>
                    <a:pt x="772965" y="585257"/>
                  </a:lnTo>
                  <a:lnTo>
                    <a:pt x="746146" y="619303"/>
                  </a:lnTo>
                  <a:lnTo>
                    <a:pt x="715470" y="650414"/>
                  </a:lnTo>
                  <a:lnTo>
                    <a:pt x="681250" y="678304"/>
                  </a:lnTo>
                  <a:lnTo>
                    <a:pt x="643800" y="702687"/>
                  </a:lnTo>
                  <a:lnTo>
                    <a:pt x="603435" y="723277"/>
                  </a:lnTo>
                  <a:lnTo>
                    <a:pt x="560468" y="739790"/>
                  </a:lnTo>
                  <a:lnTo>
                    <a:pt x="515214" y="751938"/>
                  </a:lnTo>
                  <a:lnTo>
                    <a:pt x="467986" y="759436"/>
                  </a:lnTo>
                  <a:lnTo>
                    <a:pt x="419100" y="762000"/>
                  </a:lnTo>
                  <a:lnTo>
                    <a:pt x="370213" y="759436"/>
                  </a:lnTo>
                  <a:lnTo>
                    <a:pt x="322985" y="751938"/>
                  </a:lnTo>
                  <a:lnTo>
                    <a:pt x="277731" y="739790"/>
                  </a:lnTo>
                  <a:lnTo>
                    <a:pt x="234764" y="723277"/>
                  </a:lnTo>
                  <a:lnTo>
                    <a:pt x="194399" y="702687"/>
                  </a:lnTo>
                  <a:lnTo>
                    <a:pt x="156949" y="678304"/>
                  </a:lnTo>
                  <a:lnTo>
                    <a:pt x="122729" y="650414"/>
                  </a:lnTo>
                  <a:lnTo>
                    <a:pt x="92053" y="619303"/>
                  </a:lnTo>
                  <a:lnTo>
                    <a:pt x="65234" y="585257"/>
                  </a:lnTo>
                  <a:lnTo>
                    <a:pt x="42587" y="548562"/>
                  </a:lnTo>
                  <a:lnTo>
                    <a:pt x="24426" y="509502"/>
                  </a:lnTo>
                  <a:lnTo>
                    <a:pt x="11065" y="468365"/>
                  </a:lnTo>
                  <a:lnTo>
                    <a:pt x="2818" y="425436"/>
                  </a:lnTo>
                  <a:lnTo>
                    <a:pt x="0" y="381000"/>
                  </a:lnTo>
                  <a:close/>
                </a:path>
                <a:path w="2971800" h="762000" extrusionOk="0">
                  <a:moveTo>
                    <a:pt x="838200" y="304800"/>
                  </a:moveTo>
                  <a:lnTo>
                    <a:pt x="2971800" y="3048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15"/>
            <p:cNvSpPr/>
            <p:nvPr/>
          </p:nvSpPr>
          <p:spPr>
            <a:xfrm>
              <a:off x="6172200" y="2819400"/>
              <a:ext cx="838200" cy="762000"/>
            </a:xfrm>
            <a:custGeom>
              <a:avLst/>
              <a:gdLst/>
              <a:ahLst/>
              <a:cxnLst/>
              <a:rect l="l" t="t" r="r" b="b"/>
              <a:pathLst>
                <a:path w="838200" h="762000" extrusionOk="0">
                  <a:moveTo>
                    <a:pt x="419100" y="0"/>
                  </a:moveTo>
                  <a:lnTo>
                    <a:pt x="370213" y="2563"/>
                  </a:lnTo>
                  <a:lnTo>
                    <a:pt x="322985" y="10061"/>
                  </a:lnTo>
                  <a:lnTo>
                    <a:pt x="277731" y="22209"/>
                  </a:lnTo>
                  <a:lnTo>
                    <a:pt x="234764" y="38722"/>
                  </a:lnTo>
                  <a:lnTo>
                    <a:pt x="194399" y="59312"/>
                  </a:lnTo>
                  <a:lnTo>
                    <a:pt x="156949" y="83695"/>
                  </a:lnTo>
                  <a:lnTo>
                    <a:pt x="122729" y="111585"/>
                  </a:lnTo>
                  <a:lnTo>
                    <a:pt x="92053" y="142696"/>
                  </a:lnTo>
                  <a:lnTo>
                    <a:pt x="65234" y="176742"/>
                  </a:lnTo>
                  <a:lnTo>
                    <a:pt x="42587" y="213437"/>
                  </a:lnTo>
                  <a:lnTo>
                    <a:pt x="24426" y="252497"/>
                  </a:lnTo>
                  <a:lnTo>
                    <a:pt x="11065" y="293634"/>
                  </a:lnTo>
                  <a:lnTo>
                    <a:pt x="2818" y="336563"/>
                  </a:lnTo>
                  <a:lnTo>
                    <a:pt x="0" y="381000"/>
                  </a:lnTo>
                  <a:lnTo>
                    <a:pt x="2818" y="425436"/>
                  </a:lnTo>
                  <a:lnTo>
                    <a:pt x="11065" y="468365"/>
                  </a:lnTo>
                  <a:lnTo>
                    <a:pt x="24426" y="509502"/>
                  </a:lnTo>
                  <a:lnTo>
                    <a:pt x="42587" y="548562"/>
                  </a:lnTo>
                  <a:lnTo>
                    <a:pt x="65234" y="585257"/>
                  </a:lnTo>
                  <a:lnTo>
                    <a:pt x="92053" y="619303"/>
                  </a:lnTo>
                  <a:lnTo>
                    <a:pt x="122729" y="650414"/>
                  </a:lnTo>
                  <a:lnTo>
                    <a:pt x="156949" y="678304"/>
                  </a:lnTo>
                  <a:lnTo>
                    <a:pt x="194399" y="702687"/>
                  </a:lnTo>
                  <a:lnTo>
                    <a:pt x="234764" y="723277"/>
                  </a:lnTo>
                  <a:lnTo>
                    <a:pt x="277731" y="739790"/>
                  </a:lnTo>
                  <a:lnTo>
                    <a:pt x="322985" y="751938"/>
                  </a:lnTo>
                  <a:lnTo>
                    <a:pt x="370213" y="759436"/>
                  </a:lnTo>
                  <a:lnTo>
                    <a:pt x="419100" y="762000"/>
                  </a:lnTo>
                  <a:lnTo>
                    <a:pt x="467986" y="759436"/>
                  </a:lnTo>
                  <a:lnTo>
                    <a:pt x="515214" y="751938"/>
                  </a:lnTo>
                  <a:lnTo>
                    <a:pt x="560468" y="739790"/>
                  </a:lnTo>
                  <a:lnTo>
                    <a:pt x="603435" y="723277"/>
                  </a:lnTo>
                  <a:lnTo>
                    <a:pt x="643800" y="702687"/>
                  </a:lnTo>
                  <a:lnTo>
                    <a:pt x="681250" y="678304"/>
                  </a:lnTo>
                  <a:lnTo>
                    <a:pt x="715470" y="650414"/>
                  </a:lnTo>
                  <a:lnTo>
                    <a:pt x="746146" y="619303"/>
                  </a:lnTo>
                  <a:lnTo>
                    <a:pt x="772965" y="585257"/>
                  </a:lnTo>
                  <a:lnTo>
                    <a:pt x="795612" y="548562"/>
                  </a:lnTo>
                  <a:lnTo>
                    <a:pt x="813773" y="509502"/>
                  </a:lnTo>
                  <a:lnTo>
                    <a:pt x="827134" y="468365"/>
                  </a:lnTo>
                  <a:lnTo>
                    <a:pt x="835381" y="425436"/>
                  </a:lnTo>
                  <a:lnTo>
                    <a:pt x="838200" y="381000"/>
                  </a:lnTo>
                  <a:lnTo>
                    <a:pt x="835381" y="336563"/>
                  </a:lnTo>
                  <a:lnTo>
                    <a:pt x="827134" y="293634"/>
                  </a:lnTo>
                  <a:lnTo>
                    <a:pt x="813773" y="252497"/>
                  </a:lnTo>
                  <a:lnTo>
                    <a:pt x="795612" y="213437"/>
                  </a:lnTo>
                  <a:lnTo>
                    <a:pt x="772965" y="176742"/>
                  </a:lnTo>
                  <a:lnTo>
                    <a:pt x="746146" y="142696"/>
                  </a:lnTo>
                  <a:lnTo>
                    <a:pt x="715470" y="111585"/>
                  </a:lnTo>
                  <a:lnTo>
                    <a:pt x="681250" y="83695"/>
                  </a:lnTo>
                  <a:lnTo>
                    <a:pt x="643800" y="59312"/>
                  </a:lnTo>
                  <a:lnTo>
                    <a:pt x="603435" y="38722"/>
                  </a:lnTo>
                  <a:lnTo>
                    <a:pt x="560468" y="22209"/>
                  </a:lnTo>
                  <a:lnTo>
                    <a:pt x="515214" y="10061"/>
                  </a:lnTo>
                  <a:lnTo>
                    <a:pt x="467986" y="2563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15"/>
            <p:cNvSpPr/>
            <p:nvPr/>
          </p:nvSpPr>
          <p:spPr>
            <a:xfrm>
              <a:off x="6172200" y="2819400"/>
              <a:ext cx="838200" cy="762000"/>
            </a:xfrm>
            <a:custGeom>
              <a:avLst/>
              <a:gdLst/>
              <a:ahLst/>
              <a:cxnLst/>
              <a:rect l="l" t="t" r="r" b="b"/>
              <a:pathLst>
                <a:path w="838200" h="762000" extrusionOk="0">
                  <a:moveTo>
                    <a:pt x="0" y="381000"/>
                  </a:moveTo>
                  <a:lnTo>
                    <a:pt x="2818" y="336563"/>
                  </a:lnTo>
                  <a:lnTo>
                    <a:pt x="11065" y="293634"/>
                  </a:lnTo>
                  <a:lnTo>
                    <a:pt x="24426" y="252497"/>
                  </a:lnTo>
                  <a:lnTo>
                    <a:pt x="42587" y="213437"/>
                  </a:lnTo>
                  <a:lnTo>
                    <a:pt x="65234" y="176742"/>
                  </a:lnTo>
                  <a:lnTo>
                    <a:pt x="92053" y="142696"/>
                  </a:lnTo>
                  <a:lnTo>
                    <a:pt x="122729" y="111585"/>
                  </a:lnTo>
                  <a:lnTo>
                    <a:pt x="156949" y="83695"/>
                  </a:lnTo>
                  <a:lnTo>
                    <a:pt x="194399" y="59312"/>
                  </a:lnTo>
                  <a:lnTo>
                    <a:pt x="234764" y="38722"/>
                  </a:lnTo>
                  <a:lnTo>
                    <a:pt x="277731" y="22209"/>
                  </a:lnTo>
                  <a:lnTo>
                    <a:pt x="322985" y="10061"/>
                  </a:lnTo>
                  <a:lnTo>
                    <a:pt x="370213" y="2563"/>
                  </a:lnTo>
                  <a:lnTo>
                    <a:pt x="419100" y="0"/>
                  </a:lnTo>
                  <a:lnTo>
                    <a:pt x="467986" y="2563"/>
                  </a:lnTo>
                  <a:lnTo>
                    <a:pt x="515214" y="10061"/>
                  </a:lnTo>
                  <a:lnTo>
                    <a:pt x="560468" y="22209"/>
                  </a:lnTo>
                  <a:lnTo>
                    <a:pt x="603435" y="38722"/>
                  </a:lnTo>
                  <a:lnTo>
                    <a:pt x="643800" y="59312"/>
                  </a:lnTo>
                  <a:lnTo>
                    <a:pt x="681250" y="83695"/>
                  </a:lnTo>
                  <a:lnTo>
                    <a:pt x="715470" y="111585"/>
                  </a:lnTo>
                  <a:lnTo>
                    <a:pt x="746146" y="142696"/>
                  </a:lnTo>
                  <a:lnTo>
                    <a:pt x="772965" y="176742"/>
                  </a:lnTo>
                  <a:lnTo>
                    <a:pt x="795612" y="213437"/>
                  </a:lnTo>
                  <a:lnTo>
                    <a:pt x="813773" y="252497"/>
                  </a:lnTo>
                  <a:lnTo>
                    <a:pt x="827134" y="293634"/>
                  </a:lnTo>
                  <a:lnTo>
                    <a:pt x="835381" y="336563"/>
                  </a:lnTo>
                  <a:lnTo>
                    <a:pt x="838200" y="381000"/>
                  </a:lnTo>
                  <a:lnTo>
                    <a:pt x="835381" y="425436"/>
                  </a:lnTo>
                  <a:lnTo>
                    <a:pt x="827134" y="468365"/>
                  </a:lnTo>
                  <a:lnTo>
                    <a:pt x="813773" y="509502"/>
                  </a:lnTo>
                  <a:lnTo>
                    <a:pt x="795612" y="548562"/>
                  </a:lnTo>
                  <a:lnTo>
                    <a:pt x="772965" y="585257"/>
                  </a:lnTo>
                  <a:lnTo>
                    <a:pt x="746146" y="619303"/>
                  </a:lnTo>
                  <a:lnTo>
                    <a:pt x="715470" y="650414"/>
                  </a:lnTo>
                  <a:lnTo>
                    <a:pt x="681250" y="678304"/>
                  </a:lnTo>
                  <a:lnTo>
                    <a:pt x="643800" y="702687"/>
                  </a:lnTo>
                  <a:lnTo>
                    <a:pt x="603435" y="723277"/>
                  </a:lnTo>
                  <a:lnTo>
                    <a:pt x="560468" y="739790"/>
                  </a:lnTo>
                  <a:lnTo>
                    <a:pt x="515214" y="751938"/>
                  </a:lnTo>
                  <a:lnTo>
                    <a:pt x="467986" y="759436"/>
                  </a:lnTo>
                  <a:lnTo>
                    <a:pt x="419100" y="762000"/>
                  </a:lnTo>
                  <a:lnTo>
                    <a:pt x="370213" y="759436"/>
                  </a:lnTo>
                  <a:lnTo>
                    <a:pt x="322985" y="751938"/>
                  </a:lnTo>
                  <a:lnTo>
                    <a:pt x="277731" y="739790"/>
                  </a:lnTo>
                  <a:lnTo>
                    <a:pt x="234764" y="723277"/>
                  </a:lnTo>
                  <a:lnTo>
                    <a:pt x="194399" y="702687"/>
                  </a:lnTo>
                  <a:lnTo>
                    <a:pt x="156949" y="678304"/>
                  </a:lnTo>
                  <a:lnTo>
                    <a:pt x="122729" y="650414"/>
                  </a:lnTo>
                  <a:lnTo>
                    <a:pt x="92053" y="619303"/>
                  </a:lnTo>
                  <a:lnTo>
                    <a:pt x="65234" y="585257"/>
                  </a:lnTo>
                  <a:lnTo>
                    <a:pt x="42587" y="548562"/>
                  </a:lnTo>
                  <a:lnTo>
                    <a:pt x="24426" y="509502"/>
                  </a:lnTo>
                  <a:lnTo>
                    <a:pt x="11065" y="468365"/>
                  </a:lnTo>
                  <a:lnTo>
                    <a:pt x="2818" y="425436"/>
                  </a:lnTo>
                  <a:lnTo>
                    <a:pt x="0" y="3810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15"/>
            <p:cNvSpPr/>
            <p:nvPr/>
          </p:nvSpPr>
          <p:spPr>
            <a:xfrm>
              <a:off x="2133600" y="2432684"/>
              <a:ext cx="4114800" cy="2063114"/>
            </a:xfrm>
            <a:custGeom>
              <a:avLst/>
              <a:gdLst/>
              <a:ahLst/>
              <a:cxnLst/>
              <a:rect l="l" t="t" r="r" b="b"/>
              <a:pathLst>
                <a:path w="4114800" h="2063114" extrusionOk="0">
                  <a:moveTo>
                    <a:pt x="838200" y="1682115"/>
                  </a:moveTo>
                  <a:lnTo>
                    <a:pt x="835380" y="1637690"/>
                  </a:lnTo>
                  <a:lnTo>
                    <a:pt x="827125" y="1594751"/>
                  </a:lnTo>
                  <a:lnTo>
                    <a:pt x="813765" y="1553616"/>
                  </a:lnTo>
                  <a:lnTo>
                    <a:pt x="795604" y="1514563"/>
                  </a:lnTo>
                  <a:lnTo>
                    <a:pt x="772960" y="1477860"/>
                  </a:lnTo>
                  <a:lnTo>
                    <a:pt x="746137" y="1443812"/>
                  </a:lnTo>
                  <a:lnTo>
                    <a:pt x="715467" y="1412709"/>
                  </a:lnTo>
                  <a:lnTo>
                    <a:pt x="681240" y="1384820"/>
                  </a:lnTo>
                  <a:lnTo>
                    <a:pt x="643788" y="1360436"/>
                  </a:lnTo>
                  <a:lnTo>
                    <a:pt x="603427" y="1339837"/>
                  </a:lnTo>
                  <a:lnTo>
                    <a:pt x="560463" y="1323327"/>
                  </a:lnTo>
                  <a:lnTo>
                    <a:pt x="515213" y="1311186"/>
                  </a:lnTo>
                  <a:lnTo>
                    <a:pt x="467982" y="1303680"/>
                  </a:lnTo>
                  <a:lnTo>
                    <a:pt x="419100" y="1301115"/>
                  </a:lnTo>
                  <a:lnTo>
                    <a:pt x="370205" y="1303680"/>
                  </a:lnTo>
                  <a:lnTo>
                    <a:pt x="322973" y="1311186"/>
                  </a:lnTo>
                  <a:lnTo>
                    <a:pt x="277723" y="1323327"/>
                  </a:lnTo>
                  <a:lnTo>
                    <a:pt x="234759" y="1339837"/>
                  </a:lnTo>
                  <a:lnTo>
                    <a:pt x="194398" y="1360436"/>
                  </a:lnTo>
                  <a:lnTo>
                    <a:pt x="156946" y="1384820"/>
                  </a:lnTo>
                  <a:lnTo>
                    <a:pt x="122720" y="1412709"/>
                  </a:lnTo>
                  <a:lnTo>
                    <a:pt x="92049" y="1443812"/>
                  </a:lnTo>
                  <a:lnTo>
                    <a:pt x="65227" y="1477860"/>
                  </a:lnTo>
                  <a:lnTo>
                    <a:pt x="42583" y="1514563"/>
                  </a:lnTo>
                  <a:lnTo>
                    <a:pt x="24422" y="1553616"/>
                  </a:lnTo>
                  <a:lnTo>
                    <a:pt x="11061" y="1594751"/>
                  </a:lnTo>
                  <a:lnTo>
                    <a:pt x="2806" y="1637690"/>
                  </a:lnTo>
                  <a:lnTo>
                    <a:pt x="0" y="1682115"/>
                  </a:lnTo>
                  <a:lnTo>
                    <a:pt x="2806" y="1726552"/>
                  </a:lnTo>
                  <a:lnTo>
                    <a:pt x="11061" y="1769491"/>
                  </a:lnTo>
                  <a:lnTo>
                    <a:pt x="24422" y="1810626"/>
                  </a:lnTo>
                  <a:lnTo>
                    <a:pt x="42583" y="1849678"/>
                  </a:lnTo>
                  <a:lnTo>
                    <a:pt x="65227" y="1886381"/>
                  </a:lnTo>
                  <a:lnTo>
                    <a:pt x="92049" y="1920430"/>
                  </a:lnTo>
                  <a:lnTo>
                    <a:pt x="122720" y="1951532"/>
                  </a:lnTo>
                  <a:lnTo>
                    <a:pt x="156946" y="1979422"/>
                  </a:lnTo>
                  <a:lnTo>
                    <a:pt x="194398" y="2003806"/>
                  </a:lnTo>
                  <a:lnTo>
                    <a:pt x="234759" y="2024405"/>
                  </a:lnTo>
                  <a:lnTo>
                    <a:pt x="277723" y="2040915"/>
                  </a:lnTo>
                  <a:lnTo>
                    <a:pt x="322973" y="2053056"/>
                  </a:lnTo>
                  <a:lnTo>
                    <a:pt x="370205" y="2060562"/>
                  </a:lnTo>
                  <a:lnTo>
                    <a:pt x="419100" y="2063115"/>
                  </a:lnTo>
                  <a:lnTo>
                    <a:pt x="467982" y="2060562"/>
                  </a:lnTo>
                  <a:lnTo>
                    <a:pt x="515213" y="2053056"/>
                  </a:lnTo>
                  <a:lnTo>
                    <a:pt x="560463" y="2040915"/>
                  </a:lnTo>
                  <a:lnTo>
                    <a:pt x="603427" y="2024405"/>
                  </a:lnTo>
                  <a:lnTo>
                    <a:pt x="643788" y="2003806"/>
                  </a:lnTo>
                  <a:lnTo>
                    <a:pt x="681240" y="1979422"/>
                  </a:lnTo>
                  <a:lnTo>
                    <a:pt x="715467" y="1951532"/>
                  </a:lnTo>
                  <a:lnTo>
                    <a:pt x="746137" y="1920430"/>
                  </a:lnTo>
                  <a:lnTo>
                    <a:pt x="772960" y="1886381"/>
                  </a:lnTo>
                  <a:lnTo>
                    <a:pt x="795604" y="1849678"/>
                  </a:lnTo>
                  <a:lnTo>
                    <a:pt x="813765" y="1810626"/>
                  </a:lnTo>
                  <a:lnTo>
                    <a:pt x="827125" y="1769491"/>
                  </a:lnTo>
                  <a:lnTo>
                    <a:pt x="835380" y="1726552"/>
                  </a:lnTo>
                  <a:lnTo>
                    <a:pt x="838200" y="1682115"/>
                  </a:lnTo>
                  <a:close/>
                </a:path>
                <a:path w="4114800" h="2063114" extrusionOk="0">
                  <a:moveTo>
                    <a:pt x="4114800" y="539115"/>
                  </a:moveTo>
                  <a:lnTo>
                    <a:pt x="4098074" y="518033"/>
                  </a:lnTo>
                  <a:lnTo>
                    <a:pt x="4061841" y="472313"/>
                  </a:lnTo>
                  <a:lnTo>
                    <a:pt x="4048391" y="501103"/>
                  </a:lnTo>
                  <a:lnTo>
                    <a:pt x="2974467" y="0"/>
                  </a:lnTo>
                  <a:lnTo>
                    <a:pt x="2969133" y="11430"/>
                  </a:lnTo>
                  <a:lnTo>
                    <a:pt x="4043007" y="512635"/>
                  </a:lnTo>
                  <a:lnTo>
                    <a:pt x="4029583" y="541401"/>
                  </a:lnTo>
                  <a:lnTo>
                    <a:pt x="4114800" y="5391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15"/>
            <p:cNvSpPr/>
            <p:nvPr/>
          </p:nvSpPr>
          <p:spPr>
            <a:xfrm>
              <a:off x="2133600" y="3733800"/>
              <a:ext cx="3048000" cy="762000"/>
            </a:xfrm>
            <a:custGeom>
              <a:avLst/>
              <a:gdLst/>
              <a:ahLst/>
              <a:cxnLst/>
              <a:rect l="l" t="t" r="r" b="b"/>
              <a:pathLst>
                <a:path w="3048000" h="762000" extrusionOk="0">
                  <a:moveTo>
                    <a:pt x="0" y="381000"/>
                  </a:moveTo>
                  <a:lnTo>
                    <a:pt x="2818" y="336563"/>
                  </a:lnTo>
                  <a:lnTo>
                    <a:pt x="11065" y="293634"/>
                  </a:lnTo>
                  <a:lnTo>
                    <a:pt x="24426" y="252497"/>
                  </a:lnTo>
                  <a:lnTo>
                    <a:pt x="42587" y="213437"/>
                  </a:lnTo>
                  <a:lnTo>
                    <a:pt x="65234" y="176742"/>
                  </a:lnTo>
                  <a:lnTo>
                    <a:pt x="92053" y="142696"/>
                  </a:lnTo>
                  <a:lnTo>
                    <a:pt x="122729" y="111585"/>
                  </a:lnTo>
                  <a:lnTo>
                    <a:pt x="156949" y="83695"/>
                  </a:lnTo>
                  <a:lnTo>
                    <a:pt x="194399" y="59312"/>
                  </a:lnTo>
                  <a:lnTo>
                    <a:pt x="234764" y="38722"/>
                  </a:lnTo>
                  <a:lnTo>
                    <a:pt x="277731" y="22209"/>
                  </a:lnTo>
                  <a:lnTo>
                    <a:pt x="322985" y="10061"/>
                  </a:lnTo>
                  <a:lnTo>
                    <a:pt x="370213" y="2563"/>
                  </a:lnTo>
                  <a:lnTo>
                    <a:pt x="419100" y="0"/>
                  </a:lnTo>
                  <a:lnTo>
                    <a:pt x="467986" y="2563"/>
                  </a:lnTo>
                  <a:lnTo>
                    <a:pt x="515214" y="10061"/>
                  </a:lnTo>
                  <a:lnTo>
                    <a:pt x="560468" y="22209"/>
                  </a:lnTo>
                  <a:lnTo>
                    <a:pt x="603435" y="38722"/>
                  </a:lnTo>
                  <a:lnTo>
                    <a:pt x="643800" y="59312"/>
                  </a:lnTo>
                  <a:lnTo>
                    <a:pt x="681250" y="83695"/>
                  </a:lnTo>
                  <a:lnTo>
                    <a:pt x="715470" y="111585"/>
                  </a:lnTo>
                  <a:lnTo>
                    <a:pt x="746146" y="142696"/>
                  </a:lnTo>
                  <a:lnTo>
                    <a:pt x="772965" y="176742"/>
                  </a:lnTo>
                  <a:lnTo>
                    <a:pt x="795612" y="213437"/>
                  </a:lnTo>
                  <a:lnTo>
                    <a:pt x="813773" y="252497"/>
                  </a:lnTo>
                  <a:lnTo>
                    <a:pt x="827134" y="293634"/>
                  </a:lnTo>
                  <a:lnTo>
                    <a:pt x="835381" y="336563"/>
                  </a:lnTo>
                  <a:lnTo>
                    <a:pt x="838200" y="381000"/>
                  </a:lnTo>
                  <a:lnTo>
                    <a:pt x="835381" y="425436"/>
                  </a:lnTo>
                  <a:lnTo>
                    <a:pt x="827134" y="468365"/>
                  </a:lnTo>
                  <a:lnTo>
                    <a:pt x="813773" y="509502"/>
                  </a:lnTo>
                  <a:lnTo>
                    <a:pt x="795612" y="548562"/>
                  </a:lnTo>
                  <a:lnTo>
                    <a:pt x="772965" y="585257"/>
                  </a:lnTo>
                  <a:lnTo>
                    <a:pt x="746146" y="619303"/>
                  </a:lnTo>
                  <a:lnTo>
                    <a:pt x="715470" y="650414"/>
                  </a:lnTo>
                  <a:lnTo>
                    <a:pt x="681250" y="678304"/>
                  </a:lnTo>
                  <a:lnTo>
                    <a:pt x="643800" y="702687"/>
                  </a:lnTo>
                  <a:lnTo>
                    <a:pt x="603435" y="723277"/>
                  </a:lnTo>
                  <a:lnTo>
                    <a:pt x="560468" y="739790"/>
                  </a:lnTo>
                  <a:lnTo>
                    <a:pt x="515214" y="751938"/>
                  </a:lnTo>
                  <a:lnTo>
                    <a:pt x="467986" y="759436"/>
                  </a:lnTo>
                  <a:lnTo>
                    <a:pt x="419100" y="762000"/>
                  </a:lnTo>
                  <a:lnTo>
                    <a:pt x="370213" y="759436"/>
                  </a:lnTo>
                  <a:lnTo>
                    <a:pt x="322985" y="751938"/>
                  </a:lnTo>
                  <a:lnTo>
                    <a:pt x="277731" y="739790"/>
                  </a:lnTo>
                  <a:lnTo>
                    <a:pt x="234764" y="723277"/>
                  </a:lnTo>
                  <a:lnTo>
                    <a:pt x="194399" y="702687"/>
                  </a:lnTo>
                  <a:lnTo>
                    <a:pt x="156949" y="678304"/>
                  </a:lnTo>
                  <a:lnTo>
                    <a:pt x="122729" y="650414"/>
                  </a:lnTo>
                  <a:lnTo>
                    <a:pt x="92053" y="619303"/>
                  </a:lnTo>
                  <a:lnTo>
                    <a:pt x="65234" y="585257"/>
                  </a:lnTo>
                  <a:lnTo>
                    <a:pt x="42587" y="548562"/>
                  </a:lnTo>
                  <a:lnTo>
                    <a:pt x="24426" y="509502"/>
                  </a:lnTo>
                  <a:lnTo>
                    <a:pt x="11065" y="468365"/>
                  </a:lnTo>
                  <a:lnTo>
                    <a:pt x="2818" y="425436"/>
                  </a:lnTo>
                  <a:lnTo>
                    <a:pt x="0" y="381000"/>
                  </a:lnTo>
                  <a:close/>
                </a:path>
                <a:path w="3048000" h="762000" extrusionOk="0">
                  <a:moveTo>
                    <a:pt x="838200" y="457200"/>
                  </a:moveTo>
                  <a:lnTo>
                    <a:pt x="3048000" y="45720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15"/>
            <p:cNvSpPr/>
            <p:nvPr/>
          </p:nvSpPr>
          <p:spPr>
            <a:xfrm>
              <a:off x="5178425" y="3162299"/>
              <a:ext cx="2822575" cy="1034415"/>
            </a:xfrm>
            <a:custGeom>
              <a:avLst/>
              <a:gdLst/>
              <a:ahLst/>
              <a:cxnLst/>
              <a:rect l="l" t="t" r="r" b="b"/>
              <a:pathLst>
                <a:path w="2822575" h="1034414" extrusionOk="0">
                  <a:moveTo>
                    <a:pt x="1222375" y="342900"/>
                  </a:moveTo>
                  <a:lnTo>
                    <a:pt x="1137285" y="347091"/>
                  </a:lnTo>
                  <a:lnTo>
                    <a:pt x="1152855" y="374802"/>
                  </a:lnTo>
                  <a:lnTo>
                    <a:pt x="0" y="1023112"/>
                  </a:lnTo>
                  <a:lnTo>
                    <a:pt x="6350" y="1034288"/>
                  </a:lnTo>
                  <a:lnTo>
                    <a:pt x="1159065" y="385851"/>
                  </a:lnTo>
                  <a:lnTo>
                    <a:pt x="1174623" y="413512"/>
                  </a:lnTo>
                  <a:lnTo>
                    <a:pt x="1205014" y="368554"/>
                  </a:lnTo>
                  <a:lnTo>
                    <a:pt x="1222375" y="342900"/>
                  </a:lnTo>
                  <a:close/>
                </a:path>
                <a:path w="2822575" h="1034414" extrusionOk="0">
                  <a:moveTo>
                    <a:pt x="2822575" y="38100"/>
                  </a:moveTo>
                  <a:lnTo>
                    <a:pt x="2809875" y="31750"/>
                  </a:lnTo>
                  <a:lnTo>
                    <a:pt x="2746375" y="0"/>
                  </a:lnTo>
                  <a:lnTo>
                    <a:pt x="2746375" y="31750"/>
                  </a:lnTo>
                  <a:lnTo>
                    <a:pt x="1831975" y="31750"/>
                  </a:lnTo>
                  <a:lnTo>
                    <a:pt x="1831975" y="44450"/>
                  </a:lnTo>
                  <a:lnTo>
                    <a:pt x="2746375" y="44450"/>
                  </a:lnTo>
                  <a:lnTo>
                    <a:pt x="2746375" y="76200"/>
                  </a:lnTo>
                  <a:lnTo>
                    <a:pt x="2809875" y="44450"/>
                  </a:lnTo>
                  <a:lnTo>
                    <a:pt x="2822575" y="381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15"/>
            <p:cNvSpPr/>
            <p:nvPr/>
          </p:nvSpPr>
          <p:spPr>
            <a:xfrm>
              <a:off x="5105400" y="3429000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 extrusionOk="0">
                  <a:moveTo>
                    <a:pt x="1143000" y="0"/>
                  </a:moveTo>
                  <a:lnTo>
                    <a:pt x="0" y="60960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15"/>
            <p:cNvSpPr/>
            <p:nvPr/>
          </p:nvSpPr>
          <p:spPr>
            <a:xfrm>
              <a:off x="2971800" y="4000500"/>
              <a:ext cx="2133600" cy="76200"/>
            </a:xfrm>
            <a:custGeom>
              <a:avLst/>
              <a:gdLst/>
              <a:ahLst/>
              <a:cxnLst/>
              <a:rect l="l" t="t" r="r" b="b"/>
              <a:pathLst>
                <a:path w="2133600" h="76200" extrusionOk="0">
                  <a:moveTo>
                    <a:pt x="2133600" y="28575"/>
                  </a:moveTo>
                  <a:lnTo>
                    <a:pt x="2057400" y="28575"/>
                  </a:lnTo>
                  <a:lnTo>
                    <a:pt x="2057400" y="47625"/>
                  </a:lnTo>
                  <a:lnTo>
                    <a:pt x="2133600" y="47625"/>
                  </a:lnTo>
                  <a:lnTo>
                    <a:pt x="2133600" y="28575"/>
                  </a:lnTo>
                  <a:close/>
                </a:path>
                <a:path w="2133600" h="76200" extrusionOk="0">
                  <a:moveTo>
                    <a:pt x="2000250" y="28575"/>
                  </a:moveTo>
                  <a:lnTo>
                    <a:pt x="1924050" y="28575"/>
                  </a:lnTo>
                  <a:lnTo>
                    <a:pt x="1924050" y="47625"/>
                  </a:lnTo>
                  <a:lnTo>
                    <a:pt x="2000250" y="47625"/>
                  </a:lnTo>
                  <a:lnTo>
                    <a:pt x="2000250" y="28575"/>
                  </a:lnTo>
                  <a:close/>
                </a:path>
                <a:path w="2133600" h="76200" extrusionOk="0">
                  <a:moveTo>
                    <a:pt x="1866900" y="28575"/>
                  </a:moveTo>
                  <a:lnTo>
                    <a:pt x="1790700" y="28575"/>
                  </a:lnTo>
                  <a:lnTo>
                    <a:pt x="1790700" y="47625"/>
                  </a:lnTo>
                  <a:lnTo>
                    <a:pt x="1866900" y="47625"/>
                  </a:lnTo>
                  <a:lnTo>
                    <a:pt x="1866900" y="28575"/>
                  </a:lnTo>
                  <a:close/>
                </a:path>
                <a:path w="2133600" h="76200" extrusionOk="0">
                  <a:moveTo>
                    <a:pt x="1733550" y="28575"/>
                  </a:moveTo>
                  <a:lnTo>
                    <a:pt x="1657350" y="28575"/>
                  </a:lnTo>
                  <a:lnTo>
                    <a:pt x="1657350" y="47625"/>
                  </a:lnTo>
                  <a:lnTo>
                    <a:pt x="1733550" y="47625"/>
                  </a:lnTo>
                  <a:lnTo>
                    <a:pt x="1733550" y="28575"/>
                  </a:lnTo>
                  <a:close/>
                </a:path>
                <a:path w="2133600" h="76200" extrusionOk="0">
                  <a:moveTo>
                    <a:pt x="1600200" y="28575"/>
                  </a:moveTo>
                  <a:lnTo>
                    <a:pt x="1524000" y="28575"/>
                  </a:lnTo>
                  <a:lnTo>
                    <a:pt x="1524000" y="47625"/>
                  </a:lnTo>
                  <a:lnTo>
                    <a:pt x="1600200" y="47625"/>
                  </a:lnTo>
                  <a:lnTo>
                    <a:pt x="1600200" y="28575"/>
                  </a:lnTo>
                  <a:close/>
                </a:path>
                <a:path w="2133600" h="76200" extrusionOk="0">
                  <a:moveTo>
                    <a:pt x="1466850" y="28575"/>
                  </a:moveTo>
                  <a:lnTo>
                    <a:pt x="1390650" y="28575"/>
                  </a:lnTo>
                  <a:lnTo>
                    <a:pt x="1390650" y="47625"/>
                  </a:lnTo>
                  <a:lnTo>
                    <a:pt x="1466850" y="47625"/>
                  </a:lnTo>
                  <a:lnTo>
                    <a:pt x="1466850" y="28575"/>
                  </a:lnTo>
                  <a:close/>
                </a:path>
                <a:path w="2133600" h="76200" extrusionOk="0">
                  <a:moveTo>
                    <a:pt x="1333500" y="28575"/>
                  </a:moveTo>
                  <a:lnTo>
                    <a:pt x="1257300" y="28575"/>
                  </a:lnTo>
                  <a:lnTo>
                    <a:pt x="1257300" y="47625"/>
                  </a:lnTo>
                  <a:lnTo>
                    <a:pt x="1333500" y="47625"/>
                  </a:lnTo>
                  <a:lnTo>
                    <a:pt x="1333500" y="28575"/>
                  </a:lnTo>
                  <a:close/>
                </a:path>
                <a:path w="2133600" h="76200" extrusionOk="0">
                  <a:moveTo>
                    <a:pt x="1200150" y="28575"/>
                  </a:moveTo>
                  <a:lnTo>
                    <a:pt x="1123950" y="28575"/>
                  </a:lnTo>
                  <a:lnTo>
                    <a:pt x="1123950" y="47625"/>
                  </a:lnTo>
                  <a:lnTo>
                    <a:pt x="1200150" y="47625"/>
                  </a:lnTo>
                  <a:lnTo>
                    <a:pt x="1200150" y="28575"/>
                  </a:lnTo>
                  <a:close/>
                </a:path>
                <a:path w="2133600" h="76200" extrusionOk="0">
                  <a:moveTo>
                    <a:pt x="1066800" y="28575"/>
                  </a:moveTo>
                  <a:lnTo>
                    <a:pt x="990600" y="28575"/>
                  </a:lnTo>
                  <a:lnTo>
                    <a:pt x="990600" y="47625"/>
                  </a:lnTo>
                  <a:lnTo>
                    <a:pt x="1066800" y="47625"/>
                  </a:lnTo>
                  <a:lnTo>
                    <a:pt x="1066800" y="28575"/>
                  </a:lnTo>
                  <a:close/>
                </a:path>
                <a:path w="2133600" h="76200" extrusionOk="0">
                  <a:moveTo>
                    <a:pt x="933450" y="28575"/>
                  </a:moveTo>
                  <a:lnTo>
                    <a:pt x="857250" y="28575"/>
                  </a:lnTo>
                  <a:lnTo>
                    <a:pt x="857250" y="47625"/>
                  </a:lnTo>
                  <a:lnTo>
                    <a:pt x="933450" y="47625"/>
                  </a:lnTo>
                  <a:lnTo>
                    <a:pt x="933450" y="28575"/>
                  </a:lnTo>
                  <a:close/>
                </a:path>
                <a:path w="2133600" h="76200" extrusionOk="0">
                  <a:moveTo>
                    <a:pt x="800100" y="28575"/>
                  </a:moveTo>
                  <a:lnTo>
                    <a:pt x="723900" y="28575"/>
                  </a:lnTo>
                  <a:lnTo>
                    <a:pt x="723900" y="47625"/>
                  </a:lnTo>
                  <a:lnTo>
                    <a:pt x="800100" y="47625"/>
                  </a:lnTo>
                  <a:lnTo>
                    <a:pt x="800100" y="28575"/>
                  </a:lnTo>
                  <a:close/>
                </a:path>
                <a:path w="2133600" h="76200" extrusionOk="0">
                  <a:moveTo>
                    <a:pt x="666750" y="28575"/>
                  </a:moveTo>
                  <a:lnTo>
                    <a:pt x="590550" y="28575"/>
                  </a:lnTo>
                  <a:lnTo>
                    <a:pt x="590550" y="47625"/>
                  </a:lnTo>
                  <a:lnTo>
                    <a:pt x="666750" y="47625"/>
                  </a:lnTo>
                  <a:lnTo>
                    <a:pt x="666750" y="28575"/>
                  </a:lnTo>
                  <a:close/>
                </a:path>
                <a:path w="2133600" h="76200" extrusionOk="0">
                  <a:moveTo>
                    <a:pt x="533400" y="28575"/>
                  </a:moveTo>
                  <a:lnTo>
                    <a:pt x="457200" y="28575"/>
                  </a:lnTo>
                  <a:lnTo>
                    <a:pt x="457200" y="47625"/>
                  </a:lnTo>
                  <a:lnTo>
                    <a:pt x="533400" y="47625"/>
                  </a:lnTo>
                  <a:lnTo>
                    <a:pt x="533400" y="28575"/>
                  </a:lnTo>
                  <a:close/>
                </a:path>
                <a:path w="2133600" h="76200" extrusionOk="0">
                  <a:moveTo>
                    <a:pt x="400050" y="28575"/>
                  </a:moveTo>
                  <a:lnTo>
                    <a:pt x="323850" y="28575"/>
                  </a:lnTo>
                  <a:lnTo>
                    <a:pt x="323850" y="47625"/>
                  </a:lnTo>
                  <a:lnTo>
                    <a:pt x="400050" y="47625"/>
                  </a:lnTo>
                  <a:lnTo>
                    <a:pt x="400050" y="28575"/>
                  </a:lnTo>
                  <a:close/>
                </a:path>
                <a:path w="2133600" h="76200" extrusionOk="0">
                  <a:moveTo>
                    <a:pt x="266700" y="28575"/>
                  </a:moveTo>
                  <a:lnTo>
                    <a:pt x="190500" y="28575"/>
                  </a:lnTo>
                  <a:lnTo>
                    <a:pt x="190500" y="47625"/>
                  </a:lnTo>
                  <a:lnTo>
                    <a:pt x="266700" y="47625"/>
                  </a:lnTo>
                  <a:lnTo>
                    <a:pt x="266700" y="28575"/>
                  </a:lnTo>
                  <a:close/>
                </a:path>
                <a:path w="2133600" h="76200" extrusionOk="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7625"/>
                  </a:lnTo>
                  <a:lnTo>
                    <a:pt x="63500" y="47625"/>
                  </a:lnTo>
                  <a:lnTo>
                    <a:pt x="63500" y="28575"/>
                  </a:lnTo>
                  <a:lnTo>
                    <a:pt x="76200" y="28575"/>
                  </a:lnTo>
                  <a:lnTo>
                    <a:pt x="76200" y="0"/>
                  </a:lnTo>
                  <a:close/>
                </a:path>
                <a:path w="2133600" h="76200" extrusionOk="0">
                  <a:moveTo>
                    <a:pt x="76200" y="28575"/>
                  </a:moveTo>
                  <a:lnTo>
                    <a:pt x="63500" y="28575"/>
                  </a:lnTo>
                  <a:lnTo>
                    <a:pt x="63500" y="47625"/>
                  </a:lnTo>
                  <a:lnTo>
                    <a:pt x="76200" y="47625"/>
                  </a:lnTo>
                  <a:lnTo>
                    <a:pt x="76200" y="28575"/>
                  </a:lnTo>
                  <a:close/>
                </a:path>
                <a:path w="2133600" h="76200" extrusionOk="0">
                  <a:moveTo>
                    <a:pt x="133350" y="28575"/>
                  </a:moveTo>
                  <a:lnTo>
                    <a:pt x="76200" y="28575"/>
                  </a:lnTo>
                  <a:lnTo>
                    <a:pt x="76200" y="47625"/>
                  </a:lnTo>
                  <a:lnTo>
                    <a:pt x="133350" y="47625"/>
                  </a:lnTo>
                  <a:lnTo>
                    <a:pt x="133350" y="2857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15"/>
            <p:cNvSpPr/>
            <p:nvPr/>
          </p:nvSpPr>
          <p:spPr>
            <a:xfrm>
              <a:off x="5105400" y="2667000"/>
              <a:ext cx="1066800" cy="457200"/>
            </a:xfrm>
            <a:custGeom>
              <a:avLst/>
              <a:gdLst/>
              <a:ahLst/>
              <a:cxnLst/>
              <a:rect l="l" t="t" r="r" b="b"/>
              <a:pathLst>
                <a:path w="1066800" h="457200" extrusionOk="0">
                  <a:moveTo>
                    <a:pt x="1066800" y="45720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15"/>
            <p:cNvSpPr/>
            <p:nvPr/>
          </p:nvSpPr>
          <p:spPr>
            <a:xfrm>
              <a:off x="457200" y="2400299"/>
              <a:ext cx="7467600" cy="1905000"/>
            </a:xfrm>
            <a:custGeom>
              <a:avLst/>
              <a:gdLst/>
              <a:ahLst/>
              <a:cxnLst/>
              <a:rect l="l" t="t" r="r" b="b"/>
              <a:pathLst>
                <a:path w="7467600" h="1905000" extrusionOk="0">
                  <a:moveTo>
                    <a:pt x="76200" y="228600"/>
                  </a:moveTo>
                  <a:lnTo>
                    <a:pt x="0" y="266700"/>
                  </a:lnTo>
                  <a:lnTo>
                    <a:pt x="76200" y="304800"/>
                  </a:lnTo>
                  <a:lnTo>
                    <a:pt x="76200" y="276225"/>
                  </a:lnTo>
                  <a:lnTo>
                    <a:pt x="76200" y="257175"/>
                  </a:lnTo>
                  <a:lnTo>
                    <a:pt x="76200" y="228600"/>
                  </a:lnTo>
                  <a:close/>
                </a:path>
                <a:path w="7467600" h="1905000" extrusionOk="0">
                  <a:moveTo>
                    <a:pt x="209550" y="257175"/>
                  </a:moveTo>
                  <a:lnTo>
                    <a:pt x="133350" y="257175"/>
                  </a:lnTo>
                  <a:lnTo>
                    <a:pt x="133350" y="276225"/>
                  </a:lnTo>
                  <a:lnTo>
                    <a:pt x="209550" y="276225"/>
                  </a:lnTo>
                  <a:lnTo>
                    <a:pt x="209550" y="257175"/>
                  </a:lnTo>
                  <a:close/>
                </a:path>
                <a:path w="7467600" h="1905000" extrusionOk="0">
                  <a:moveTo>
                    <a:pt x="228600" y="1600200"/>
                  </a:moveTo>
                  <a:lnTo>
                    <a:pt x="152400" y="1638300"/>
                  </a:lnTo>
                  <a:lnTo>
                    <a:pt x="228600" y="1676400"/>
                  </a:lnTo>
                  <a:lnTo>
                    <a:pt x="228600" y="1600200"/>
                  </a:lnTo>
                  <a:close/>
                </a:path>
                <a:path w="7467600" h="1905000" extrusionOk="0">
                  <a:moveTo>
                    <a:pt x="342900" y="1628775"/>
                  </a:moveTo>
                  <a:lnTo>
                    <a:pt x="266700" y="1628775"/>
                  </a:lnTo>
                  <a:lnTo>
                    <a:pt x="266700" y="1647825"/>
                  </a:lnTo>
                  <a:lnTo>
                    <a:pt x="342900" y="1647825"/>
                  </a:lnTo>
                  <a:lnTo>
                    <a:pt x="342900" y="1628775"/>
                  </a:lnTo>
                  <a:close/>
                </a:path>
                <a:path w="7467600" h="1905000" extrusionOk="0">
                  <a:moveTo>
                    <a:pt x="342900" y="257175"/>
                  </a:moveTo>
                  <a:lnTo>
                    <a:pt x="266700" y="257175"/>
                  </a:lnTo>
                  <a:lnTo>
                    <a:pt x="266700" y="276225"/>
                  </a:lnTo>
                  <a:lnTo>
                    <a:pt x="342900" y="276225"/>
                  </a:lnTo>
                  <a:lnTo>
                    <a:pt x="342900" y="257175"/>
                  </a:lnTo>
                  <a:close/>
                </a:path>
                <a:path w="7467600" h="1905000" extrusionOk="0">
                  <a:moveTo>
                    <a:pt x="476250" y="1628775"/>
                  </a:moveTo>
                  <a:lnTo>
                    <a:pt x="400050" y="1628775"/>
                  </a:lnTo>
                  <a:lnTo>
                    <a:pt x="400050" y="1647825"/>
                  </a:lnTo>
                  <a:lnTo>
                    <a:pt x="476250" y="1647825"/>
                  </a:lnTo>
                  <a:lnTo>
                    <a:pt x="476250" y="1628775"/>
                  </a:lnTo>
                  <a:close/>
                </a:path>
                <a:path w="7467600" h="1905000" extrusionOk="0">
                  <a:moveTo>
                    <a:pt x="476250" y="257175"/>
                  </a:moveTo>
                  <a:lnTo>
                    <a:pt x="400050" y="257175"/>
                  </a:lnTo>
                  <a:lnTo>
                    <a:pt x="400050" y="276225"/>
                  </a:lnTo>
                  <a:lnTo>
                    <a:pt x="476250" y="276225"/>
                  </a:lnTo>
                  <a:lnTo>
                    <a:pt x="476250" y="257175"/>
                  </a:lnTo>
                  <a:close/>
                </a:path>
                <a:path w="7467600" h="1905000" extrusionOk="0">
                  <a:moveTo>
                    <a:pt x="609600" y="1628775"/>
                  </a:moveTo>
                  <a:lnTo>
                    <a:pt x="533400" y="1628775"/>
                  </a:lnTo>
                  <a:lnTo>
                    <a:pt x="533400" y="1647825"/>
                  </a:lnTo>
                  <a:lnTo>
                    <a:pt x="609600" y="1647825"/>
                  </a:lnTo>
                  <a:lnTo>
                    <a:pt x="609600" y="1628775"/>
                  </a:lnTo>
                  <a:close/>
                </a:path>
                <a:path w="7467600" h="1905000" extrusionOk="0">
                  <a:moveTo>
                    <a:pt x="609600" y="257175"/>
                  </a:moveTo>
                  <a:lnTo>
                    <a:pt x="533400" y="257175"/>
                  </a:lnTo>
                  <a:lnTo>
                    <a:pt x="533400" y="276225"/>
                  </a:lnTo>
                  <a:lnTo>
                    <a:pt x="609600" y="276225"/>
                  </a:lnTo>
                  <a:lnTo>
                    <a:pt x="609600" y="257175"/>
                  </a:lnTo>
                  <a:close/>
                </a:path>
                <a:path w="7467600" h="1905000" extrusionOk="0">
                  <a:moveTo>
                    <a:pt x="742950" y="1628775"/>
                  </a:moveTo>
                  <a:lnTo>
                    <a:pt x="666750" y="1628775"/>
                  </a:lnTo>
                  <a:lnTo>
                    <a:pt x="666750" y="1647825"/>
                  </a:lnTo>
                  <a:lnTo>
                    <a:pt x="742950" y="1647825"/>
                  </a:lnTo>
                  <a:lnTo>
                    <a:pt x="742950" y="1628775"/>
                  </a:lnTo>
                  <a:close/>
                </a:path>
                <a:path w="7467600" h="1905000" extrusionOk="0">
                  <a:moveTo>
                    <a:pt x="742950" y="257175"/>
                  </a:moveTo>
                  <a:lnTo>
                    <a:pt x="666750" y="257175"/>
                  </a:lnTo>
                  <a:lnTo>
                    <a:pt x="666750" y="276225"/>
                  </a:lnTo>
                  <a:lnTo>
                    <a:pt x="742950" y="276225"/>
                  </a:lnTo>
                  <a:lnTo>
                    <a:pt x="742950" y="257175"/>
                  </a:lnTo>
                  <a:close/>
                </a:path>
                <a:path w="7467600" h="1905000" extrusionOk="0">
                  <a:moveTo>
                    <a:pt x="876300" y="1628775"/>
                  </a:moveTo>
                  <a:lnTo>
                    <a:pt x="800100" y="1628775"/>
                  </a:lnTo>
                  <a:lnTo>
                    <a:pt x="800100" y="1647825"/>
                  </a:lnTo>
                  <a:lnTo>
                    <a:pt x="876300" y="1647825"/>
                  </a:lnTo>
                  <a:lnTo>
                    <a:pt x="876300" y="1628775"/>
                  </a:lnTo>
                  <a:close/>
                </a:path>
                <a:path w="7467600" h="1905000" extrusionOk="0">
                  <a:moveTo>
                    <a:pt x="876300" y="257175"/>
                  </a:moveTo>
                  <a:lnTo>
                    <a:pt x="800100" y="257175"/>
                  </a:lnTo>
                  <a:lnTo>
                    <a:pt x="800100" y="276225"/>
                  </a:lnTo>
                  <a:lnTo>
                    <a:pt x="876300" y="276225"/>
                  </a:lnTo>
                  <a:lnTo>
                    <a:pt x="876300" y="257175"/>
                  </a:lnTo>
                  <a:close/>
                </a:path>
                <a:path w="7467600" h="1905000" extrusionOk="0">
                  <a:moveTo>
                    <a:pt x="1009650" y="1628775"/>
                  </a:moveTo>
                  <a:lnTo>
                    <a:pt x="933450" y="1628775"/>
                  </a:lnTo>
                  <a:lnTo>
                    <a:pt x="933450" y="1647825"/>
                  </a:lnTo>
                  <a:lnTo>
                    <a:pt x="1009650" y="1647825"/>
                  </a:lnTo>
                  <a:lnTo>
                    <a:pt x="1009650" y="1628775"/>
                  </a:lnTo>
                  <a:close/>
                </a:path>
                <a:path w="7467600" h="1905000" extrusionOk="0">
                  <a:moveTo>
                    <a:pt x="1009650" y="257175"/>
                  </a:moveTo>
                  <a:lnTo>
                    <a:pt x="933450" y="257175"/>
                  </a:lnTo>
                  <a:lnTo>
                    <a:pt x="933450" y="276225"/>
                  </a:lnTo>
                  <a:lnTo>
                    <a:pt x="1009650" y="276225"/>
                  </a:lnTo>
                  <a:lnTo>
                    <a:pt x="1009650" y="257175"/>
                  </a:lnTo>
                  <a:close/>
                </a:path>
                <a:path w="7467600" h="1905000" extrusionOk="0">
                  <a:moveTo>
                    <a:pt x="1143000" y="1628775"/>
                  </a:moveTo>
                  <a:lnTo>
                    <a:pt x="1066800" y="1628775"/>
                  </a:lnTo>
                  <a:lnTo>
                    <a:pt x="1066800" y="1647825"/>
                  </a:lnTo>
                  <a:lnTo>
                    <a:pt x="1143000" y="1647825"/>
                  </a:lnTo>
                  <a:lnTo>
                    <a:pt x="1143000" y="1628775"/>
                  </a:lnTo>
                  <a:close/>
                </a:path>
                <a:path w="7467600" h="1905000" extrusionOk="0">
                  <a:moveTo>
                    <a:pt x="1143000" y="257175"/>
                  </a:moveTo>
                  <a:lnTo>
                    <a:pt x="1066800" y="257175"/>
                  </a:lnTo>
                  <a:lnTo>
                    <a:pt x="1066800" y="276225"/>
                  </a:lnTo>
                  <a:lnTo>
                    <a:pt x="1143000" y="276225"/>
                  </a:lnTo>
                  <a:lnTo>
                    <a:pt x="1143000" y="257175"/>
                  </a:lnTo>
                  <a:close/>
                </a:path>
                <a:path w="7467600" h="1905000" extrusionOk="0">
                  <a:moveTo>
                    <a:pt x="1276350" y="1628775"/>
                  </a:moveTo>
                  <a:lnTo>
                    <a:pt x="1200150" y="1628775"/>
                  </a:lnTo>
                  <a:lnTo>
                    <a:pt x="1200150" y="1647825"/>
                  </a:lnTo>
                  <a:lnTo>
                    <a:pt x="1276350" y="1647825"/>
                  </a:lnTo>
                  <a:lnTo>
                    <a:pt x="1276350" y="1628775"/>
                  </a:lnTo>
                  <a:close/>
                </a:path>
                <a:path w="7467600" h="1905000" extrusionOk="0">
                  <a:moveTo>
                    <a:pt x="1276350" y="257175"/>
                  </a:moveTo>
                  <a:lnTo>
                    <a:pt x="1200150" y="257175"/>
                  </a:lnTo>
                  <a:lnTo>
                    <a:pt x="1200150" y="276225"/>
                  </a:lnTo>
                  <a:lnTo>
                    <a:pt x="1276350" y="276225"/>
                  </a:lnTo>
                  <a:lnTo>
                    <a:pt x="1276350" y="257175"/>
                  </a:lnTo>
                  <a:close/>
                </a:path>
                <a:path w="7467600" h="1905000" extrusionOk="0">
                  <a:moveTo>
                    <a:pt x="1409700" y="1628775"/>
                  </a:moveTo>
                  <a:lnTo>
                    <a:pt x="1333500" y="1628775"/>
                  </a:lnTo>
                  <a:lnTo>
                    <a:pt x="1333500" y="1647825"/>
                  </a:lnTo>
                  <a:lnTo>
                    <a:pt x="1409700" y="1647825"/>
                  </a:lnTo>
                  <a:lnTo>
                    <a:pt x="1409700" y="1628775"/>
                  </a:lnTo>
                  <a:close/>
                </a:path>
                <a:path w="7467600" h="1905000" extrusionOk="0">
                  <a:moveTo>
                    <a:pt x="1409700" y="257175"/>
                  </a:moveTo>
                  <a:lnTo>
                    <a:pt x="1333500" y="257175"/>
                  </a:lnTo>
                  <a:lnTo>
                    <a:pt x="1333500" y="276225"/>
                  </a:lnTo>
                  <a:lnTo>
                    <a:pt x="1409700" y="276225"/>
                  </a:lnTo>
                  <a:lnTo>
                    <a:pt x="1409700" y="257175"/>
                  </a:lnTo>
                  <a:close/>
                </a:path>
                <a:path w="7467600" h="1905000" extrusionOk="0">
                  <a:moveTo>
                    <a:pt x="1543050" y="1628775"/>
                  </a:moveTo>
                  <a:lnTo>
                    <a:pt x="1466850" y="1628775"/>
                  </a:lnTo>
                  <a:lnTo>
                    <a:pt x="1466850" y="1647825"/>
                  </a:lnTo>
                  <a:lnTo>
                    <a:pt x="1543050" y="1647825"/>
                  </a:lnTo>
                  <a:lnTo>
                    <a:pt x="1543050" y="1628775"/>
                  </a:lnTo>
                  <a:close/>
                </a:path>
                <a:path w="7467600" h="1905000" extrusionOk="0">
                  <a:moveTo>
                    <a:pt x="1543050" y="257175"/>
                  </a:moveTo>
                  <a:lnTo>
                    <a:pt x="1466850" y="257175"/>
                  </a:lnTo>
                  <a:lnTo>
                    <a:pt x="1466850" y="276225"/>
                  </a:lnTo>
                  <a:lnTo>
                    <a:pt x="1543050" y="276225"/>
                  </a:lnTo>
                  <a:lnTo>
                    <a:pt x="1543050" y="257175"/>
                  </a:lnTo>
                  <a:close/>
                </a:path>
                <a:path w="7467600" h="1905000" extrusionOk="0">
                  <a:moveTo>
                    <a:pt x="1676400" y="1866900"/>
                  </a:moveTo>
                  <a:lnTo>
                    <a:pt x="1663700" y="1860550"/>
                  </a:lnTo>
                  <a:lnTo>
                    <a:pt x="1600200" y="1828800"/>
                  </a:lnTo>
                  <a:lnTo>
                    <a:pt x="1600200" y="1860550"/>
                  </a:lnTo>
                  <a:lnTo>
                    <a:pt x="76200" y="1860550"/>
                  </a:lnTo>
                  <a:lnTo>
                    <a:pt x="76200" y="1873250"/>
                  </a:lnTo>
                  <a:lnTo>
                    <a:pt x="1600200" y="1873250"/>
                  </a:lnTo>
                  <a:lnTo>
                    <a:pt x="1600200" y="1905000"/>
                  </a:lnTo>
                  <a:lnTo>
                    <a:pt x="1663700" y="1873250"/>
                  </a:lnTo>
                  <a:lnTo>
                    <a:pt x="1676400" y="1866900"/>
                  </a:lnTo>
                  <a:close/>
                </a:path>
                <a:path w="7467600" h="1905000" extrusionOk="0">
                  <a:moveTo>
                    <a:pt x="1676400" y="1628775"/>
                  </a:moveTo>
                  <a:lnTo>
                    <a:pt x="1600200" y="1628775"/>
                  </a:lnTo>
                  <a:lnTo>
                    <a:pt x="1600200" y="1647825"/>
                  </a:lnTo>
                  <a:lnTo>
                    <a:pt x="1676400" y="1647825"/>
                  </a:lnTo>
                  <a:lnTo>
                    <a:pt x="1676400" y="1628775"/>
                  </a:lnTo>
                  <a:close/>
                </a:path>
                <a:path w="7467600" h="1905000" extrusionOk="0">
                  <a:moveTo>
                    <a:pt x="1676400" y="257175"/>
                  </a:moveTo>
                  <a:lnTo>
                    <a:pt x="1600200" y="257175"/>
                  </a:lnTo>
                  <a:lnTo>
                    <a:pt x="1600200" y="276225"/>
                  </a:lnTo>
                  <a:lnTo>
                    <a:pt x="1676400" y="276225"/>
                  </a:lnTo>
                  <a:lnTo>
                    <a:pt x="1676400" y="257175"/>
                  </a:lnTo>
                  <a:close/>
                </a:path>
                <a:path w="7467600" h="1905000" extrusionOk="0">
                  <a:moveTo>
                    <a:pt x="1676400" y="38100"/>
                  </a:moveTo>
                  <a:lnTo>
                    <a:pt x="1663700" y="31750"/>
                  </a:lnTo>
                  <a:lnTo>
                    <a:pt x="1600200" y="0"/>
                  </a:lnTo>
                  <a:lnTo>
                    <a:pt x="160020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1600200" y="44450"/>
                  </a:lnTo>
                  <a:lnTo>
                    <a:pt x="1600200" y="76200"/>
                  </a:lnTo>
                  <a:lnTo>
                    <a:pt x="1663700" y="44450"/>
                  </a:lnTo>
                  <a:lnTo>
                    <a:pt x="1676400" y="38100"/>
                  </a:lnTo>
                  <a:close/>
                </a:path>
                <a:path w="7467600" h="1905000" extrusionOk="0">
                  <a:moveTo>
                    <a:pt x="2647950" y="257175"/>
                  </a:moveTo>
                  <a:lnTo>
                    <a:pt x="2590800" y="257175"/>
                  </a:lnTo>
                  <a:lnTo>
                    <a:pt x="2590800" y="228600"/>
                  </a:lnTo>
                  <a:lnTo>
                    <a:pt x="2514600" y="266700"/>
                  </a:lnTo>
                  <a:lnTo>
                    <a:pt x="2590800" y="304800"/>
                  </a:lnTo>
                  <a:lnTo>
                    <a:pt x="2590800" y="276225"/>
                  </a:lnTo>
                  <a:lnTo>
                    <a:pt x="2647950" y="276225"/>
                  </a:lnTo>
                  <a:lnTo>
                    <a:pt x="2647950" y="257175"/>
                  </a:lnTo>
                  <a:close/>
                </a:path>
                <a:path w="7467600" h="1905000" extrusionOk="0">
                  <a:moveTo>
                    <a:pt x="2781300" y="257175"/>
                  </a:moveTo>
                  <a:lnTo>
                    <a:pt x="2705100" y="257175"/>
                  </a:lnTo>
                  <a:lnTo>
                    <a:pt x="2705100" y="276225"/>
                  </a:lnTo>
                  <a:lnTo>
                    <a:pt x="2781300" y="276225"/>
                  </a:lnTo>
                  <a:lnTo>
                    <a:pt x="2781300" y="257175"/>
                  </a:lnTo>
                  <a:close/>
                </a:path>
                <a:path w="7467600" h="1905000" extrusionOk="0">
                  <a:moveTo>
                    <a:pt x="2914650" y="257175"/>
                  </a:moveTo>
                  <a:lnTo>
                    <a:pt x="2838450" y="257175"/>
                  </a:lnTo>
                  <a:lnTo>
                    <a:pt x="2838450" y="276225"/>
                  </a:lnTo>
                  <a:lnTo>
                    <a:pt x="2914650" y="276225"/>
                  </a:lnTo>
                  <a:lnTo>
                    <a:pt x="2914650" y="257175"/>
                  </a:lnTo>
                  <a:close/>
                </a:path>
                <a:path w="7467600" h="1905000" extrusionOk="0">
                  <a:moveTo>
                    <a:pt x="3048000" y="257175"/>
                  </a:moveTo>
                  <a:lnTo>
                    <a:pt x="2971800" y="257175"/>
                  </a:lnTo>
                  <a:lnTo>
                    <a:pt x="2971800" y="276225"/>
                  </a:lnTo>
                  <a:lnTo>
                    <a:pt x="3048000" y="276225"/>
                  </a:lnTo>
                  <a:lnTo>
                    <a:pt x="3048000" y="257175"/>
                  </a:lnTo>
                  <a:close/>
                </a:path>
                <a:path w="7467600" h="1905000" extrusionOk="0">
                  <a:moveTo>
                    <a:pt x="3181350" y="257175"/>
                  </a:moveTo>
                  <a:lnTo>
                    <a:pt x="3105150" y="257175"/>
                  </a:lnTo>
                  <a:lnTo>
                    <a:pt x="3105150" y="276225"/>
                  </a:lnTo>
                  <a:lnTo>
                    <a:pt x="3181350" y="276225"/>
                  </a:lnTo>
                  <a:lnTo>
                    <a:pt x="3181350" y="257175"/>
                  </a:lnTo>
                  <a:close/>
                </a:path>
                <a:path w="7467600" h="1905000" extrusionOk="0">
                  <a:moveTo>
                    <a:pt x="3314700" y="257175"/>
                  </a:moveTo>
                  <a:lnTo>
                    <a:pt x="3238500" y="257175"/>
                  </a:lnTo>
                  <a:lnTo>
                    <a:pt x="3238500" y="276225"/>
                  </a:lnTo>
                  <a:lnTo>
                    <a:pt x="3314700" y="276225"/>
                  </a:lnTo>
                  <a:lnTo>
                    <a:pt x="3314700" y="257175"/>
                  </a:lnTo>
                  <a:close/>
                </a:path>
                <a:path w="7467600" h="1905000" extrusionOk="0">
                  <a:moveTo>
                    <a:pt x="3448050" y="257175"/>
                  </a:moveTo>
                  <a:lnTo>
                    <a:pt x="3371850" y="257175"/>
                  </a:lnTo>
                  <a:lnTo>
                    <a:pt x="3371850" y="276225"/>
                  </a:lnTo>
                  <a:lnTo>
                    <a:pt x="3448050" y="276225"/>
                  </a:lnTo>
                  <a:lnTo>
                    <a:pt x="3448050" y="257175"/>
                  </a:lnTo>
                  <a:close/>
                </a:path>
                <a:path w="7467600" h="1905000" extrusionOk="0">
                  <a:moveTo>
                    <a:pt x="3581400" y="257175"/>
                  </a:moveTo>
                  <a:lnTo>
                    <a:pt x="3505200" y="257175"/>
                  </a:lnTo>
                  <a:lnTo>
                    <a:pt x="3505200" y="276225"/>
                  </a:lnTo>
                  <a:lnTo>
                    <a:pt x="3581400" y="276225"/>
                  </a:lnTo>
                  <a:lnTo>
                    <a:pt x="3581400" y="257175"/>
                  </a:lnTo>
                  <a:close/>
                </a:path>
                <a:path w="7467600" h="1905000" extrusionOk="0">
                  <a:moveTo>
                    <a:pt x="3714750" y="257175"/>
                  </a:moveTo>
                  <a:lnTo>
                    <a:pt x="3638550" y="257175"/>
                  </a:lnTo>
                  <a:lnTo>
                    <a:pt x="3638550" y="276225"/>
                  </a:lnTo>
                  <a:lnTo>
                    <a:pt x="3714750" y="276225"/>
                  </a:lnTo>
                  <a:lnTo>
                    <a:pt x="3714750" y="257175"/>
                  </a:lnTo>
                  <a:close/>
                </a:path>
                <a:path w="7467600" h="1905000" extrusionOk="0">
                  <a:moveTo>
                    <a:pt x="3848100" y="257175"/>
                  </a:moveTo>
                  <a:lnTo>
                    <a:pt x="3771900" y="257175"/>
                  </a:lnTo>
                  <a:lnTo>
                    <a:pt x="3771900" y="276225"/>
                  </a:lnTo>
                  <a:lnTo>
                    <a:pt x="3848100" y="276225"/>
                  </a:lnTo>
                  <a:lnTo>
                    <a:pt x="3848100" y="257175"/>
                  </a:lnTo>
                  <a:close/>
                </a:path>
                <a:path w="7467600" h="1905000" extrusionOk="0">
                  <a:moveTo>
                    <a:pt x="3981450" y="257175"/>
                  </a:moveTo>
                  <a:lnTo>
                    <a:pt x="3905250" y="257175"/>
                  </a:lnTo>
                  <a:lnTo>
                    <a:pt x="3905250" y="276225"/>
                  </a:lnTo>
                  <a:lnTo>
                    <a:pt x="3981450" y="276225"/>
                  </a:lnTo>
                  <a:lnTo>
                    <a:pt x="3981450" y="257175"/>
                  </a:lnTo>
                  <a:close/>
                </a:path>
                <a:path w="7467600" h="1905000" extrusionOk="0">
                  <a:moveTo>
                    <a:pt x="4114800" y="257175"/>
                  </a:moveTo>
                  <a:lnTo>
                    <a:pt x="4038600" y="257175"/>
                  </a:lnTo>
                  <a:lnTo>
                    <a:pt x="4038600" y="276225"/>
                  </a:lnTo>
                  <a:lnTo>
                    <a:pt x="4114800" y="276225"/>
                  </a:lnTo>
                  <a:lnTo>
                    <a:pt x="4114800" y="257175"/>
                  </a:lnTo>
                  <a:close/>
                </a:path>
                <a:path w="7467600" h="1905000" extrusionOk="0">
                  <a:moveTo>
                    <a:pt x="4248150" y="257175"/>
                  </a:moveTo>
                  <a:lnTo>
                    <a:pt x="4171950" y="257175"/>
                  </a:lnTo>
                  <a:lnTo>
                    <a:pt x="4171950" y="276225"/>
                  </a:lnTo>
                  <a:lnTo>
                    <a:pt x="4248150" y="276225"/>
                  </a:lnTo>
                  <a:lnTo>
                    <a:pt x="4248150" y="257175"/>
                  </a:lnTo>
                  <a:close/>
                </a:path>
                <a:path w="7467600" h="1905000" extrusionOk="0">
                  <a:moveTo>
                    <a:pt x="4381500" y="257175"/>
                  </a:moveTo>
                  <a:lnTo>
                    <a:pt x="4305300" y="257175"/>
                  </a:lnTo>
                  <a:lnTo>
                    <a:pt x="4305300" y="276225"/>
                  </a:lnTo>
                  <a:lnTo>
                    <a:pt x="4381500" y="276225"/>
                  </a:lnTo>
                  <a:lnTo>
                    <a:pt x="4381500" y="257175"/>
                  </a:lnTo>
                  <a:close/>
                </a:path>
                <a:path w="7467600" h="1905000" extrusionOk="0">
                  <a:moveTo>
                    <a:pt x="4514850" y="257175"/>
                  </a:moveTo>
                  <a:lnTo>
                    <a:pt x="4438650" y="257175"/>
                  </a:lnTo>
                  <a:lnTo>
                    <a:pt x="4438650" y="276225"/>
                  </a:lnTo>
                  <a:lnTo>
                    <a:pt x="4514850" y="276225"/>
                  </a:lnTo>
                  <a:lnTo>
                    <a:pt x="4514850" y="257175"/>
                  </a:lnTo>
                  <a:close/>
                </a:path>
                <a:path w="7467600" h="1905000" extrusionOk="0">
                  <a:moveTo>
                    <a:pt x="4648200" y="257175"/>
                  </a:moveTo>
                  <a:lnTo>
                    <a:pt x="4572000" y="257175"/>
                  </a:lnTo>
                  <a:lnTo>
                    <a:pt x="4572000" y="276225"/>
                  </a:lnTo>
                  <a:lnTo>
                    <a:pt x="4648200" y="276225"/>
                  </a:lnTo>
                  <a:lnTo>
                    <a:pt x="4648200" y="257175"/>
                  </a:lnTo>
                  <a:close/>
                </a:path>
                <a:path w="7467600" h="1905000" extrusionOk="0">
                  <a:moveTo>
                    <a:pt x="6553200" y="914400"/>
                  </a:moveTo>
                  <a:lnTo>
                    <a:pt x="6477000" y="952500"/>
                  </a:lnTo>
                  <a:lnTo>
                    <a:pt x="6553200" y="990600"/>
                  </a:lnTo>
                  <a:lnTo>
                    <a:pt x="6553200" y="914400"/>
                  </a:lnTo>
                  <a:close/>
                </a:path>
                <a:path w="7467600" h="1905000" extrusionOk="0">
                  <a:moveTo>
                    <a:pt x="6667500" y="942975"/>
                  </a:moveTo>
                  <a:lnTo>
                    <a:pt x="6591300" y="942975"/>
                  </a:lnTo>
                  <a:lnTo>
                    <a:pt x="6591300" y="962025"/>
                  </a:lnTo>
                  <a:lnTo>
                    <a:pt x="6667500" y="962025"/>
                  </a:lnTo>
                  <a:lnTo>
                    <a:pt x="6667500" y="942975"/>
                  </a:lnTo>
                  <a:close/>
                </a:path>
                <a:path w="7467600" h="1905000" extrusionOk="0">
                  <a:moveTo>
                    <a:pt x="6800850" y="942975"/>
                  </a:moveTo>
                  <a:lnTo>
                    <a:pt x="6724650" y="942975"/>
                  </a:lnTo>
                  <a:lnTo>
                    <a:pt x="6724650" y="962025"/>
                  </a:lnTo>
                  <a:lnTo>
                    <a:pt x="6800850" y="962025"/>
                  </a:lnTo>
                  <a:lnTo>
                    <a:pt x="6800850" y="942975"/>
                  </a:lnTo>
                  <a:close/>
                </a:path>
                <a:path w="7467600" h="1905000" extrusionOk="0">
                  <a:moveTo>
                    <a:pt x="6934200" y="942975"/>
                  </a:moveTo>
                  <a:lnTo>
                    <a:pt x="6858000" y="942975"/>
                  </a:lnTo>
                  <a:lnTo>
                    <a:pt x="6858000" y="962025"/>
                  </a:lnTo>
                  <a:lnTo>
                    <a:pt x="6934200" y="962025"/>
                  </a:lnTo>
                  <a:lnTo>
                    <a:pt x="6934200" y="942975"/>
                  </a:lnTo>
                  <a:close/>
                </a:path>
                <a:path w="7467600" h="1905000" extrusionOk="0">
                  <a:moveTo>
                    <a:pt x="7067550" y="942975"/>
                  </a:moveTo>
                  <a:lnTo>
                    <a:pt x="6991350" y="942975"/>
                  </a:lnTo>
                  <a:lnTo>
                    <a:pt x="6991350" y="962025"/>
                  </a:lnTo>
                  <a:lnTo>
                    <a:pt x="7067550" y="962025"/>
                  </a:lnTo>
                  <a:lnTo>
                    <a:pt x="7067550" y="942975"/>
                  </a:lnTo>
                  <a:close/>
                </a:path>
                <a:path w="7467600" h="1905000" extrusionOk="0">
                  <a:moveTo>
                    <a:pt x="7200900" y="942975"/>
                  </a:moveTo>
                  <a:lnTo>
                    <a:pt x="7124700" y="942975"/>
                  </a:lnTo>
                  <a:lnTo>
                    <a:pt x="7124700" y="962025"/>
                  </a:lnTo>
                  <a:lnTo>
                    <a:pt x="7200900" y="962025"/>
                  </a:lnTo>
                  <a:lnTo>
                    <a:pt x="7200900" y="942975"/>
                  </a:lnTo>
                  <a:close/>
                </a:path>
                <a:path w="7467600" h="1905000" extrusionOk="0">
                  <a:moveTo>
                    <a:pt x="7334250" y="942975"/>
                  </a:moveTo>
                  <a:lnTo>
                    <a:pt x="7258050" y="942975"/>
                  </a:lnTo>
                  <a:lnTo>
                    <a:pt x="7258050" y="962025"/>
                  </a:lnTo>
                  <a:lnTo>
                    <a:pt x="7334250" y="962025"/>
                  </a:lnTo>
                  <a:lnTo>
                    <a:pt x="7334250" y="942975"/>
                  </a:lnTo>
                  <a:close/>
                </a:path>
                <a:path w="7467600" h="1905000" extrusionOk="0">
                  <a:moveTo>
                    <a:pt x="7467600" y="942975"/>
                  </a:moveTo>
                  <a:lnTo>
                    <a:pt x="7391400" y="942975"/>
                  </a:lnTo>
                  <a:lnTo>
                    <a:pt x="7391400" y="962025"/>
                  </a:lnTo>
                  <a:lnTo>
                    <a:pt x="7467600" y="962025"/>
                  </a:lnTo>
                  <a:lnTo>
                    <a:pt x="7467600" y="94297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defTabSz="1097280">
                <a:buClr>
                  <a:srgbClr val="000000"/>
                </a:buClr>
              </a:pPr>
              <a:endParaRPr sz="216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722" name="Google Shape;722;p15"/>
          <p:cNvSpPr/>
          <p:nvPr/>
        </p:nvSpPr>
        <p:spPr>
          <a:xfrm>
            <a:off x="5125938" y="6263640"/>
            <a:ext cx="2067458" cy="91440"/>
          </a:xfrm>
          <a:custGeom>
            <a:avLst/>
            <a:gdLst/>
            <a:ahLst/>
            <a:cxnLst/>
            <a:rect l="l" t="t" r="r" b="b"/>
            <a:pathLst>
              <a:path w="1295400" h="76200" extrusionOk="0">
                <a:moveTo>
                  <a:pt x="1219200" y="0"/>
                </a:moveTo>
                <a:lnTo>
                  <a:pt x="1219200" y="76200"/>
                </a:lnTo>
                <a:lnTo>
                  <a:pt x="1282700" y="44450"/>
                </a:lnTo>
                <a:lnTo>
                  <a:pt x="1231900" y="44450"/>
                </a:lnTo>
                <a:lnTo>
                  <a:pt x="1231900" y="31750"/>
                </a:lnTo>
                <a:lnTo>
                  <a:pt x="1282700" y="31750"/>
                </a:lnTo>
                <a:lnTo>
                  <a:pt x="1219200" y="0"/>
                </a:lnTo>
                <a:close/>
              </a:path>
              <a:path w="1295400" h="76200" extrusionOk="0">
                <a:moveTo>
                  <a:pt x="12192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219200" y="44450"/>
                </a:lnTo>
                <a:lnTo>
                  <a:pt x="1219200" y="31750"/>
                </a:lnTo>
                <a:close/>
              </a:path>
              <a:path w="1295400" h="76200" extrusionOk="0">
                <a:moveTo>
                  <a:pt x="1282700" y="31750"/>
                </a:moveTo>
                <a:lnTo>
                  <a:pt x="1231900" y="31750"/>
                </a:lnTo>
                <a:lnTo>
                  <a:pt x="1231900" y="44450"/>
                </a:lnTo>
                <a:lnTo>
                  <a:pt x="1282700" y="44450"/>
                </a:lnTo>
                <a:lnTo>
                  <a:pt x="1295400" y="38100"/>
                </a:lnTo>
                <a:lnTo>
                  <a:pt x="1282700" y="317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097280">
              <a:buClr>
                <a:srgbClr val="000000"/>
              </a:buClr>
            </a:pPr>
            <a:endParaRPr sz="216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23" name="Google Shape;723;p15"/>
          <p:cNvSpPr txBox="1"/>
          <p:nvPr/>
        </p:nvSpPr>
        <p:spPr>
          <a:xfrm>
            <a:off x="7806944" y="5930115"/>
            <a:ext cx="2484000" cy="93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2470" rIns="0" bIns="0" anchor="t" anchorCtr="0">
            <a:spAutoFit/>
          </a:bodyPr>
          <a:lstStyle/>
          <a:p>
            <a:pPr marL="15240" defTabSz="1097280">
              <a:buClr>
                <a:srgbClr val="000000"/>
              </a:buClr>
            </a:pPr>
            <a:r>
              <a:rPr lang="en-US" sz="2160" b="1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 Signals</a:t>
            </a:r>
            <a:endParaRPr sz="216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240" defTabSz="1097280">
              <a:spcBef>
                <a:spcPts val="1013"/>
              </a:spcBef>
              <a:buClr>
                <a:srgbClr val="000000"/>
              </a:buClr>
            </a:pPr>
            <a:r>
              <a:rPr lang="en-US" sz="2160" b="1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Error Signals</a:t>
            </a:r>
            <a:endParaRPr sz="216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5"/>
          <p:cNvSpPr/>
          <p:nvPr/>
        </p:nvSpPr>
        <p:spPr>
          <a:xfrm>
            <a:off x="5004323" y="6720840"/>
            <a:ext cx="2067458" cy="91440"/>
          </a:xfrm>
          <a:custGeom>
            <a:avLst/>
            <a:gdLst/>
            <a:ahLst/>
            <a:cxnLst/>
            <a:rect l="l" t="t" r="r" b="b"/>
            <a:pathLst>
              <a:path w="1295400" h="76200" extrusionOk="0">
                <a:moveTo>
                  <a:pt x="1295400" y="28575"/>
                </a:moveTo>
                <a:lnTo>
                  <a:pt x="1219200" y="28575"/>
                </a:lnTo>
                <a:lnTo>
                  <a:pt x="1219200" y="47625"/>
                </a:lnTo>
                <a:lnTo>
                  <a:pt x="1295400" y="47625"/>
                </a:lnTo>
                <a:lnTo>
                  <a:pt x="1295400" y="28575"/>
                </a:lnTo>
                <a:close/>
              </a:path>
              <a:path w="1295400" h="76200" extrusionOk="0">
                <a:moveTo>
                  <a:pt x="1162050" y="28575"/>
                </a:moveTo>
                <a:lnTo>
                  <a:pt x="1085850" y="28575"/>
                </a:lnTo>
                <a:lnTo>
                  <a:pt x="1085850" y="47625"/>
                </a:lnTo>
                <a:lnTo>
                  <a:pt x="1162050" y="47625"/>
                </a:lnTo>
                <a:lnTo>
                  <a:pt x="1162050" y="28575"/>
                </a:lnTo>
                <a:close/>
              </a:path>
              <a:path w="1295400" h="76200" extrusionOk="0">
                <a:moveTo>
                  <a:pt x="1028700" y="28575"/>
                </a:moveTo>
                <a:lnTo>
                  <a:pt x="952500" y="28575"/>
                </a:lnTo>
                <a:lnTo>
                  <a:pt x="952500" y="47625"/>
                </a:lnTo>
                <a:lnTo>
                  <a:pt x="1028700" y="47625"/>
                </a:lnTo>
                <a:lnTo>
                  <a:pt x="1028700" y="28575"/>
                </a:lnTo>
                <a:close/>
              </a:path>
              <a:path w="1295400" h="76200" extrusionOk="0">
                <a:moveTo>
                  <a:pt x="895350" y="28575"/>
                </a:moveTo>
                <a:lnTo>
                  <a:pt x="819150" y="28575"/>
                </a:lnTo>
                <a:lnTo>
                  <a:pt x="819150" y="47625"/>
                </a:lnTo>
                <a:lnTo>
                  <a:pt x="895350" y="47625"/>
                </a:lnTo>
                <a:lnTo>
                  <a:pt x="895350" y="28575"/>
                </a:lnTo>
                <a:close/>
              </a:path>
              <a:path w="1295400" h="76200" extrusionOk="0">
                <a:moveTo>
                  <a:pt x="762000" y="28575"/>
                </a:moveTo>
                <a:lnTo>
                  <a:pt x="685800" y="28575"/>
                </a:lnTo>
                <a:lnTo>
                  <a:pt x="685800" y="47625"/>
                </a:lnTo>
                <a:lnTo>
                  <a:pt x="762000" y="47625"/>
                </a:lnTo>
                <a:lnTo>
                  <a:pt x="762000" y="28575"/>
                </a:lnTo>
                <a:close/>
              </a:path>
              <a:path w="1295400" h="76200" extrusionOk="0">
                <a:moveTo>
                  <a:pt x="628650" y="28575"/>
                </a:moveTo>
                <a:lnTo>
                  <a:pt x="552450" y="28575"/>
                </a:lnTo>
                <a:lnTo>
                  <a:pt x="552450" y="47625"/>
                </a:lnTo>
                <a:lnTo>
                  <a:pt x="628650" y="47625"/>
                </a:lnTo>
                <a:lnTo>
                  <a:pt x="628650" y="28575"/>
                </a:lnTo>
                <a:close/>
              </a:path>
              <a:path w="1295400" h="76200" extrusionOk="0">
                <a:moveTo>
                  <a:pt x="495300" y="28575"/>
                </a:moveTo>
                <a:lnTo>
                  <a:pt x="419100" y="28575"/>
                </a:lnTo>
                <a:lnTo>
                  <a:pt x="419100" y="47625"/>
                </a:lnTo>
                <a:lnTo>
                  <a:pt x="495300" y="47625"/>
                </a:lnTo>
                <a:lnTo>
                  <a:pt x="495300" y="28575"/>
                </a:lnTo>
                <a:close/>
              </a:path>
              <a:path w="1295400" h="76200" extrusionOk="0">
                <a:moveTo>
                  <a:pt x="361950" y="28575"/>
                </a:moveTo>
                <a:lnTo>
                  <a:pt x="285750" y="28575"/>
                </a:lnTo>
                <a:lnTo>
                  <a:pt x="285750" y="47625"/>
                </a:lnTo>
                <a:lnTo>
                  <a:pt x="361950" y="47625"/>
                </a:lnTo>
                <a:lnTo>
                  <a:pt x="361950" y="28575"/>
                </a:lnTo>
                <a:close/>
              </a:path>
              <a:path w="1295400" h="76200" extrusionOk="0">
                <a:moveTo>
                  <a:pt x="228600" y="28575"/>
                </a:moveTo>
                <a:lnTo>
                  <a:pt x="152400" y="28575"/>
                </a:lnTo>
                <a:lnTo>
                  <a:pt x="152400" y="47625"/>
                </a:lnTo>
                <a:lnTo>
                  <a:pt x="228600" y="47625"/>
                </a:lnTo>
                <a:lnTo>
                  <a:pt x="228600" y="28575"/>
                </a:lnTo>
                <a:close/>
              </a:path>
              <a:path w="1295400" h="76200" extrusionOk="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1295400" h="76200" extrusionOk="0">
                <a:moveTo>
                  <a:pt x="76200" y="28575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  <a:path w="1295400" h="76200" extrusionOk="0">
                <a:moveTo>
                  <a:pt x="95250" y="28575"/>
                </a:moveTo>
                <a:lnTo>
                  <a:pt x="76200" y="28575"/>
                </a:lnTo>
                <a:lnTo>
                  <a:pt x="76200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1097280">
              <a:buClr>
                <a:srgbClr val="000000"/>
              </a:buClr>
            </a:pPr>
            <a:endParaRPr sz="216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516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95" y="1514006"/>
            <a:ext cx="13602148" cy="482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240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180" y="385167"/>
            <a:ext cx="7516535" cy="437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US" sz="3350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Summary</a:t>
            </a:r>
            <a:endParaRPr lang="en-US" sz="3350" dirty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99680" y="2315885"/>
            <a:ext cx="3260288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You learned:</a:t>
            </a: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endParaRPr lang="en-US" sz="2400" b="1" dirty="0" smtClean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Basics of neural networks</a:t>
            </a: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endParaRPr lang="en-US" sz="2400" b="1" dirty="0" smtClean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Difference between biological and artificial neurons</a:t>
            </a: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endParaRPr lang="en-US" sz="2400" b="1" dirty="0" smtClean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Types of NNs and learning methods</a:t>
            </a: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endParaRPr lang="en-US" sz="2400" b="1" dirty="0" smtClean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How backpropagation works</a:t>
            </a: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endParaRPr lang="en-US" sz="2400" b="1" dirty="0" smtClean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</p:txBody>
      </p:sp>
      <p:sp>
        <p:nvSpPr>
          <p:cNvPr id="5" name="Text 0"/>
          <p:cNvSpPr/>
          <p:nvPr/>
        </p:nvSpPr>
        <p:spPr>
          <a:xfrm>
            <a:off x="10077451" y="332183"/>
            <a:ext cx="2609850" cy="37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US" sz="3350" dirty="0" smtClean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Terms</a:t>
            </a:r>
            <a:endParaRPr lang="en-US" sz="3350" dirty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091742" y="2019323"/>
            <a:ext cx="523875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Activation Function</a:t>
            </a: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Backpropagation</a:t>
            </a: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Gradient Descent</a:t>
            </a: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Weight &amp; Bias</a:t>
            </a: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Hyperparameter</a:t>
            </a:r>
            <a:endParaRPr lang="en-US" sz="2400" b="1" dirty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>
              <a:lnSpc>
                <a:spcPts val="2050"/>
              </a:lnSpc>
            </a:pPr>
            <a:endParaRPr lang="en-US" sz="2400" b="1" dirty="0">
              <a:solidFill>
                <a:srgbClr val="201B18"/>
              </a:solidFill>
              <a:latin typeface="Platypi Medium" pitchFamily="34" charset="0"/>
              <a:ea typeface="Platypi Medium" pitchFamily="34" charset="-122"/>
              <a:cs typeface="Platypi Medium" pitchFamily="34" charset="-120"/>
            </a:endParaRPr>
          </a:p>
          <a:p>
            <a:pPr marL="342900" indent="-342900">
              <a:lnSpc>
                <a:spcPts val="205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Epoch, Batch, Learning Rate</a:t>
            </a:r>
          </a:p>
        </p:txBody>
      </p:sp>
    </p:spTree>
    <p:extLst>
      <p:ext uri="{BB962C8B-B14F-4D97-AF65-F5344CB8AC3E}">
        <p14:creationId xmlns:p14="http://schemas.microsoft.com/office/powerpoint/2010/main" val="467305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1;g2c0da12c38c_0_139"/>
          <p:cNvSpPr txBox="1">
            <a:spLocks/>
          </p:cNvSpPr>
          <p:nvPr/>
        </p:nvSpPr>
        <p:spPr>
          <a:xfrm>
            <a:off x="836105" y="932976"/>
            <a:ext cx="104892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rgbClr val="0070C0"/>
              </a:buClr>
              <a:buSzPts val="4400"/>
              <a:buFont typeface="Calibri"/>
              <a:buNone/>
            </a:pPr>
            <a:r>
              <a:rPr lang="en-US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lang="en-US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962;g2c0da12c38c_0_139"/>
          <p:cNvSpPr txBox="1">
            <a:spLocks/>
          </p:cNvSpPr>
          <p:nvPr/>
        </p:nvSpPr>
        <p:spPr>
          <a:xfrm>
            <a:off x="836115" y="1988845"/>
            <a:ext cx="10489200" cy="22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7" indent="-357187" algn="just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 smtClean="0">
                <a:latin typeface="Calibri"/>
                <a:ea typeface="Calibri"/>
                <a:cs typeface="Calibri"/>
                <a:sym typeface="Calibri"/>
              </a:rPr>
              <a:t>Bishop, Christopher M. (2006). Pattern recognition and machine learning. New York :Springer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buFont typeface="Arial" pitchFamily="34" charset="0"/>
              <a:buNone/>
            </a:pPr>
            <a:endParaRPr lang="en-US" sz="2800" smtClean="0">
              <a:latin typeface="Calibri"/>
              <a:ea typeface="Calibri"/>
              <a:cs typeface="Calibri"/>
              <a:sym typeface="Calibri"/>
            </a:endParaRPr>
          </a:p>
          <a:p>
            <a:pPr marL="357187" indent="-357187" algn="just">
              <a:lnSpc>
                <a:spcPct val="90000"/>
              </a:lnSpc>
              <a:spcBef>
                <a:spcPts val="0"/>
              </a:spcBef>
              <a:buSzPts val="2800"/>
              <a:buFont typeface="Calibri"/>
              <a:buChar char="▪"/>
            </a:pPr>
            <a:r>
              <a:rPr lang="en-US" sz="2800" smtClean="0">
                <a:latin typeface="Calibri"/>
                <a:ea typeface="Calibri"/>
                <a:cs typeface="Calibri"/>
                <a:sym typeface="Calibri"/>
              </a:rPr>
              <a:t>Sebastian Raschka and Vahid Mirjalili. 2017. Python Machine Learning: Machine Learning and Deep Learning with Python, scikit-learn, and TensorFlow, 2nd Edition (2nd. ed.). Packt Publishing.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3990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M PowerPoint Template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02060"/>
      </a:accent1>
      <a:accent2>
        <a:srgbClr val="C00000"/>
      </a:accent2>
      <a:accent3>
        <a:srgbClr val="F6CC18"/>
      </a:accent3>
      <a:accent4>
        <a:srgbClr val="7030A0"/>
      </a:accent4>
      <a:accent5>
        <a:srgbClr val="0070C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UM PowerPoint Template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02060"/>
      </a:accent1>
      <a:accent2>
        <a:srgbClr val="C00000"/>
      </a:accent2>
      <a:accent3>
        <a:srgbClr val="F6CC18"/>
      </a:accent3>
      <a:accent4>
        <a:srgbClr val="7030A0"/>
      </a:accent4>
      <a:accent5>
        <a:srgbClr val="0070C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1132</Words>
  <Application>Microsoft Office PowerPoint</Application>
  <PresentationFormat>Custom</PresentationFormat>
  <Paragraphs>241</Paragraphs>
  <Slides>36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51" baseType="lpstr">
      <vt:lpstr>Platypi Medium</vt:lpstr>
      <vt:lpstr>Arial</vt:lpstr>
      <vt:lpstr>Libre Franklin</vt:lpstr>
      <vt:lpstr>Cambria Math</vt:lpstr>
      <vt:lpstr>Noto Sans Symbols</vt:lpstr>
      <vt:lpstr>DM Serif Display</vt:lpstr>
      <vt:lpstr>Calibri</vt:lpstr>
      <vt:lpstr>Times New Roman</vt:lpstr>
      <vt:lpstr>Calibri Light</vt:lpstr>
      <vt:lpstr>Platypi Light</vt:lpstr>
      <vt:lpstr>Garamond</vt:lpstr>
      <vt:lpstr>Source Serif 4</vt:lpstr>
      <vt:lpstr>Office Theme</vt:lpstr>
      <vt:lpstr>UM PowerPoint Template</vt:lpstr>
      <vt:lpstr>1_UM PowerPoint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BIOLOGICAL NEURON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Single Layer Perceptron</vt:lpstr>
      <vt:lpstr>PowerPoint Presentation</vt:lpstr>
      <vt:lpstr>PowerPoint Presentation</vt:lpstr>
      <vt:lpstr>About Weights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networks</vt:lpstr>
      <vt:lpstr>Types of Networks – Contd.</vt:lpstr>
      <vt:lpstr>Multilayer Perceptron</vt:lpstr>
      <vt:lpstr>Signal Flow  Backpropagation of Errors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Zainab</cp:lastModifiedBy>
  <cp:revision>35</cp:revision>
  <dcterms:created xsi:type="dcterms:W3CDTF">2025-12-29T05:00:54Z</dcterms:created>
  <dcterms:modified xsi:type="dcterms:W3CDTF">2026-01-09T10:32:13Z</dcterms:modified>
</cp:coreProperties>
</file>